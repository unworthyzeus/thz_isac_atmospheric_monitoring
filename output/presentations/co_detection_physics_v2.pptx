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2.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3.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4.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5.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6.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a5fd8a5ec5814ba5" /><Relationship Type="http://schemas.openxmlformats.org/officeDocument/2006/relationships/extended-properties" Target="/docProps/app.xml" Id="Ref079846c04641cf" /><Relationship Type="http://schemas.openxmlformats.org/officeDocument/2006/relationships/officeDocument" Target="/ppt/presentation.xml" Id="Rf693e7538a98434c" /></Relationships>
</file>

<file path=ppt/presentation.xml><?xml version="1.0" encoding="utf-8"?>
<p:presentation xmlns:p="http://schemas.openxmlformats.org/presentationml/2006/main">
  <p:sldMasterIdLst>
    <p:sldMasterId xmlns:r="http://schemas.openxmlformats.org/officeDocument/2006/relationships" id="2147483648" r:id="Rc6d1dbf37a7e4152"/>
  </p:sldMasterIdLst>
  <p:notesMasterIdLst>
    <p:notesMasterId xmlns:r="http://schemas.openxmlformats.org/officeDocument/2006/relationships" r:id="Rbe48b94c91554e59"/>
  </p:notesMasterIdLst>
  <p:sldIdLst>
    <p:sldId xmlns:r="http://schemas.openxmlformats.org/officeDocument/2006/relationships" id="256" r:id="Rf5520813135f48a2"/>
    <p:sldId xmlns:r="http://schemas.openxmlformats.org/officeDocument/2006/relationships" id="257" r:id="R0c89166789314015"/>
    <p:sldId xmlns:r="http://schemas.openxmlformats.org/officeDocument/2006/relationships" id="258" r:id="R5e792bc0002b43fa"/>
    <p:sldId xmlns:r="http://schemas.openxmlformats.org/officeDocument/2006/relationships" id="259" r:id="R39865f3adea9459a"/>
    <p:sldId xmlns:r="http://schemas.openxmlformats.org/officeDocument/2006/relationships" id="260" r:id="R5c4073b95770480c"/>
    <p:sldId xmlns:r="http://schemas.openxmlformats.org/officeDocument/2006/relationships" id="261" r:id="R5eb9c0a329344675"/>
    <p:sldId xmlns:r="http://schemas.openxmlformats.org/officeDocument/2006/relationships" id="262" r:id="Rccdd59960a614e74"/>
    <p:sldId xmlns:r="http://schemas.openxmlformats.org/officeDocument/2006/relationships" id="263" r:id="R876ea5f602f9435a"/>
    <p:sldId xmlns:r="http://schemas.openxmlformats.org/officeDocument/2006/relationships" id="264" r:id="R8ccd9f5d03634423"/>
    <p:sldId xmlns:r="http://schemas.openxmlformats.org/officeDocument/2006/relationships" id="265" r:id="Rf743d58d6b254972"/>
    <p:sldId xmlns:r="http://schemas.openxmlformats.org/officeDocument/2006/relationships" id="266" r:id="Rf1714c59279a4ec8"/>
    <p:sldId xmlns:r="http://schemas.openxmlformats.org/officeDocument/2006/relationships" id="267" r:id="R1810d12300d94138"/>
    <p:sldId xmlns:r="http://schemas.openxmlformats.org/officeDocument/2006/relationships" id="268" r:id="R13df3a4fad0d4219"/>
    <p:sldId xmlns:r="http://schemas.openxmlformats.org/officeDocument/2006/relationships" id="269" r:id="R5e8e6db116a8461d"/>
    <p:sldId xmlns:r="http://schemas.openxmlformats.org/officeDocument/2006/relationships" id="270" r:id="Ra68cf6233a824d51"/>
    <p:sldId xmlns:r="http://schemas.openxmlformats.org/officeDocument/2006/relationships" id="271" r:id="R6db9045523c54dbb"/>
    <p:sldId xmlns:r="http://schemas.openxmlformats.org/officeDocument/2006/relationships" id="272" r:id="R9d907ddda6ba437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61024b930ec47b2" /><Relationship Type="http://schemas.openxmlformats.org/officeDocument/2006/relationships/slideMaster" Target="/ppt/slideMasters/slideMaster1.xml" Id="Rc6d1dbf37a7e4152" /><Relationship Type="http://schemas.openxmlformats.org/officeDocument/2006/relationships/notesMaster" Target="/ppt/notesMasters/notesMaster1.xml" Id="Rbe48b94c91554e59" /><Relationship Type="http://schemas.openxmlformats.org/officeDocument/2006/relationships/presProps" Target="/ppt/presProps.xml" Id="R7109e846302f41f3" /><Relationship Type="http://schemas.openxmlformats.org/officeDocument/2006/relationships/tableStyles" Target="/ppt/tableStyles.xml" Id="R931b851378b041d1" /><Relationship Type="http://schemas.openxmlformats.org/officeDocument/2006/relationships/slide" Target="/ppt/slides/slide1.xml" Id="Rf5520813135f48a2" /><Relationship Type="http://schemas.openxmlformats.org/officeDocument/2006/relationships/slide" Target="/ppt/slides/slide2.xml" Id="R0c89166789314015" /><Relationship Type="http://schemas.openxmlformats.org/officeDocument/2006/relationships/slide" Target="/ppt/slides/slide3.xml" Id="R5e792bc0002b43fa" /><Relationship Type="http://schemas.openxmlformats.org/officeDocument/2006/relationships/slide" Target="/ppt/slides/slide4.xml" Id="R39865f3adea9459a" /><Relationship Type="http://schemas.openxmlformats.org/officeDocument/2006/relationships/slide" Target="/ppt/slides/slide5.xml" Id="R5c4073b95770480c" /><Relationship Type="http://schemas.openxmlformats.org/officeDocument/2006/relationships/slide" Target="/ppt/slides/slide6.xml" Id="R5eb9c0a329344675" /><Relationship Type="http://schemas.openxmlformats.org/officeDocument/2006/relationships/slide" Target="/ppt/slides/slide7.xml" Id="Rccdd59960a614e74" /><Relationship Type="http://schemas.openxmlformats.org/officeDocument/2006/relationships/slide" Target="/ppt/slides/slide8.xml" Id="R876ea5f602f9435a" /><Relationship Type="http://schemas.openxmlformats.org/officeDocument/2006/relationships/slide" Target="/ppt/slides/slide9.xml" Id="R8ccd9f5d03634423" /><Relationship Type="http://schemas.openxmlformats.org/officeDocument/2006/relationships/slide" Target="/ppt/slides/slide10.xml" Id="Rf743d58d6b254972" /><Relationship Type="http://schemas.openxmlformats.org/officeDocument/2006/relationships/slide" Target="/ppt/slides/slide11.xml" Id="Rf1714c59279a4ec8" /><Relationship Type="http://schemas.openxmlformats.org/officeDocument/2006/relationships/slide" Target="/ppt/slides/slide12.xml" Id="R1810d12300d94138" /><Relationship Type="http://schemas.openxmlformats.org/officeDocument/2006/relationships/slide" Target="/ppt/slides/slide13.xml" Id="R13df3a4fad0d4219" /><Relationship Type="http://schemas.openxmlformats.org/officeDocument/2006/relationships/slide" Target="/ppt/slides/slide14.xml" Id="R5e8e6db116a8461d" /><Relationship Type="http://schemas.openxmlformats.org/officeDocument/2006/relationships/slide" Target="/ppt/slides/slide15.xml" Id="Ra68cf6233a824d51" /><Relationship Type="http://schemas.openxmlformats.org/officeDocument/2006/relationships/slide" Target="/ppt/slides/slide16.xml" Id="R6db9045523c54dbb" /><Relationship Type="http://schemas.openxmlformats.org/officeDocument/2006/relationships/slide" Target="/ppt/slides/slide17.xml" Id="R9d907ddda6ba437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59818604cf6403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53359a1705e441d" /><Relationship Type="http://schemas.openxmlformats.org/officeDocument/2006/relationships/notesMaster" Target="/ppt/notesMasters/notesMaster1.xml" Id="R08877d48d84d4866" /></Relationships>
</file>

<file path=ppt/notesSlides/_rels/notesSlide2.xml.rels>&#65279;<?xml version="1.0" encoding="utf-8"?><Relationships xmlns="http://schemas.openxmlformats.org/package/2006/relationships"><Relationship Type="http://schemas.openxmlformats.org/officeDocument/2006/relationships/slide" Target="/ppt/slides/slide2.xml" Id="R16060f5483d64cd2" /><Relationship Type="http://schemas.openxmlformats.org/officeDocument/2006/relationships/notesMaster" Target="/ppt/notesMasters/notesMaster1.xml" Id="R4c2bfa3de1f346b7" /></Relationships>
</file>

<file path=ppt/notesSlides/_rels/notesSlide3.xml.rels>&#65279;<?xml version="1.0" encoding="utf-8"?><Relationships xmlns="http://schemas.openxmlformats.org/package/2006/relationships"><Relationship Type="http://schemas.openxmlformats.org/officeDocument/2006/relationships/slide" Target="/ppt/slides/slide3.xml" Id="Rc0b2a964677b409d" /><Relationship Type="http://schemas.openxmlformats.org/officeDocument/2006/relationships/notesMaster" Target="/ppt/notesMasters/notesMaster1.xml" Id="Red59a241425a43d6" /></Relationships>
</file>

<file path=ppt/notesSlides/_rels/notesSlide4.xml.rels>&#65279;<?xml version="1.0" encoding="utf-8"?><Relationships xmlns="http://schemas.openxmlformats.org/package/2006/relationships"><Relationship Type="http://schemas.openxmlformats.org/officeDocument/2006/relationships/slide" Target="/ppt/slides/slide4.xml" Id="Re6a0f227d2c04754" /><Relationship Type="http://schemas.openxmlformats.org/officeDocument/2006/relationships/notesMaster" Target="/ppt/notesMasters/notesMaster1.xml" Id="R63dda76b46fd49ad" /></Relationships>
</file>

<file path=ppt/notesSlides/_rels/notesSlide5.xml.rels>&#65279;<?xml version="1.0" encoding="utf-8"?><Relationships xmlns="http://schemas.openxmlformats.org/package/2006/relationships"><Relationship Type="http://schemas.openxmlformats.org/officeDocument/2006/relationships/slide" Target="/ppt/slides/slide5.xml" Id="R8269d0a4717849f7" /><Relationship Type="http://schemas.openxmlformats.org/officeDocument/2006/relationships/notesMaster" Target="/ppt/notesMasters/notesMaster1.xml" Id="R21af04b4554546d3" /></Relationships>
</file>

<file path=ppt/notesSlides/_rels/notesSlide6.xml.rels>&#65279;<?xml version="1.0" encoding="utf-8"?><Relationships xmlns="http://schemas.openxmlformats.org/package/2006/relationships"><Relationship Type="http://schemas.openxmlformats.org/officeDocument/2006/relationships/slide" Target="/ppt/slides/slide6.xml" Id="R94e53c5f4ca74eef" /><Relationship Type="http://schemas.openxmlformats.org/officeDocument/2006/relationships/notesMaster" Target="/ppt/notesMasters/notesMaster1.xml" Id="Rb815dc97c329467a" /></Relationships>
</file>

<file path=ppt/notesSlides/_rels/notesSlide7.xml.rels>&#65279;<?xml version="1.0" encoding="utf-8"?><Relationships xmlns="http://schemas.openxmlformats.org/package/2006/relationships"><Relationship Type="http://schemas.openxmlformats.org/officeDocument/2006/relationships/slide" Target="/ppt/slides/slide7.xml" Id="Rbd82fc25a29e465a" /><Relationship Type="http://schemas.openxmlformats.org/officeDocument/2006/relationships/notesMaster" Target="/ppt/notesMasters/notesMaster1.xml" Id="R27f75ec3327d4bcc" /></Relationships>
</file>

<file path=ppt/notesSlides/_rels/notesSlide8.xml.rels>&#65279;<?xml version="1.0" encoding="utf-8"?><Relationships xmlns="http://schemas.openxmlformats.org/package/2006/relationships"><Relationship Type="http://schemas.openxmlformats.org/officeDocument/2006/relationships/slide" Target="/ppt/slides/slide8.xml" Id="R247205eb8d67457a" /><Relationship Type="http://schemas.openxmlformats.org/officeDocument/2006/relationships/notesMaster" Target="/ppt/notesMasters/notesMaster1.xml" Id="R045c1b8c63ba48c5" /></Relationships>
</file>

<file path=ppt/notesSlides/_rels/notesSlide9.xml.rels>&#65279;<?xml version="1.0" encoding="utf-8"?><Relationships xmlns="http://schemas.openxmlformats.org/package/2006/relationships"><Relationship Type="http://schemas.openxmlformats.org/officeDocument/2006/relationships/slide" Target="/ppt/slides/slide9.xml" Id="R3ab6598123714427" /><Relationship Type="http://schemas.openxmlformats.org/officeDocument/2006/relationships/notesMaster" Target="/ppt/notesMasters/notesMaster1.xml" Id="Rd44b8ebf1d444df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83a99774f434b64" /><Relationship Type="http://schemas.openxmlformats.org/officeDocument/2006/relationships/notesMaster" Target="/ppt/notesMasters/notesMaster1.xml" Id="Rd5ff54c016da4e8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8a15388dd304653" /><Relationship Type="http://schemas.openxmlformats.org/officeDocument/2006/relationships/notesMaster" Target="/ppt/notesMasters/notesMaster1.xml" Id="R547b8f55bcaf40f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da85ec253a446f4" /><Relationship Type="http://schemas.openxmlformats.org/officeDocument/2006/relationships/notesMaster" Target="/ppt/notesMasters/notesMaster1.xml" Id="Rb3b1093cebde446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f469fcff78a4449" /><Relationship Type="http://schemas.openxmlformats.org/officeDocument/2006/relationships/notesMaster" Target="/ppt/notesMasters/notesMaster1.xml" Id="Rb07866b7050f429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4b16921633e4cec" /><Relationship Type="http://schemas.openxmlformats.org/officeDocument/2006/relationships/notesMaster" Target="/ppt/notesMasters/notesMaster1.xml" Id="Ra92e9ace76df464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027db03807c47b6" /><Relationship Type="http://schemas.openxmlformats.org/officeDocument/2006/relationships/notesMaster" Target="/ppt/notesMasters/notesMaster1.xml" Id="R3f44fab79f6f4c3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652e368072944ea" /><Relationship Type="http://schemas.openxmlformats.org/officeDocument/2006/relationships/notesMaster" Target="/ppt/notesMasters/notesMaster1.xml" Id="R7850a740c5df456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e71e72975fc4894" /><Relationship Type="http://schemas.openxmlformats.org/officeDocument/2006/relationships/notesMaster" Target="/ppt/notesMasters/notesMaster1.xml" Id="R57276958300c4f0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Speaking script</a:t>
            </a:r>
          </a:p>
          <a:p xmlns:a="http://schemas.openxmlformats.org/drawingml/2006/main">
            <a:r>
              <a:t>This presentation answers two questions: can we detect CO through the channel, and why is its absorption a smooth curve rather than a set of sharp bands? We begin with the physical mechanism, then connect it to the signal we would have to measure.</a:t>
            </a:r>
          </a:p>
          <a:p xmlns:a="http://schemas.openxmlformats.org/drawingml/2006/main">
            <a:r>
              <a:t/>
            </a:r>
          </a:p>
          <a:p xmlns:a="http://schemas.openxmlformats.org/drawingml/2006/main">
            <a:r>
              <a:t>Scientific notes</a:t>
            </a:r>
          </a:p>
          <a:p xmlns:a="http://schemas.openxmlformats.org/drawingml/2006/main">
            <a:r>
              <a:t>The active case is CO in h(f,l) from 60 to 1000 GHz, initially without receiver noise. The decorative cover image is reused from the previous presentation and represents no measured data. Quantitative examples use the saved HITRAN and ITU calculation.</a:t>
            </a:r>
          </a:p>
          <a:p xmlns:a="http://schemas.openxmlformats.org/drawingml/2006/main">
            <a:r>
              <a:t/>
            </a:r>
          </a:p>
          <a:p xmlns:a="http://schemas.openxmlformats.org/drawingml/2006/main">
            <a:r>
              <a:t>Sources</a:t>
            </a:r>
          </a:p>
          <a:p xmlns:a="http://schemas.openxmlformats.org/drawingml/2006/main">
            <a:r>
              <a:t>local: https://github.com/unworthyzeus/THz_ISAC_atmospheric_monitoring/blob/50393b2/docs/59_restart_observability_2026_10_14.md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Speaking script</a:t>
            </a:r>
          </a:p>
          <a:p xmlns:a="http://schemas.openxmlformats.org/drawingml/2006/main">
            <a:r>
              <a:t>Yes: in the ideal case, CO changes the channel and a perfectly matched reference lets us recover its added absorption. But if the atmosphere is completely unknown, the same observation can have several explanations. We have not yet established a practical detection limit.</a:t>
            </a:r>
          </a:p>
          <a:p xmlns:a="http://schemas.openxmlformats.org/drawingml/2006/main">
            <a:r>
              <a:t/>
            </a:r>
          </a:p>
          <a:p xmlns:a="http://schemas.openxmlformats.org/drawingml/2006/main">
            <a:r>
              <a:t>Scientific notes</a:t>
            </a:r>
          </a:p>
          <a:p xmlns:a="http://schemas.openxmlformats.org/drawingml/2006/main">
            <a:r>
              <a:t>This is conditional observability, not a hardware sensitivity result. It assumes a nonzero response, exact spectral and atmospheric knowledge, exact calibration and adequate numerical precision. The chosen concentration is an input to the example, not a minimum detectable concentration.</a:t>
            </a:r>
          </a:p>
          <a:p xmlns:a="http://schemas.openxmlformats.org/drawingml/2006/main">
            <a:r>
              <a:t/>
            </a:r>
          </a:p>
          <a:p xmlns:a="http://schemas.openxmlformats.org/drawingml/2006/main">
            <a:r>
              <a:t>Sources</a:t>
            </a:r>
          </a:p>
          <a:p xmlns:a="http://schemas.openxmlformats.org/drawingml/2006/main">
            <a:r>
              <a:t>local: https://github.com/unworthyzeus/THz_ISAC_atmospheric_monitoring/blob/50393b2/docs/59_restart_observability_2026_10_14.md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Speaking script</a:t>
            </a:r>
          </a:p>
          <a:p xmlns:a="http://schemas.openxmlformats.org/drawingml/2006/main">
            <a:r>
              <a:t>CO has a permanent electric dipole, so the wave’s electric field can drive changes in its rotational state. The energy difference sets the resonance frequency, and the allowed transitions give the sequence of line centers. This explains where the peaks occur, but not yet their width.</a:t>
            </a:r>
          </a:p>
          <a:p xmlns:a="http://schemas.openxmlformats.org/drawingml/2006/main">
            <a:r>
              <a:t/>
            </a:r>
          </a:p>
          <a:p xmlns:a="http://schemas.openxmlformats.org/drawingml/2006/main">
            <a:r>
              <a:t>Scientific notes</a:t>
            </a:r>
          </a:p>
          <a:p xmlns:a="http://schemas.openxmlformats.org/drawingml/2006/main">
            <a:r>
              <a:t>The electric dipole interaction is minus the dot product of dipole and field. NIST lists a nonzero CO ground state dipole. Here h_P is Planck constant, distinct from channel h, and B is in Hz. The rigid rotor is an approximation; centrifugal distortion shifts accurate frequencies. This is driven absorption in the weak field regime, not a literal classical molecule rotating at every incident frequency.</a:t>
            </a:r>
          </a:p>
          <a:p xmlns:a="http://schemas.openxmlformats.org/drawingml/2006/main">
            <a:r>
              <a:t/>
            </a:r>
          </a:p>
          <a:p xmlns:a="http://schemas.openxmlformats.org/drawingml/2006/main">
            <a:r>
              <a:t>Sources</a:t>
            </a:r>
          </a:p>
          <a:p xmlns:a="http://schemas.openxmlformats.org/drawingml/2006/main">
            <a:r>
              <a:t>dipole: https://cccbdb.nist.gov/diplistx.asp</a:t>
            </a:r>
          </a:p>
          <a:p xmlns:a="http://schemas.openxmlformats.org/drawingml/2006/main">
            <a:r>
              <a:t>rotor: https://www.nist.gov/pml/diatomic-spectral-database/diatomic-spectral-database-1s-ground-state-molecules</a:t>
            </a:r>
          </a:p>
          <a:p xmlns:a="http://schemas.openxmlformats.org/drawingml/2006/main">
            <a:r>
              <a:t>jpl: https://spec.jpl.nasa.gov/ftp/pub/catalog/c028001.cat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Speaking script</a:t>
            </a:r>
          </a:p>
          <a:p xmlns:a="http://schemas.openxmlformats.org/drawingml/2006/main">
            <a:r>
              <a:t>Collisions perturb the molecular environment and interrupt the phase of its response to the field. A response that loses coherence quickly cannot have an infinitely sharp frequency. In the simple Lorentz model, the first CO line at one atmosphere corresponds to an effective coherence time of about 66 picoseconds.</a:t>
            </a:r>
          </a:p>
          <a:p xmlns:a="http://schemas.openxmlformats.org/drawingml/2006/main">
            <a:r>
              <a:t/>
            </a:r>
          </a:p>
          <a:p xmlns:a="http://schemas.openxmlformats.org/drawingml/2006/main">
            <a:r>
              <a:t>Scientific notes</a:t>
            </a:r>
          </a:p>
          <a:p xmlns:a="http://schemas.openxmlformats.org/drawingml/2006/main">
            <a:r>
              <a:t>A(t) is an exponential coherence envelope, not a measurement of the instantaneous electric field. The Lorentz HWHM in Hz obeys gamma = 1/(2 pi T2). The plotted T2 values are inferred from the HITRAN air width and linear pressure scaling. T2 is not generally the mean time between collisions or the population lifetime; phase can be lost without population relaxation. No independent time domain experiment is claimed.</a:t>
            </a:r>
          </a:p>
          <a:p xmlns:a="http://schemas.openxmlformats.org/drawingml/2006/main">
            <a:r>
              <a:t/>
            </a:r>
          </a:p>
          <a:p xmlns:a="http://schemas.openxmlformats.org/drawingml/2006/main">
            <a:r>
              <a:t>Sources</a:t>
            </a:r>
          </a:p>
          <a:p xmlns:a="http://schemas.openxmlformats.org/drawingml/2006/main">
            <a:r>
              <a:t>dephasing: https://ocw.mit.edu/courses/5-74-introductory-quantum-mechanics-ii-spring-2009/c9108a344550e61973b5ecb4379cdf1e_MIT5_74s09_lec09.pdf</a:t>
            </a:r>
          </a:p>
          <a:p xmlns:a="http://schemas.openxmlformats.org/drawingml/2006/main">
            <a:r>
              <a:t>coherence: https://ocw.mit.edu/courses/5-35-introduction-to-experimental-chemistry-fall-2012/18a908091e0258ba553794ac1cd0a517_MIT5_35F12_Module_1LS2.pdf</a:t>
            </a:r>
          </a:p>
          <a:p xmlns:a="http://schemas.openxmlformats.org/drawingml/2006/main">
            <a:r>
              <a:t>hitran: https://hitran.org/docs/definitions-and-units/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Speaking script</a:t>
            </a:r>
          </a:p>
          <a:p xmlns:a="http://schemas.openxmlformats.org/drawingml/2006/main">
            <a:r>
              <a:t>Even at one temperature, molecules have different velocities along the beam, so they see slightly different frequencies through the Doppler effect. The thermal velocity distribution produces a Gaussian profile. For this CO transition at 296 kelvin, its full width is about 0.268 megahertz.</a:t>
            </a:r>
          </a:p>
          <a:p xmlns:a="http://schemas.openxmlformats.org/drawingml/2006/main">
            <a:r>
              <a:t/>
            </a:r>
          </a:p>
          <a:p xmlns:a="http://schemas.openxmlformats.org/drawingml/2006/main">
            <a:r>
              <a:t>Scientific notes</a:t>
            </a:r>
          </a:p>
          <a:p xmlns:a="http://schemas.openxmlformats.org/drawingml/2006/main">
            <a:r>
              <a:t>The nonrelativistic shift uses the velocity component along the ray; its sign depends on the chosen direction. The Gaussian standard deviation is f0 sqrt(k_B T/m)/c. The displayed curve is normalized in MHz and uses the main CO isotopologue mass, not an invented width. Random thermal motion is part of the gas physics, even when receiver noise is excluded.</a:t>
            </a:r>
          </a:p>
          <a:p xmlns:a="http://schemas.openxmlformats.org/drawingml/2006/main">
            <a:r>
              <a:t/>
            </a:r>
          </a:p>
          <a:p xmlns:a="http://schemas.openxmlformats.org/drawingml/2006/main">
            <a:r>
              <a:t>Sources</a:t>
            </a:r>
          </a:p>
          <a:p xmlns:a="http://schemas.openxmlformats.org/drawingml/2006/main">
            <a:r>
              <a:t>broadening: https://physics.nist.gov/Pubs/AtSpec/node20.html</a:t>
            </a:r>
          </a:p>
          <a:p xmlns:a="http://schemas.openxmlformats.org/drawingml/2006/main">
            <a:r>
              <a:t>mats: https://pages.nist.gov/MATS/MATS%20Summary.html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Speaking script</a:t>
            </a:r>
          </a:p>
          <a:p xmlns:a="http://schemas.openxmlformats.org/drawingml/2006/main">
            <a:r>
              <a:t>The Voigt profile combines Lorentz broadening from collisions with Gaussian broadening from thermal motion. Here, pressure broadening is about eighteen thousand times larger than the Doppler width, so collisions dominate. Increasing pressure spreads the same normalized line area over a wider frequency range.</a:t>
            </a:r>
          </a:p>
          <a:p xmlns:a="http://schemas.openxmlformats.org/drawingml/2006/main">
            <a:r>
              <a:t/>
            </a:r>
          </a:p>
          <a:p xmlns:a="http://schemas.openxmlformats.org/drawingml/2006/main">
            <a:r>
              <a:t>Scientific notes</a:t>
            </a:r>
          </a:p>
          <a:p xmlns:a="http://schemas.openxmlformats.org/drawingml/2006/main">
            <a:r>
              <a:t>The asterisk denotes convolution, not pointwise multiplication. These are FWHM comparisons for the first line at 296 K; they do not apply universally to all species, pressures or frequencies. Pressure also shifts the center slightly. More accurate line profiles can be required for precision retrievals, especially outside isolated line cores.</a:t>
            </a:r>
          </a:p>
          <a:p xmlns:a="http://schemas.openxmlformats.org/drawingml/2006/main">
            <a:r>
              <a:t/>
            </a:r>
          </a:p>
          <a:p xmlns:a="http://schemas.openxmlformats.org/drawingml/2006/main">
            <a:r>
              <a:t>Sources</a:t>
            </a:r>
          </a:p>
          <a:p xmlns:a="http://schemas.openxmlformats.org/drawingml/2006/main">
            <a:r>
              <a:t>hitran: https://hitran.org/docs/definitions-and-units/</a:t>
            </a:r>
          </a:p>
          <a:p xmlns:a="http://schemas.openxmlformats.org/drawingml/2006/main">
            <a:r>
              <a:t>mats: https://pages.nist.gov/MATS/MATS%20Summary.html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Speaking script</a:t>
            </a:r>
          </a:p>
          <a:p xmlns:a="http://schemas.openxmlformats.org/drawingml/2006/main">
            <a:r>
              <a:t>The curve in the original image was calculated for acetonitrile, not CO. It adds broadened line contributions through an atmosphere whose pressure and temperature change with height, so the result can look smooth across a small frequency window. That smooth appearance does not by itself prove continuum absorption or identify the gas.</a:t>
            </a:r>
          </a:p>
          <a:p xmlns:a="http://schemas.openxmlformats.org/drawingml/2006/main">
            <a:r>
              <a:t/>
            </a:r>
          </a:p>
          <a:p xmlns:a="http://schemas.openxmlformats.org/drawingml/2006/main">
            <a:r>
              <a:t>Scientific notes</a:t>
            </a:r>
          </a:p>
          <a:p xmlns:a="http://schemas.openxmlformats.org/drawingml/2006/main">
            <a:r>
              <a:t>The plotted numbers reproduce gas_db_per_ug_m3 times the saved true_q_ug_m3 from the historical example. They are used solely to explain the supplied image. The generating calculation uses Voigt line cross sections integrated over altitude. No transition by transition decomposition is presented, and no old detection threshold or performance claim is reused. True continuum terms such as water continuum and collision induced absorption are separate model contributions.</a:t>
            </a:r>
          </a:p>
          <a:p xmlns:a="http://schemas.openxmlformats.org/drawingml/2006/main">
            <a:r>
              <a:t/>
            </a:r>
          </a:p>
          <a:p xmlns:a="http://schemas.openxmlformats.org/drawingml/2006/main">
            <a:r>
              <a:t>Sources</a:t>
            </a:r>
          </a:p>
          <a:p xmlns:a="http://schemas.openxmlformats.org/drawingml/2006/main">
            <a:r>
              <a:t>oldcurve: https://github.com/unworthyzeus/THz_ISAC_atmospheric_monitoring/blob/50393b2/scripts/prepare_zenith_compact_slides.py</a:t>
            </a:r>
          </a:p>
          <a:p xmlns:a="http://schemas.openxmlformats.org/drawingml/2006/main">
            <a:r>
              <a:t>local: https://github.com/unworthyzeus/THz_ISAC_atmospheric_monitoring/blob/50393b2/docs/59_restart_observability_2026_10_14.md</a:t>
            </a:r>
          </a:p>
          <a:p xmlns:a="http://schemas.openxmlformats.org/drawingml/2006/main">
            <a:r>
              <a:t>continuum: https://hitran.org/mtckd/</a:t>
            </a:r>
          </a:p>
          <a:p xmlns:a="http://schemas.openxmlformats.org/drawingml/2006/main">
            <a:r>
              <a:t>cia: https://hitran.org/cia/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Speaking script</a:t>
            </a:r>
          </a:p>
          <a:p xmlns:a="http://schemas.openxmlformats.org/drawingml/2006/main">
            <a:r>
              <a:t>We first add the individual molecular lines to obtain the absorption cross section. We then multiply by molecular density and integrate along the path to obtain optical depth. Beer-Lambert converts optical depth into transmission: the exponent is minus tau for power and minus tau over two for channel amplitude.</a:t>
            </a:r>
          </a:p>
          <a:p xmlns:a="http://schemas.openxmlformats.org/drawingml/2006/main">
            <a:r>
              <a:t/>
            </a:r>
          </a:p>
          <a:p xmlns:a="http://schemas.openxmlformats.org/drawingml/2006/main">
            <a:r>
              <a:t>Scientific notes</a:t>
            </a:r>
          </a:p>
          <a:p xmlns:a="http://schemas.openxmlformats.org/drawingml/2006/main">
            <a:r>
              <a:t>The path integral runs from 0 to l. S and V must use the same frequency or wavenumber convention and V must be normalized in that variable. The implementation evaluates HITRAN quantities in wavenumber units. This is a dilute gas, weak probe absorption model. Under fixed local temperature and pressure, tau_c = sigma(f) N_c(l). Background gas loss, geometry and instrument response multiply the chemical field transmission.</a:t>
            </a:r>
          </a:p>
          <a:p xmlns:a="http://schemas.openxmlformats.org/drawingml/2006/main">
            <a:r>
              <a:t/>
            </a:r>
          </a:p>
          <a:p xmlns:a="http://schemas.openxmlformats.org/drawingml/2006/main">
            <a:r>
              <a:t>Sources</a:t>
            </a:r>
          </a:p>
          <a:p xmlns:a="http://schemas.openxmlformats.org/drawingml/2006/main">
            <a:r>
              <a:t>beer: https://hitran.org/docs/cross-sections-definitions/</a:t>
            </a:r>
          </a:p>
          <a:p xmlns:a="http://schemas.openxmlformats.org/drawingml/2006/main">
            <a:r>
              <a:t>local: https://github.com/unworthyzeus/THz_ISAC_atmospheric_monitoring/blob/50393b2/docs/59_restart_observability_2026_10_14.md</a:t>
            </a:r>
          </a:p>
          <a:p xmlns:a="http://schemas.openxmlformats.org/drawingml/2006/main">
            <a:r>
              <a:t>hitran: https://hitran.org/docs/definitions-and-units/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Speaking script</a:t>
            </a:r>
          </a:p>
          <a:p xmlns:a="http://schemas.openxmlformats.org/drawingml/2006/main">
            <a:r>
              <a:t>The CO model produces eight main rotational features between 60 and 1000 gigahertz. Their heights differ because transition strengths, level populations and linewidths differ. We should compare the whole spectral pattern with the background, rather than assume that the tallest peak is automatically the best sensing band.</a:t>
            </a:r>
          </a:p>
          <a:p xmlns:a="http://schemas.openxmlformats.org/drawingml/2006/main">
            <a:r>
              <a:t/>
            </a:r>
          </a:p>
          <a:p xmlns:a="http://schemas.openxmlformats.org/drawingml/2006/main">
            <a:r>
              <a:t>Scientific notes</a:t>
            </a:r>
          </a:p>
          <a:p xmlns:a="http://schemas.openxmlformats.org/drawingml/2006/main">
            <a:r>
              <a:t>This curve reuses the 1 ppm, 20 m scenario, all 146 retained HITRAN main isotopologue transitions and the saved reference temperature of 296 K. A millidecibel equals 0.001 dB. The graph is not measured data and its higher frequency peaks do not account for receiver performance or large background loss. Minor isotopologues add further features.</a:t>
            </a:r>
          </a:p>
          <a:p xmlns:a="http://schemas.openxmlformats.org/drawingml/2006/main">
            <a:r>
              <a:t/>
            </a:r>
          </a:p>
          <a:p xmlns:a="http://schemas.openxmlformats.org/drawingml/2006/main">
            <a:r>
              <a:t>Sources</a:t>
            </a:r>
          </a:p>
          <a:p xmlns:a="http://schemas.openxmlformats.org/drawingml/2006/main">
            <a:r>
              <a:t>numbers: https://github.com/unworthyzeus/THz_ISAC_atmospheric_monitoring/blob/50393b2/results/restart_2026_10_14/co_line_examples.csv</a:t>
            </a:r>
          </a:p>
          <a:p xmlns:a="http://schemas.openxmlformats.org/drawingml/2006/main">
            <a:r>
              <a:t>jpl: https://spec.jpl.nasa.gov/ftp/pub/catalog/c028001.cat</a:t>
            </a:r>
          </a:p>
          <a:p xmlns:a="http://schemas.openxmlformats.org/drawingml/2006/main">
            <a:r>
              <a:t>mats: https://pages.nist.gov/MATS/MATS%20Summary.html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Speaking script</a:t>
            </a:r>
          </a:p>
          <a:p xmlns:a="http://schemas.openxmlformats.org/drawingml/2006/main">
            <a:r>
              <a:t>We measure the channel at each frequency and path length, then compare it with a matched reference without the added CO. Dividing their magnitudes removes the shared channel factors, and the logarithm gives the extra CO optical depth. If the reference contains ambient CO, we retrieve the enhancement above that reference.</a:t>
            </a:r>
          </a:p>
          <a:p xmlns:a="http://schemas.openxmlformats.org/drawingml/2006/main">
            <a:r>
              <a:t/>
            </a:r>
          </a:p>
          <a:p xmlns:a="http://schemas.openxmlformats.org/drawingml/2006/main">
            <a:r>
              <a:t>Scientific notes</a:t>
            </a:r>
          </a:p>
          <a:p xmlns:a="http://schemas.openxmlformats.org/drawingml/2006/main">
            <a:r>
              <a:t>The calibrated magnitude model is |h| = |g h_fs| exp[-(tau_m+tau_c)/2]. A matched reference cancels g, h_fs and tau_m. The result is chemical magnitude transmission, not a complete reconstruction of molecular dispersion or phase. An exactly known physical background can replace a reference measurement only to the accuracy of its assumptions.</a:t>
            </a:r>
          </a:p>
          <a:p xmlns:a="http://schemas.openxmlformats.org/drawingml/2006/main">
            <a:r>
              <a:t/>
            </a:r>
          </a:p>
          <a:p xmlns:a="http://schemas.openxmlformats.org/drawingml/2006/main">
            <a:r>
              <a:t>Sources</a:t>
            </a:r>
          </a:p>
          <a:p xmlns:a="http://schemas.openxmlformats.org/drawingml/2006/main">
            <a:r>
              <a:t>local: https://github.com/unworthyzeus/THz_ISAC_atmospheric_monitoring/blob/50393b2/docs/59_restart_observability_2026_10_14.md</a:t>
            </a:r>
          </a:p>
          <a:p xmlns:a="http://schemas.openxmlformats.org/drawingml/2006/main">
            <a:r>
              <a:t>beer: https://hitran.org/docs/cross-sections-definitions/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Speaking script</a:t>
            </a:r>
          </a:p>
          <a:p xmlns:a="http://schemas.openxmlformats.org/drawingml/2006/main">
            <a:r>
              <a:t>Changing the path length tells us how much of the gas cloud the wave has crossed. Here the extra CO loss increases only between 20 and 40 metres, then becomes constant. The integrated signal gives a gas column; concentration also requires the cloud length or additional spatial information.</a:t>
            </a:r>
          </a:p>
          <a:p xmlns:a="http://schemas.openxmlformats.org/drawingml/2006/main">
            <a:r>
              <a:t/>
            </a:r>
          </a:p>
          <a:p xmlns:a="http://schemas.openxmlformats.org/drawingml/2006/main">
            <a:r>
              <a:t>Scientific notes</a:t>
            </a:r>
          </a:p>
          <a:p xmlns:a="http://schemas.openxmlformats.org/drawingml/2006/main">
            <a:r>
              <a:t>The saved matrix has different frequencies and actual path lengths, not repeated observations of one fixed link. For nested paths through a stationary medium, changes of optical depth with l reveal newly traversed segments. Receivers all beyond the cloud see the same added column. Geometric and atmospheric loss still grow outside the cloud. This does not constitute tomography.</a:t>
            </a:r>
          </a:p>
          <a:p xmlns:a="http://schemas.openxmlformats.org/drawingml/2006/main">
            <a:r>
              <a:t/>
            </a:r>
          </a:p>
          <a:p xmlns:a="http://schemas.openxmlformats.org/drawingml/2006/main">
            <a:r>
              <a:t>Sources</a:t>
            </a:r>
          </a:p>
          <a:p xmlns:a="http://schemas.openxmlformats.org/drawingml/2006/main">
            <a:r>
              <a:t>local: https://github.com/unworthyzeus/THz_ISAC_atmospheric_monitoring/blob/50393b2/docs/59_restart_observability_2026_10_14.md</a:t>
            </a:r>
          </a:p>
          <a:p xmlns:a="http://schemas.openxmlformats.org/drawingml/2006/main">
            <a:r>
              <a:t>numbers: https://github.com/unworthyzeus/THz_ISAC_atmospheric_monitoring/blob/50393b2/results/restart_2026_10_14/co_line_examples.csv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Speaking script</a:t>
            </a:r>
          </a:p>
          <a:p xmlns:a="http://schemas.openxmlformats.org/drawingml/2006/main">
            <a:r>
              <a:t>At 115 gigahertz, the amplitude change in this example is only about 0.33 parts per million. It grows at higher CO lines, but some of those frequencies also suffer much greater atmospheric loss. These numbers tell us the signal scale an instrument would have to resolve; they do not demonstrate that an instrument can resolve it.</a:t>
            </a:r>
          </a:p>
          <a:p xmlns:a="http://schemas.openxmlformats.org/drawingml/2006/main">
            <a:r>
              <a:t/>
            </a:r>
          </a:p>
          <a:p xmlns:a="http://schemas.openxmlformats.org/drawingml/2006/main">
            <a:r>
              <a:t>Scientific notes</a:t>
            </a:r>
          </a:p>
          <a:p xmlns:a="http://schemas.openxmlformats.org/drawingml/2006/main">
            <a:r>
              <a:t>Relative amplitude drop is 10^6 times (1 - |h|/|h0|), distinct from the input 1 ppm molecular mole fraction. Atmospheric losses exclude geometric loss. Rows are evaluated at unshifted catalog centers. The 576 GHz row illustrates nearly 100 dB of modeled atmospheric loss across 200 m, so an exact ratio in arithmetic does not prove a measurable received signal. No gain, power, bandwidth or calibration specification is chosen.</a:t>
            </a:r>
          </a:p>
          <a:p xmlns:a="http://schemas.openxmlformats.org/drawingml/2006/main">
            <a:r>
              <a:t/>
            </a:r>
          </a:p>
          <a:p xmlns:a="http://schemas.openxmlformats.org/drawingml/2006/main">
            <a:r>
              <a:t>Sources</a:t>
            </a:r>
          </a:p>
          <a:p xmlns:a="http://schemas.openxmlformats.org/drawingml/2006/main">
            <a:r>
              <a:t>numbers: https://github.com/unworthyzeus/THz_ISAC_atmospheric_monitoring/blob/50393b2/results/restart_2026_10_14/co_line_examples.csv</a:t>
            </a:r>
          </a:p>
          <a:p xmlns:a="http://schemas.openxmlformats.org/drawingml/2006/main">
            <a:r>
              <a:t>itu: https://www.itu.int/dms_pubrec/itu-r/rec/p/R-REC-P.676-13-202208-I!!PDF-E.pdf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Speaking script</a:t>
            </a:r>
          </a:p>
          <a:p xmlns:a="http://schemas.openxmlformats.org/drawingml/2006/main">
            <a:r>
              <a:t>At the 345.8 gigahertz CO line, a one percent increase in water partial pressure over the full path changes the loss about 235 times more than our CO cloud does. This is a chosen sensitivity example, not a measured humidity error. It shows why we must model the background, while different spectral shapes may still allow the two effects to be separated.</a:t>
            </a:r>
          </a:p>
          <a:p xmlns:a="http://schemas.openxmlformats.org/drawingml/2006/main">
            <a:r>
              <a:t/>
            </a:r>
          </a:p>
          <a:p xmlns:a="http://schemas.openxmlformats.org/drawingml/2006/main">
            <a:r>
              <a:t>Scientific notes</a:t>
            </a:r>
          </a:p>
          <a:p xmlns:a="http://schemas.openxmlformats.org/drawingml/2006/main">
            <a:r>
              <a:t>Computed as 0.2 km times [gamma(1010 Pa water) - gamma(1000 Pa water)] using ITU P.676 at fixed total pressure and temperature. The residual is 0.0186961339 dB; the CO contribution is 0.0000796602409 dB. The 1% change refers to water partial pressure, not one percentage point of relative humidity. This is a deterministic perturbation, not a distribution, threshold or proof of nonidentifiability.</a:t>
            </a:r>
          </a:p>
          <a:p xmlns:a="http://schemas.openxmlformats.org/drawingml/2006/main">
            <a:r>
              <a:t/>
            </a:r>
          </a:p>
          <a:p xmlns:a="http://schemas.openxmlformats.org/drawingml/2006/main">
            <a:r>
              <a:t>Sources</a:t>
            </a:r>
          </a:p>
          <a:p xmlns:a="http://schemas.openxmlformats.org/drawingml/2006/main">
            <a:r>
              <a:t>itu: https://www.itu.int/dms_pubrec/itu-r/rec/p/R-REC-P.676-13-202208-I!!PDF-E.pdf</a:t>
            </a:r>
          </a:p>
          <a:p xmlns:a="http://schemas.openxmlformats.org/drawingml/2006/main">
            <a:r>
              <a:t>numbers: https://github.com/unworthyzeus/THz_ISAC_atmospheric_monitoring/blob/50393b2/results/restart_2026_10_14/co_line_examples.csv</a:t>
            </a:r>
          </a:p>
          <a:p xmlns:a="http://schemas.openxmlformats.org/drawingml/2006/main">
            <a:r>
              <a:t>local: https://github.com/unworthyzeus/THz_ISAC_atmospheric_monitoring/blob/50393b2/docs/59_restart_observability_2026_10_14.md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Speaking script</a:t>
            </a:r>
          </a:p>
          <a:p xmlns:a="http://schemas.openxmlformats.org/drawingml/2006/main">
            <a:r>
              <a:t>With a completely free atmospheric spectrum, there are many ways to divide the total loss between air and CO. If we constrain the atmosphere to known physical parameters, we can instead compare their effects across frequency. CO is distinguishable only when its response cannot be reproduced by the allowed background changes.</a:t>
            </a:r>
          </a:p>
          <a:p xmlns:a="http://schemas.openxmlformats.org/drawingml/2006/main">
            <a:r>
              <a:t/>
            </a:r>
          </a:p>
          <a:p xmlns:a="http://schemas.openxmlformats.org/drawingml/2006/main">
            <a:r>
              <a:t>Scientific notes</a:t>
            </a:r>
          </a:p>
          <a:p xmlns:a="http://schemas.openxmlformats.org/drawingml/2006/main">
            <a:r>
              <a:t>After known geometry and gain are removed, r=-2 ln|h/(g h_fs)|. The transformation tau_m to tau_m+q and tau_c to tau_c-q leaves r unchanged whenever both remain admissible. For a local parameterized model, the CO response must lie outside the span of the atmospheric and instrumental derivative responses. Multiple frequencies help only with appropriate constraints; the sensitivity calculation on slide 13 is not a joint retrieval test.</a:t>
            </a:r>
          </a:p>
          <a:p xmlns:a="http://schemas.openxmlformats.org/drawingml/2006/main">
            <a:r>
              <a:t/>
            </a:r>
          </a:p>
          <a:p xmlns:a="http://schemas.openxmlformats.org/drawingml/2006/main">
            <a:r>
              <a:t>Sources</a:t>
            </a:r>
          </a:p>
          <a:p xmlns:a="http://schemas.openxmlformats.org/drawingml/2006/main">
            <a:r>
              <a:t>local: https://github.com/unworthyzeus/THz_ISAC_atmospheric_monitoring/blob/50393b2/docs/59_restart_observability_2026_10_14.md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Speaking script</a:t>
            </a:r>
          </a:p>
          <a:p xmlns:a="http://schemas.openxmlformats.org/drawingml/2006/main">
            <a:r>
              <a:t>Our answer is yes under the stated ideal assumptions: the added CO absorption is observable through the reference ratio. Its smooth spectral shape is caused by finite molecular coherence and thermal motion around discrete transitions. The next step is to quantify reference accuracy and test whether CO remains distinguishable before making a practical detection claim.</a:t>
            </a:r>
          </a:p>
          <a:p xmlns:a="http://schemas.openxmlformats.org/drawingml/2006/main">
            <a:r>
              <a:t/>
            </a:r>
          </a:p>
          <a:p xmlns:a="http://schemas.openxmlformats.org/drawingml/2006/main">
            <a:r>
              <a:t>Scientific notes</a:t>
            </a:r>
          </a:p>
          <a:p xmlns:a="http://schemas.openxmlformats.org/drawingml/2006/main">
            <a:r>
              <a:t>The next controlled test needs a known gas column, matched reference acquisitions and measured instrumental stability. Modeling should then vary specified atmospheric parameters and examine response independence or retrieval errors. Other chemicals can be assessed individually after CO, then in mixtures. Species without an in band distinguishable response cannot be identified by this absorption measurement alone; catalog absence is not proof of zero physical absorption.</a:t>
            </a:r>
          </a:p>
          <a:p xmlns:a="http://schemas.openxmlformats.org/drawingml/2006/main">
            <a:r>
              <a:t/>
            </a:r>
          </a:p>
          <a:p xmlns:a="http://schemas.openxmlformats.org/drawingml/2006/main">
            <a:r>
              <a:t>Sources</a:t>
            </a:r>
          </a:p>
          <a:p xmlns:a="http://schemas.openxmlformats.org/drawingml/2006/main">
            <a:r>
              <a:t>local: https://github.com/unworthyzeus/THz_ISAC_atmospheric_monitoring/blob/50393b2/docs/59_restart_observability_2026_10_14.md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Speaking script</a:t>
            </a:r>
          </a:p>
          <a:p xmlns:a="http://schemas.openxmlformats.org/drawingml/2006/main">
            <a:r>
              <a:t>The continuous profile follows directly from the frequency response of a decaying molecular coherence. An exponential decay produces a Lorentzian, whose width grows as the coherence time becomes shorter. Adding the distribution of Doppler shifts gives the Voigt profile, without introducing receiver noise.</a:t>
            </a:r>
          </a:p>
          <a:p xmlns:a="http://schemas.openxmlformats.org/drawingml/2006/main">
            <a:r>
              <a:t/>
            </a:r>
          </a:p>
          <a:p xmlns:a="http://schemas.openxmlformats.org/drawingml/2006/main">
            <a:r>
              <a:t>Scientific notes</a:t>
            </a:r>
          </a:p>
          <a:p xmlns:a="http://schemas.openxmlformats.org/drawingml/2006/main">
            <a:r>
              <a:t>For t &gt;= 0, the real part of the integral of exp(-t/T2) exp[i2 pi Delta f t] is T2/[1+(2 pi Delta f T2)^2]. Normalization gives the displayed L with HWHM gamma. This is an isolated resonance approximation near the line; a full causal molecular response also includes dispersion and may require line mixing and more accurate far wing treatment. Energy conservation is not abandoned: this is the response of moving, interacting molecules, not infinitely long lived isolated levels.</a:t>
            </a:r>
          </a:p>
          <a:p xmlns:a="http://schemas.openxmlformats.org/drawingml/2006/main">
            <a:r>
              <a:t/>
            </a:r>
          </a:p>
          <a:p xmlns:a="http://schemas.openxmlformats.org/drawingml/2006/main">
            <a:r>
              <a:t>Sources</a:t>
            </a:r>
          </a:p>
          <a:p xmlns:a="http://schemas.openxmlformats.org/drawingml/2006/main">
            <a:r>
              <a:t>coherence: https://ocw.mit.edu/courses/5-35-introduction-to-experimental-chemistry-fall-2012/18a908091e0258ba553794ac1cd0a517_MIT5_35F12_Module_1LS2.pdf</a:t>
            </a:r>
          </a:p>
          <a:p xmlns:a="http://schemas.openxmlformats.org/drawingml/2006/main">
            <a:r>
              <a:t>dephasing: https://ocw.mit.edu/courses/5-74-introductory-quantum-mechanics-ii-spring-2009/c9108a344550e61973b5ecb4379cdf1e_MIT5_74s09_lec09.pdf</a:t>
            </a:r>
          </a:p>
          <a:p xmlns:a="http://schemas.openxmlformats.org/drawingml/2006/main">
            <a:r>
              <a:t>mats: https://pages.nist.gov/MATS/MATS%20Summary.html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Speaking script</a:t>
            </a:r>
          </a:p>
          <a:p xmlns:a="http://schemas.openxmlformats.org/drawingml/2006/main">
            <a:r>
              <a:t>The molecular explanation is supported by NIST and MIT spectroscopy references. The numbers use HITRAN line parameters, JPL line positions and an ITU atmospheric model, with the assumptions recorded in the project. They are model predictions, not field measurements.</a:t>
            </a:r>
          </a:p>
          <a:p xmlns:a="http://schemas.openxmlformats.org/drawingml/2006/main">
            <a:r>
              <a:t/>
            </a:r>
          </a:p>
          <a:p xmlns:a="http://schemas.openxmlformats.org/drawingml/2006/main">
            <a:r>
              <a:t>Scientific notes</a:t>
            </a:r>
          </a:p>
          <a:p xmlns:a="http://schemas.openxmlformats.org/drawingml/2006/main">
            <a:r>
              <a:t>New sources were checked on October 15, 2026. The numerical source files were acquired for the October 14 restart. New calculations, source hashes and limitations are in results/co_detection_physics_2026_10_15 and scripts/prepare_co_detection_physics.py. The first CO example remains the common source of the channel and gas column. This deck and its speaking script do not claim validation in a measurement instrument.</a:t>
            </a:r>
          </a:p>
          <a:p xmlns:a="http://schemas.openxmlformats.org/drawingml/2006/main">
            <a:r>
              <a:t/>
            </a:r>
          </a:p>
          <a:p xmlns:a="http://schemas.openxmlformats.org/drawingml/2006/main">
            <a:r>
              <a:t>Sources</a:t>
            </a:r>
          </a:p>
          <a:p xmlns:a="http://schemas.openxmlformats.org/drawingml/2006/main">
            <a:r>
              <a:t>dipole: https://cccbdb.nist.gov/diplistx.asp</a:t>
            </a:r>
          </a:p>
          <a:p xmlns:a="http://schemas.openxmlformats.org/drawingml/2006/main">
            <a:r>
              <a:t>rotor: https://www.nist.gov/pml/diatomic-spectral-database/diatomic-spectral-database-1s-ground-state-molecules</a:t>
            </a:r>
          </a:p>
          <a:p xmlns:a="http://schemas.openxmlformats.org/drawingml/2006/main">
            <a:r>
              <a:t>coherence: https://ocw.mit.edu/courses/5-35-introduction-to-experimental-chemistry-fall-2012/18a908091e0258ba553794ac1cd0a517_MIT5_35F12_Module_1LS2.pdf</a:t>
            </a:r>
          </a:p>
          <a:p xmlns:a="http://schemas.openxmlformats.org/drawingml/2006/main">
            <a:r>
              <a:t>dephasing: https://ocw.mit.edu/courses/5-74-introductory-quantum-mechanics-ii-spring-2009/c9108a344550e61973b5ecb4379cdf1e_MIT5_74s09_lec09.pdf</a:t>
            </a:r>
          </a:p>
          <a:p xmlns:a="http://schemas.openxmlformats.org/drawingml/2006/main">
            <a:r>
              <a:t>hitran: https://hitran.org/docs/definitions-and-units/</a:t>
            </a:r>
          </a:p>
          <a:p xmlns:a="http://schemas.openxmlformats.org/drawingml/2006/main">
            <a:r>
              <a:t>mats: https://pages.nist.gov/MATS/MATS%20Summary.html</a:t>
            </a:r>
          </a:p>
          <a:p xmlns:a="http://schemas.openxmlformats.org/drawingml/2006/main">
            <a:r>
              <a:t>broadening: https://physics.nist.gov/Pubs/AtSpec/node20.html</a:t>
            </a:r>
          </a:p>
          <a:p xmlns:a="http://schemas.openxmlformats.org/drawingml/2006/main">
            <a:r>
              <a:t>jpl: https://spec.jpl.nasa.gov/ftp/pub/catalog/c028001.cat</a:t>
            </a:r>
          </a:p>
          <a:p xmlns:a="http://schemas.openxmlformats.org/drawingml/2006/main">
            <a:r>
              <a:t>itu: https://www.itu.int/dms_pubrec/itu-r/rec/p/R-REC-P.676-13-202208-I!!PDF-E.pdf</a:t>
            </a:r>
          </a:p>
          <a:p xmlns:a="http://schemas.openxmlformats.org/drawingml/2006/main">
            <a:r>
              <a:t>beer: https://hitran.org/docs/cross-sections-definitions/</a:t>
            </a:r>
          </a:p>
          <a:p xmlns:a="http://schemas.openxmlformats.org/drawingml/2006/main">
            <a:r>
              <a:t>continuum: https://hitran.org/mtckd/</a:t>
            </a:r>
          </a:p>
          <a:p xmlns:a="http://schemas.openxmlformats.org/drawingml/2006/main">
            <a:r>
              <a:t>cia: https://hitran.org/cia/</a:t>
            </a:r>
          </a:p>
          <a:p xmlns:a="http://schemas.openxmlformats.org/drawingml/2006/main">
            <a:r>
              <a:t>local: https://github.com/unworthyzeus/THz_ISAC_atmospheric_monitoring/blob/50393b2/docs/59_restart_observability_2026_10_14.md</a:t>
            </a:r>
          </a:p>
          <a:p xmlns:a="http://schemas.openxmlformats.org/drawingml/2006/main">
            <a:r>
              <a:t>numbers: https://github.com/unworthyzeus/THz_ISAC_atmospheric_monitoring/blob/50393b2/results/restart_2026_10_14/co_line_examples.csv</a:t>
            </a:r>
          </a:p>
          <a:p xmlns:a="http://schemas.openxmlformats.org/drawingml/2006/main">
            <a:r>
              <a:t>oldcurve: https://github.com/unworthyzeus/THz_ISAC_atmospheric_monitoring/blob/50393b2/scripts/prepare_zenith_compact_slides.py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68322a22f324d2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0741a92f9b947a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11fd8b79c8e458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c9b57935fd645b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1bffce394c2413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b0133f19d704e0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0B3BCC6-6F5F-4405-B5AD-D0A20D9A993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EA9DC7B-2080-4E08-9F3D-8C6A6DD480B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DE0DD16-4734-4BCE-9D17-8363DDA67E48}"/>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60D0644-2155-4F55-9571-6AEBAB03D10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20DAEB3-B341-47DF-9D74-71F94212BB8F}"/>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58E6C4A-23D0-48B4-9B55-701CD126D11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3E52C05-EBE9-432B-9667-FD855C3D113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88F64E9F-8CCE-40B4-9390-868B00C8662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95AC84D-8993-4D69-AFD0-0CD0476A70D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438B2EA-DE4A-4E43-9ACC-B5870F43707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a3d05729d8148f5" /><Relationship Type="http://schemas.openxmlformats.org/officeDocument/2006/relationships/slideLayout" Target="/ppt/slideLayouts/slideLayout1.xml" Id="R06c4cf8468cc4241" /><Relationship Type="http://schemas.openxmlformats.org/officeDocument/2006/relationships/slideLayout" Target="/ppt/slideLayouts/slideLayout2.xml" Id="R85706a9477694c9f" /><Relationship Type="http://schemas.openxmlformats.org/officeDocument/2006/relationships/slideLayout" Target="/ppt/slideLayouts/slideLayout3.xml" Id="Rd6ce8e33737c4e66" /><Relationship Type="http://schemas.openxmlformats.org/officeDocument/2006/relationships/slideLayout" Target="/ppt/slideLayouts/slideLayout4.xml" Id="R2d105c7982ea4841" /><Relationship Type="http://schemas.openxmlformats.org/officeDocument/2006/relationships/slideLayout" Target="/ppt/slideLayouts/slideLayout5.xml" Id="R6624625e14d040ea" /><Relationship Type="http://schemas.openxmlformats.org/officeDocument/2006/relationships/slideLayout" Target="/ppt/slideLayouts/slideLayout6.xml" Id="Raf533927b0d1485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6c4cf8468cc4241"/>
    <p:sldLayoutId xmlns:r="http://schemas.openxmlformats.org/officeDocument/2006/relationships" id="2147483650" r:id="R85706a9477694c9f"/>
    <p:sldLayoutId xmlns:r="http://schemas.openxmlformats.org/officeDocument/2006/relationships" id="2147483651" r:id="Rd6ce8e33737c4e66"/>
    <p:sldLayoutId xmlns:r="http://schemas.openxmlformats.org/officeDocument/2006/relationships" id="2147483652" r:id="R2d105c7982ea4841"/>
    <p:sldLayoutId xmlns:r="http://schemas.openxmlformats.org/officeDocument/2006/relationships" id="2147483653" r:id="R6624625e14d040ea"/>
    <p:sldLayoutId xmlns:r="http://schemas.openxmlformats.org/officeDocument/2006/relationships" id="2147483654" r:id="Raf533927b0d1485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8d8201d9fd84f45" /><Relationship Type="http://schemas.openxmlformats.org/officeDocument/2006/relationships/image" Target="/ppt/media/image.png" Id="R2b5ae42153d844d2" /><Relationship Type="http://schemas.openxmlformats.org/officeDocument/2006/relationships/notesSlide" Target="/ppt/notesSlides/notesSlide1.xml" Id="R97bafb9d2e5a46f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25628aaa2ad4e79" /><Relationship Type="http://schemas.openxmlformats.org/officeDocument/2006/relationships/notesSlide" Target="/ppt/notesSlides/notesSlide2.xml" Id="R1d3ff996c44c409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9c3817380f884d47" /><Relationship Type="http://schemas.openxmlformats.org/officeDocument/2006/relationships/notesSlide" Target="/ppt/notesSlides/notesSlide3.xml" Id="Rf7b00787bdf24c9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52ff938d57c14508" /><Relationship Type="http://schemas.openxmlformats.org/officeDocument/2006/relationships/chart" Target="/ppt/slides/charts/chart1.xml" Id="R0e7cc749b55f4e3d" /><Relationship Type="http://schemas.openxmlformats.org/officeDocument/2006/relationships/notesSlide" Target="/ppt/notesSlides/notesSlide4.xml" Id="R94f1736e95264ea7"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4a772fb98c904152" /><Relationship Type="http://schemas.openxmlformats.org/officeDocument/2006/relationships/chart" Target="/ppt/slides/charts/chart2.xml" Id="R6d599f8b33744309" /><Relationship Type="http://schemas.openxmlformats.org/officeDocument/2006/relationships/notesSlide" Target="/ppt/notesSlides/notesSlide5.xml" Id="R3fbbc9bf66c6493b"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40a6e164a7b4df6" /><Relationship Type="http://schemas.openxmlformats.org/officeDocument/2006/relationships/chart" Target="/ppt/slides/charts/chart3.xml" Id="Rdf5b03e768d74260" /><Relationship Type="http://schemas.openxmlformats.org/officeDocument/2006/relationships/notesSlide" Target="/ppt/notesSlides/notesSlide6.xml" Id="Rce7cbb23e22e43b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058843f0128c4081" /><Relationship Type="http://schemas.openxmlformats.org/officeDocument/2006/relationships/chart" Target="/ppt/slides/charts/chart4.xml" Id="Rd74da067ae3f4164" /><Relationship Type="http://schemas.openxmlformats.org/officeDocument/2006/relationships/notesSlide" Target="/ppt/notesSlides/notesSlide7.xml" Id="Rfa60f65055a84699"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cc9b4f1f33534167" /><Relationship Type="http://schemas.openxmlformats.org/officeDocument/2006/relationships/notesSlide" Target="/ppt/notesSlides/notesSlide8.xml" Id="Rb83185306e724920"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4108f829681c4e8b" /><Relationship Type="http://schemas.openxmlformats.org/officeDocument/2006/relationships/chart" Target="/ppt/slides/charts/chart5.xml" Id="Rab6f8b7572504170" /><Relationship Type="http://schemas.openxmlformats.org/officeDocument/2006/relationships/notesSlide" Target="/ppt/notesSlides/notesSlide9.xml" Id="Ra82f85aa81784d7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4701b2dc6e87404c" /><Relationship Type="http://schemas.openxmlformats.org/officeDocument/2006/relationships/notesSlide" Target="/ppt/notesSlides/notesSlide10.xml" Id="Rbf7ab510a5e0400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8a2fc21494604e6a" /><Relationship Type="http://schemas.openxmlformats.org/officeDocument/2006/relationships/chart" Target="/ppt/slides/charts/chart6.xml" Id="R98f6a1b21d744b4b" /><Relationship Type="http://schemas.openxmlformats.org/officeDocument/2006/relationships/notesSlide" Target="/ppt/notesSlides/notesSlide11.xml" Id="R43e638e7e0e14f0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4975db44b58e4081" /><Relationship Type="http://schemas.openxmlformats.org/officeDocument/2006/relationships/notesSlide" Target="/ppt/notesSlides/notesSlide12.xml" Id="Rc490d91dd5e54b8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87ce5982cab0454a" /><Relationship Type="http://schemas.openxmlformats.org/officeDocument/2006/relationships/notesSlide" Target="/ppt/notesSlides/notesSlide13.xml" Id="Rd501167113a4413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7a4d7bc3f8fc4411" /><Relationship Type="http://schemas.openxmlformats.org/officeDocument/2006/relationships/notesSlide" Target="/ppt/notesSlides/notesSlide14.xml" Id="R02f0f420dfac4c7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89df4213512a482c" /><Relationship Type="http://schemas.openxmlformats.org/officeDocument/2006/relationships/notesSlide" Target="/ppt/notesSlides/notesSlide15.xml" Id="R8be7e1ba4461407a"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975893c7473648a7" /><Relationship Type="http://schemas.openxmlformats.org/officeDocument/2006/relationships/notesSlide" Target="/ppt/notesSlides/notesSlide16.xml" Id="R1369d34d037044a7"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6ad9881ea40f411d" /><Relationship Type="http://schemas.openxmlformats.org/officeDocument/2006/relationships/hyperlink" Target="https://www.nist.gov/pml/diatomic-spectral-database/diatomic-spectral-database-1s-ground-state-molecules" TargetMode="External" Id="Rd9328c3a7768499f" /><Relationship Type="http://schemas.openxmlformats.org/officeDocument/2006/relationships/hyperlink" Target="https://ocw.mit.edu/courses/5-35-introduction-to-experimental-chemistry-fall-2012/18a908091e0258ba553794ac1cd0a517_MIT5_35F12_Module_1LS2.pdf" TargetMode="External" Id="Rc61d62dc00fd4203" /><Relationship Type="http://schemas.openxmlformats.org/officeDocument/2006/relationships/hyperlink" Target="https://hitran.org/docs/definitions-and-units/" TargetMode="External" Id="Rd9dee390f6ef4752" /><Relationship Type="http://schemas.openxmlformats.org/officeDocument/2006/relationships/hyperlink" Target="https://spec.jpl.nasa.gov/ftp/pub/catalog/c028001.cat" TargetMode="External" Id="R8bdc1192edab4907" /><Relationship Type="http://schemas.openxmlformats.org/officeDocument/2006/relationships/hyperlink" Target="https://www.itu.int/dms_pubrec/itu-r/rec/p/R-REC-P.676-13-202208-I!!PDF-E.pdf" TargetMode="External" Id="Rdd586655749f496b" /><Relationship Type="http://schemas.openxmlformats.org/officeDocument/2006/relationships/hyperlink" Target="https://github.com/unworthyzeus/THz_ISAC_atmospheric_monitoring/blob/50393b2/docs/59_restart_observability_2026_10_14.md" TargetMode="External" Id="Rc1344be3a13744dd" /><Relationship Type="http://schemas.openxmlformats.org/officeDocument/2006/relationships/notesSlide" Target="/ppt/notesSlides/notesSlide17.xml" Id="R127b55827d1046d5"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chart1.xml><?xml version="1.0" encoding="utf-8"?>
<c:chartSpace xmlns:c="http://schemas.openxmlformats.org/drawingml/2006/chart" xmlns:r="http://schemas.openxmlformats.org/officeDocument/2006/relationships">
  <c:lang val="en-US"/>
  <c:chart>
    <c:plotArea>
      <c:scatterChart>
        <c:scatterStyle val="line"/>
        <c:varyColors val="0"/>
        <c:ser>
          <c:idx val="0"/>
          <c:order val="0"/>
          <c:tx>
            <c:v>1 atm</c:v>
          </c:tx>
          <c:spPr>
            <a:ln xmlns:a="http://schemas.openxmlformats.org/drawingml/2006/main" w="28575">
              <a:solidFill>
                <a:srgbClr val="B4472B"/>
              </a:solidFill>
            </a:ln>
          </c:spPr>
          <c:marker>
            <c:symbol val="none"/>
          </c:marker>
          <c:xVal>
            <c:numRef>
              <c:f>'Chart Data'!$A$2:$A$402</c:f>
              <c:numCache>
                <c:formatCode>General</c:formatCode>
                <c:ptCount val="40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pt idx="72">
                  <c:v>72</c:v>
                </c:pt>
                <c:pt idx="73">
                  <c:v>73</c:v>
                </c:pt>
                <c:pt idx="74">
                  <c:v>74</c:v>
                </c:pt>
                <c:pt idx="75">
                  <c:v>75</c:v>
                </c:pt>
                <c:pt idx="76">
                  <c:v>76</c:v>
                </c:pt>
                <c:pt idx="77">
                  <c:v>77</c:v>
                </c:pt>
                <c:pt idx="78">
                  <c:v>78</c:v>
                </c:pt>
                <c:pt idx="79">
                  <c:v>79</c:v>
                </c:pt>
                <c:pt idx="80">
                  <c:v>80</c:v>
                </c:pt>
                <c:pt idx="81">
                  <c:v>81</c:v>
                </c:pt>
                <c:pt idx="82">
                  <c:v>82</c:v>
                </c:pt>
                <c:pt idx="83">
                  <c:v>83</c:v>
                </c:pt>
                <c:pt idx="84">
                  <c:v>84</c:v>
                </c:pt>
                <c:pt idx="85">
                  <c:v>85</c:v>
                </c:pt>
                <c:pt idx="86">
                  <c:v>86</c:v>
                </c:pt>
                <c:pt idx="87">
                  <c:v>87</c:v>
                </c:pt>
                <c:pt idx="88">
                  <c:v>88</c:v>
                </c:pt>
                <c:pt idx="89">
                  <c:v>89</c:v>
                </c:pt>
                <c:pt idx="90">
                  <c:v>90</c:v>
                </c:pt>
                <c:pt idx="91">
                  <c:v>91</c:v>
                </c:pt>
                <c:pt idx="92">
                  <c:v>92</c:v>
                </c:pt>
                <c:pt idx="93">
                  <c:v>93</c:v>
                </c:pt>
                <c:pt idx="94">
                  <c:v>94</c:v>
                </c:pt>
                <c:pt idx="95">
                  <c:v>95</c:v>
                </c:pt>
                <c:pt idx="96">
                  <c:v>96</c:v>
                </c:pt>
                <c:pt idx="97">
                  <c:v>97</c:v>
                </c:pt>
                <c:pt idx="98">
                  <c:v>98</c:v>
                </c:pt>
                <c:pt idx="99">
                  <c:v>99</c:v>
                </c:pt>
                <c:pt idx="100">
                  <c:v>100</c:v>
                </c:pt>
                <c:pt idx="101">
                  <c:v>101</c:v>
                </c:pt>
                <c:pt idx="102">
                  <c:v>102</c:v>
                </c:pt>
                <c:pt idx="103">
                  <c:v>103</c:v>
                </c:pt>
                <c:pt idx="104">
                  <c:v>104</c:v>
                </c:pt>
                <c:pt idx="105">
                  <c:v>105</c:v>
                </c:pt>
                <c:pt idx="106">
                  <c:v>106</c:v>
                </c:pt>
                <c:pt idx="107">
                  <c:v>107</c:v>
                </c:pt>
                <c:pt idx="108">
                  <c:v>108</c:v>
                </c:pt>
                <c:pt idx="109">
                  <c:v>109</c:v>
                </c:pt>
                <c:pt idx="110">
                  <c:v>110</c:v>
                </c:pt>
                <c:pt idx="111">
                  <c:v>111</c:v>
                </c:pt>
                <c:pt idx="112">
                  <c:v>112</c:v>
                </c:pt>
                <c:pt idx="113">
                  <c:v>113</c:v>
                </c:pt>
                <c:pt idx="114">
                  <c:v>114</c:v>
                </c:pt>
                <c:pt idx="115">
                  <c:v>115</c:v>
                </c:pt>
                <c:pt idx="116">
                  <c:v>116</c:v>
                </c:pt>
                <c:pt idx="117">
                  <c:v>117</c:v>
                </c:pt>
                <c:pt idx="118">
                  <c:v>118</c:v>
                </c:pt>
                <c:pt idx="119">
                  <c:v>119</c:v>
                </c:pt>
                <c:pt idx="120">
                  <c:v>120</c:v>
                </c:pt>
                <c:pt idx="121">
                  <c:v>121</c:v>
                </c:pt>
                <c:pt idx="122">
                  <c:v>122</c:v>
                </c:pt>
                <c:pt idx="123">
                  <c:v>123</c:v>
                </c:pt>
                <c:pt idx="124">
                  <c:v>124</c:v>
                </c:pt>
                <c:pt idx="125">
                  <c:v>125</c:v>
                </c:pt>
                <c:pt idx="126">
                  <c:v>126</c:v>
                </c:pt>
                <c:pt idx="127">
                  <c:v>127</c:v>
                </c:pt>
                <c:pt idx="128">
                  <c:v>128</c:v>
                </c:pt>
                <c:pt idx="129">
                  <c:v>129</c:v>
                </c:pt>
                <c:pt idx="130">
                  <c:v>130</c:v>
                </c:pt>
                <c:pt idx="131">
                  <c:v>131</c:v>
                </c:pt>
                <c:pt idx="132">
                  <c:v>132</c:v>
                </c:pt>
                <c:pt idx="133">
                  <c:v>133</c:v>
                </c:pt>
                <c:pt idx="134">
                  <c:v>134</c:v>
                </c:pt>
                <c:pt idx="135">
                  <c:v>135</c:v>
                </c:pt>
                <c:pt idx="136">
                  <c:v>136</c:v>
                </c:pt>
                <c:pt idx="137">
                  <c:v>137</c:v>
                </c:pt>
                <c:pt idx="138">
                  <c:v>138</c:v>
                </c:pt>
                <c:pt idx="139">
                  <c:v>139</c:v>
                </c:pt>
                <c:pt idx="140">
                  <c:v>140</c:v>
                </c:pt>
                <c:pt idx="141">
                  <c:v>141</c:v>
                </c:pt>
                <c:pt idx="142">
                  <c:v>142</c:v>
                </c:pt>
                <c:pt idx="143">
                  <c:v>143</c:v>
                </c:pt>
                <c:pt idx="144">
                  <c:v>144</c:v>
                </c:pt>
                <c:pt idx="145">
                  <c:v>145</c:v>
                </c:pt>
                <c:pt idx="146">
                  <c:v>146</c:v>
                </c:pt>
                <c:pt idx="147">
                  <c:v>147</c:v>
                </c:pt>
                <c:pt idx="148">
                  <c:v>148</c:v>
                </c:pt>
                <c:pt idx="149">
                  <c:v>149</c:v>
                </c:pt>
                <c:pt idx="150">
                  <c:v>150</c:v>
                </c:pt>
                <c:pt idx="151">
                  <c:v>151</c:v>
                </c:pt>
                <c:pt idx="152">
                  <c:v>152</c:v>
                </c:pt>
                <c:pt idx="153">
                  <c:v>153</c:v>
                </c:pt>
                <c:pt idx="154">
                  <c:v>154</c:v>
                </c:pt>
                <c:pt idx="155">
                  <c:v>155</c:v>
                </c:pt>
                <c:pt idx="156">
                  <c:v>156</c:v>
                </c:pt>
                <c:pt idx="157">
                  <c:v>157</c:v>
                </c:pt>
                <c:pt idx="158">
                  <c:v>158</c:v>
                </c:pt>
                <c:pt idx="159">
                  <c:v>159</c:v>
                </c:pt>
                <c:pt idx="160">
                  <c:v>160</c:v>
                </c:pt>
                <c:pt idx="161">
                  <c:v>161</c:v>
                </c:pt>
                <c:pt idx="162">
                  <c:v>162</c:v>
                </c:pt>
                <c:pt idx="163">
                  <c:v>163</c:v>
                </c:pt>
                <c:pt idx="164">
                  <c:v>164</c:v>
                </c:pt>
                <c:pt idx="165">
                  <c:v>165</c:v>
                </c:pt>
                <c:pt idx="166">
                  <c:v>166</c:v>
                </c:pt>
                <c:pt idx="167">
                  <c:v>167</c:v>
                </c:pt>
                <c:pt idx="168">
                  <c:v>168</c:v>
                </c:pt>
                <c:pt idx="169">
                  <c:v>169</c:v>
                </c:pt>
                <c:pt idx="170">
                  <c:v>170</c:v>
                </c:pt>
                <c:pt idx="171">
                  <c:v>171</c:v>
                </c:pt>
                <c:pt idx="172">
                  <c:v>172</c:v>
                </c:pt>
                <c:pt idx="173">
                  <c:v>173</c:v>
                </c:pt>
                <c:pt idx="174">
                  <c:v>174</c:v>
                </c:pt>
                <c:pt idx="175">
                  <c:v>175</c:v>
                </c:pt>
                <c:pt idx="176">
                  <c:v>176</c:v>
                </c:pt>
                <c:pt idx="177">
                  <c:v>177</c:v>
                </c:pt>
                <c:pt idx="178">
                  <c:v>178</c:v>
                </c:pt>
                <c:pt idx="179">
                  <c:v>179</c:v>
                </c:pt>
                <c:pt idx="180">
                  <c:v>180</c:v>
                </c:pt>
                <c:pt idx="181">
                  <c:v>181</c:v>
                </c:pt>
                <c:pt idx="182">
                  <c:v>182</c:v>
                </c:pt>
                <c:pt idx="183">
                  <c:v>183</c:v>
                </c:pt>
                <c:pt idx="184">
                  <c:v>184</c:v>
                </c:pt>
                <c:pt idx="185">
                  <c:v>185</c:v>
                </c:pt>
                <c:pt idx="186">
                  <c:v>186</c:v>
                </c:pt>
                <c:pt idx="187">
                  <c:v>187</c:v>
                </c:pt>
                <c:pt idx="188">
                  <c:v>188</c:v>
                </c:pt>
                <c:pt idx="189">
                  <c:v>189</c:v>
                </c:pt>
                <c:pt idx="190">
                  <c:v>190</c:v>
                </c:pt>
                <c:pt idx="191">
                  <c:v>191</c:v>
                </c:pt>
                <c:pt idx="192">
                  <c:v>192</c:v>
                </c:pt>
                <c:pt idx="193">
                  <c:v>193</c:v>
                </c:pt>
                <c:pt idx="194">
                  <c:v>194</c:v>
                </c:pt>
                <c:pt idx="195">
                  <c:v>195</c:v>
                </c:pt>
                <c:pt idx="196">
                  <c:v>196</c:v>
                </c:pt>
                <c:pt idx="197">
                  <c:v>197</c:v>
                </c:pt>
                <c:pt idx="198">
                  <c:v>198</c:v>
                </c:pt>
                <c:pt idx="199">
                  <c:v>199</c:v>
                </c:pt>
                <c:pt idx="200">
                  <c:v>200</c:v>
                </c:pt>
                <c:pt idx="201">
                  <c:v>201</c:v>
                </c:pt>
                <c:pt idx="202">
                  <c:v>202</c:v>
                </c:pt>
                <c:pt idx="203">
                  <c:v>203</c:v>
                </c:pt>
                <c:pt idx="204">
                  <c:v>204</c:v>
                </c:pt>
                <c:pt idx="205">
                  <c:v>205</c:v>
                </c:pt>
                <c:pt idx="206">
                  <c:v>206</c:v>
                </c:pt>
                <c:pt idx="207">
                  <c:v>207</c:v>
                </c:pt>
                <c:pt idx="208">
                  <c:v>208</c:v>
                </c:pt>
                <c:pt idx="209">
                  <c:v>209</c:v>
                </c:pt>
                <c:pt idx="210">
                  <c:v>210</c:v>
                </c:pt>
                <c:pt idx="211">
                  <c:v>211</c:v>
                </c:pt>
                <c:pt idx="212">
                  <c:v>212</c:v>
                </c:pt>
                <c:pt idx="213">
                  <c:v>213</c:v>
                </c:pt>
                <c:pt idx="214">
                  <c:v>214</c:v>
                </c:pt>
                <c:pt idx="215">
                  <c:v>215</c:v>
                </c:pt>
                <c:pt idx="216">
                  <c:v>216</c:v>
                </c:pt>
                <c:pt idx="217">
                  <c:v>217</c:v>
                </c:pt>
                <c:pt idx="218">
                  <c:v>218</c:v>
                </c:pt>
                <c:pt idx="219">
                  <c:v>219</c:v>
                </c:pt>
                <c:pt idx="220">
                  <c:v>220</c:v>
                </c:pt>
                <c:pt idx="221">
                  <c:v>221</c:v>
                </c:pt>
                <c:pt idx="222">
                  <c:v>222</c:v>
                </c:pt>
                <c:pt idx="223">
                  <c:v>223</c:v>
                </c:pt>
                <c:pt idx="224">
                  <c:v>224</c:v>
                </c:pt>
                <c:pt idx="225">
                  <c:v>225</c:v>
                </c:pt>
                <c:pt idx="226">
                  <c:v>226</c:v>
                </c:pt>
                <c:pt idx="227">
                  <c:v>227</c:v>
                </c:pt>
                <c:pt idx="228">
                  <c:v>228</c:v>
                </c:pt>
                <c:pt idx="229">
                  <c:v>229</c:v>
                </c:pt>
                <c:pt idx="230">
                  <c:v>230</c:v>
                </c:pt>
                <c:pt idx="231">
                  <c:v>231</c:v>
                </c:pt>
                <c:pt idx="232">
                  <c:v>232</c:v>
                </c:pt>
                <c:pt idx="233">
                  <c:v>233</c:v>
                </c:pt>
                <c:pt idx="234">
                  <c:v>234</c:v>
                </c:pt>
                <c:pt idx="235">
                  <c:v>235</c:v>
                </c:pt>
                <c:pt idx="236">
                  <c:v>236</c:v>
                </c:pt>
                <c:pt idx="237">
                  <c:v>237</c:v>
                </c:pt>
                <c:pt idx="238">
                  <c:v>238</c:v>
                </c:pt>
                <c:pt idx="239">
                  <c:v>239</c:v>
                </c:pt>
                <c:pt idx="240">
                  <c:v>240</c:v>
                </c:pt>
                <c:pt idx="241">
                  <c:v>241</c:v>
                </c:pt>
                <c:pt idx="242">
                  <c:v>242</c:v>
                </c:pt>
                <c:pt idx="243">
                  <c:v>243</c:v>
                </c:pt>
                <c:pt idx="244">
                  <c:v>244</c:v>
                </c:pt>
                <c:pt idx="245">
                  <c:v>245</c:v>
                </c:pt>
                <c:pt idx="246">
                  <c:v>246</c:v>
                </c:pt>
                <c:pt idx="247">
                  <c:v>247</c:v>
                </c:pt>
                <c:pt idx="248">
                  <c:v>248</c:v>
                </c:pt>
                <c:pt idx="249">
                  <c:v>249</c:v>
                </c:pt>
                <c:pt idx="250">
                  <c:v>250</c:v>
                </c:pt>
                <c:pt idx="251">
                  <c:v>251</c:v>
                </c:pt>
                <c:pt idx="252">
                  <c:v>252</c:v>
                </c:pt>
                <c:pt idx="253">
                  <c:v>253</c:v>
                </c:pt>
                <c:pt idx="254">
                  <c:v>254</c:v>
                </c:pt>
                <c:pt idx="255">
                  <c:v>255</c:v>
                </c:pt>
                <c:pt idx="256">
                  <c:v>256</c:v>
                </c:pt>
                <c:pt idx="257">
                  <c:v>257</c:v>
                </c:pt>
                <c:pt idx="258">
                  <c:v>258</c:v>
                </c:pt>
                <c:pt idx="259">
                  <c:v>259</c:v>
                </c:pt>
                <c:pt idx="260">
                  <c:v>260</c:v>
                </c:pt>
                <c:pt idx="261">
                  <c:v>261</c:v>
                </c:pt>
                <c:pt idx="262">
                  <c:v>262</c:v>
                </c:pt>
                <c:pt idx="263">
                  <c:v>263</c:v>
                </c:pt>
                <c:pt idx="264">
                  <c:v>264</c:v>
                </c:pt>
                <c:pt idx="265">
                  <c:v>265</c:v>
                </c:pt>
                <c:pt idx="266">
                  <c:v>266</c:v>
                </c:pt>
                <c:pt idx="267">
                  <c:v>267</c:v>
                </c:pt>
                <c:pt idx="268">
                  <c:v>268</c:v>
                </c:pt>
                <c:pt idx="269">
                  <c:v>269</c:v>
                </c:pt>
                <c:pt idx="270">
                  <c:v>270</c:v>
                </c:pt>
                <c:pt idx="271">
                  <c:v>271</c:v>
                </c:pt>
                <c:pt idx="272">
                  <c:v>272</c:v>
                </c:pt>
                <c:pt idx="273">
                  <c:v>273</c:v>
                </c:pt>
                <c:pt idx="274">
                  <c:v>274</c:v>
                </c:pt>
                <c:pt idx="275">
                  <c:v>275</c:v>
                </c:pt>
                <c:pt idx="276">
                  <c:v>276</c:v>
                </c:pt>
                <c:pt idx="277">
                  <c:v>277</c:v>
                </c:pt>
                <c:pt idx="278">
                  <c:v>278</c:v>
                </c:pt>
                <c:pt idx="279">
                  <c:v>279</c:v>
                </c:pt>
                <c:pt idx="280">
                  <c:v>280</c:v>
                </c:pt>
                <c:pt idx="281">
                  <c:v>281</c:v>
                </c:pt>
                <c:pt idx="282">
                  <c:v>282</c:v>
                </c:pt>
                <c:pt idx="283">
                  <c:v>283</c:v>
                </c:pt>
                <c:pt idx="284">
                  <c:v>284</c:v>
                </c:pt>
                <c:pt idx="285">
                  <c:v>285</c:v>
                </c:pt>
                <c:pt idx="286">
                  <c:v>286</c:v>
                </c:pt>
                <c:pt idx="287">
                  <c:v>287</c:v>
                </c:pt>
                <c:pt idx="288">
                  <c:v>288</c:v>
                </c:pt>
                <c:pt idx="289">
                  <c:v>289</c:v>
                </c:pt>
                <c:pt idx="290">
                  <c:v>290</c:v>
                </c:pt>
                <c:pt idx="291">
                  <c:v>291</c:v>
                </c:pt>
                <c:pt idx="292">
                  <c:v>292</c:v>
                </c:pt>
                <c:pt idx="293">
                  <c:v>293</c:v>
                </c:pt>
                <c:pt idx="294">
                  <c:v>294</c:v>
                </c:pt>
                <c:pt idx="295">
                  <c:v>295</c:v>
                </c:pt>
                <c:pt idx="296">
                  <c:v>296</c:v>
                </c:pt>
                <c:pt idx="297">
                  <c:v>297</c:v>
                </c:pt>
                <c:pt idx="298">
                  <c:v>298</c:v>
                </c:pt>
                <c:pt idx="299">
                  <c:v>299</c:v>
                </c:pt>
                <c:pt idx="300">
                  <c:v>300</c:v>
                </c:pt>
                <c:pt idx="301">
                  <c:v>301</c:v>
                </c:pt>
                <c:pt idx="302">
                  <c:v>302</c:v>
                </c:pt>
                <c:pt idx="303">
                  <c:v>303</c:v>
                </c:pt>
                <c:pt idx="304">
                  <c:v>304</c:v>
                </c:pt>
                <c:pt idx="305">
                  <c:v>305</c:v>
                </c:pt>
                <c:pt idx="306">
                  <c:v>306</c:v>
                </c:pt>
                <c:pt idx="307">
                  <c:v>307</c:v>
                </c:pt>
                <c:pt idx="308">
                  <c:v>308</c:v>
                </c:pt>
                <c:pt idx="309">
                  <c:v>309</c:v>
                </c:pt>
                <c:pt idx="310">
                  <c:v>310</c:v>
                </c:pt>
                <c:pt idx="311">
                  <c:v>311</c:v>
                </c:pt>
                <c:pt idx="312">
                  <c:v>312</c:v>
                </c:pt>
                <c:pt idx="313">
                  <c:v>313</c:v>
                </c:pt>
                <c:pt idx="314">
                  <c:v>314</c:v>
                </c:pt>
                <c:pt idx="315">
                  <c:v>315</c:v>
                </c:pt>
                <c:pt idx="316">
                  <c:v>316</c:v>
                </c:pt>
                <c:pt idx="317">
                  <c:v>317</c:v>
                </c:pt>
                <c:pt idx="318">
                  <c:v>318</c:v>
                </c:pt>
                <c:pt idx="319">
                  <c:v>319</c:v>
                </c:pt>
                <c:pt idx="320">
                  <c:v>320</c:v>
                </c:pt>
                <c:pt idx="321">
                  <c:v>321</c:v>
                </c:pt>
                <c:pt idx="322">
                  <c:v>322</c:v>
                </c:pt>
                <c:pt idx="323">
                  <c:v>323</c:v>
                </c:pt>
                <c:pt idx="324">
                  <c:v>324</c:v>
                </c:pt>
                <c:pt idx="325">
                  <c:v>325</c:v>
                </c:pt>
                <c:pt idx="326">
                  <c:v>326</c:v>
                </c:pt>
                <c:pt idx="327">
                  <c:v>327</c:v>
                </c:pt>
                <c:pt idx="328">
                  <c:v>328</c:v>
                </c:pt>
                <c:pt idx="329">
                  <c:v>329</c:v>
                </c:pt>
                <c:pt idx="330">
                  <c:v>330</c:v>
                </c:pt>
                <c:pt idx="331">
                  <c:v>331</c:v>
                </c:pt>
                <c:pt idx="332">
                  <c:v>332</c:v>
                </c:pt>
                <c:pt idx="333">
                  <c:v>333</c:v>
                </c:pt>
                <c:pt idx="334">
                  <c:v>334</c:v>
                </c:pt>
                <c:pt idx="335">
                  <c:v>335</c:v>
                </c:pt>
                <c:pt idx="336">
                  <c:v>336</c:v>
                </c:pt>
                <c:pt idx="337">
                  <c:v>337</c:v>
                </c:pt>
                <c:pt idx="338">
                  <c:v>338</c:v>
                </c:pt>
                <c:pt idx="339">
                  <c:v>339</c:v>
                </c:pt>
                <c:pt idx="340">
                  <c:v>340</c:v>
                </c:pt>
                <c:pt idx="341">
                  <c:v>341</c:v>
                </c:pt>
                <c:pt idx="342">
                  <c:v>342</c:v>
                </c:pt>
                <c:pt idx="343">
                  <c:v>343</c:v>
                </c:pt>
                <c:pt idx="344">
                  <c:v>344</c:v>
                </c:pt>
                <c:pt idx="345">
                  <c:v>345</c:v>
                </c:pt>
                <c:pt idx="346">
                  <c:v>346</c:v>
                </c:pt>
                <c:pt idx="347">
                  <c:v>347</c:v>
                </c:pt>
                <c:pt idx="348">
                  <c:v>348</c:v>
                </c:pt>
                <c:pt idx="349">
                  <c:v>349</c:v>
                </c:pt>
                <c:pt idx="350">
                  <c:v>350</c:v>
                </c:pt>
                <c:pt idx="351">
                  <c:v>351</c:v>
                </c:pt>
                <c:pt idx="352">
                  <c:v>352</c:v>
                </c:pt>
                <c:pt idx="353">
                  <c:v>353</c:v>
                </c:pt>
                <c:pt idx="354">
                  <c:v>354</c:v>
                </c:pt>
                <c:pt idx="355">
                  <c:v>355</c:v>
                </c:pt>
                <c:pt idx="356">
                  <c:v>356</c:v>
                </c:pt>
                <c:pt idx="357">
                  <c:v>357</c:v>
                </c:pt>
                <c:pt idx="358">
                  <c:v>358</c:v>
                </c:pt>
                <c:pt idx="359">
                  <c:v>359</c:v>
                </c:pt>
                <c:pt idx="360">
                  <c:v>360</c:v>
                </c:pt>
                <c:pt idx="361">
                  <c:v>361</c:v>
                </c:pt>
                <c:pt idx="362">
                  <c:v>362</c:v>
                </c:pt>
                <c:pt idx="363">
                  <c:v>363</c:v>
                </c:pt>
                <c:pt idx="364">
                  <c:v>364</c:v>
                </c:pt>
                <c:pt idx="365">
                  <c:v>365</c:v>
                </c:pt>
                <c:pt idx="366">
                  <c:v>366</c:v>
                </c:pt>
                <c:pt idx="367">
                  <c:v>367</c:v>
                </c:pt>
                <c:pt idx="368">
                  <c:v>368</c:v>
                </c:pt>
                <c:pt idx="369">
                  <c:v>369</c:v>
                </c:pt>
                <c:pt idx="370">
                  <c:v>370</c:v>
                </c:pt>
                <c:pt idx="371">
                  <c:v>371</c:v>
                </c:pt>
                <c:pt idx="372">
                  <c:v>372</c:v>
                </c:pt>
                <c:pt idx="373">
                  <c:v>373</c:v>
                </c:pt>
                <c:pt idx="374">
                  <c:v>374</c:v>
                </c:pt>
                <c:pt idx="375">
                  <c:v>375</c:v>
                </c:pt>
                <c:pt idx="376">
                  <c:v>376</c:v>
                </c:pt>
                <c:pt idx="377">
                  <c:v>377</c:v>
                </c:pt>
                <c:pt idx="378">
                  <c:v>378</c:v>
                </c:pt>
                <c:pt idx="379">
                  <c:v>379</c:v>
                </c:pt>
                <c:pt idx="380">
                  <c:v>380</c:v>
                </c:pt>
                <c:pt idx="381">
                  <c:v>381</c:v>
                </c:pt>
                <c:pt idx="382">
                  <c:v>382</c:v>
                </c:pt>
                <c:pt idx="383">
                  <c:v>383</c:v>
                </c:pt>
                <c:pt idx="384">
                  <c:v>384</c:v>
                </c:pt>
                <c:pt idx="385">
                  <c:v>385</c:v>
                </c:pt>
                <c:pt idx="386">
                  <c:v>386</c:v>
                </c:pt>
                <c:pt idx="387">
                  <c:v>387</c:v>
                </c:pt>
                <c:pt idx="388">
                  <c:v>388</c:v>
                </c:pt>
                <c:pt idx="389">
                  <c:v>389</c:v>
                </c:pt>
                <c:pt idx="390">
                  <c:v>390</c:v>
                </c:pt>
                <c:pt idx="391">
                  <c:v>391</c:v>
                </c:pt>
                <c:pt idx="392">
                  <c:v>392</c:v>
                </c:pt>
                <c:pt idx="393">
                  <c:v>393</c:v>
                </c:pt>
                <c:pt idx="394">
                  <c:v>394</c:v>
                </c:pt>
                <c:pt idx="395">
                  <c:v>395</c:v>
                </c:pt>
                <c:pt idx="396">
                  <c:v>396</c:v>
                </c:pt>
                <c:pt idx="397">
                  <c:v>397</c:v>
                </c:pt>
                <c:pt idx="398">
                  <c:v>398</c:v>
                </c:pt>
                <c:pt idx="399">
                  <c:v>399</c:v>
                </c:pt>
                <c:pt idx="400">
                  <c:v>400</c:v>
                </c:pt>
              </c:numCache>
            </c:numRef>
          </c:xVal>
          <c:yVal>
            <c:numRef>
              <c:f>'Chart Data'!$B$2:$B$402</c:f>
              <c:numCache>
                <c:formatCode>0.00</c:formatCode>
                <c:ptCount val="401"/>
                <c:pt idx="0">
                  <c:v>1</c:v>
                </c:pt>
                <c:pt idx="1">
                  <c:v>0.98498809706061</c:v>
                </c:pt>
                <c:pt idx="2">
                  <c:v>0.97020155135108</c:v>
                </c:pt>
                <c:pt idx="3">
                  <c:v>0.95563697983055</c:v>
                </c:pt>
                <c:pt idx="4">
                  <c:v>0.94129105024404</c:v>
                </c:pt>
                <c:pt idx="5">
                  <c:v>0.92716048036006</c:v>
                </c:pt>
                <c:pt idx="6">
                  <c:v>0.91324203721966</c:v>
                </c:pt>
                <c:pt idx="7">
                  <c:v>0.89953253639674</c:v>
                </c:pt>
                <c:pt idx="8">
                  <c:v>0.88602884126953</c:v>
                </c:pt>
                <c:pt idx="9">
                  <c:v>0.87272786230289</c:v>
                </c:pt>
                <c:pt idx="10">
                  <c:v>0.8596265563415</c:v>
                </c:pt>
                <c:pt idx="11">
                  <c:v>0.84672192591358</c:v>
                </c:pt>
                <c:pt idx="12">
                  <c:v>0.83401101854511</c:v>
                </c:pt>
                <c:pt idx="13">
                  <c:v>0.82149092608433</c:v>
                </c:pt>
                <c:pt idx="14">
                  <c:v>0.80915878403636</c:v>
                </c:pt>
                <c:pt idx="15">
                  <c:v>0.79701177090785</c:v>
                </c:pt>
                <c:pt idx="16">
                  <c:v>0.78504710756143</c:v>
                </c:pt>
                <c:pt idx="17">
                  <c:v>0.77326205657987</c:v>
                </c:pt>
                <c:pt idx="18">
                  <c:v>0.76165392163978</c:v>
                </c:pt>
                <c:pt idx="19">
                  <c:v>0.75022004689471</c:v>
                </c:pt>
                <c:pt idx="20">
                  <c:v>0.73895781636754</c:v>
                </c:pt>
                <c:pt idx="21">
                  <c:v>0.72786465335193</c:v>
                </c:pt>
                <c:pt idx="22">
                  <c:v>0.7169380198228</c:v>
                </c:pt>
                <c:pt idx="23">
                  <c:v>0.70617541585566</c:v>
                </c:pt>
                <c:pt idx="24">
                  <c:v>0.69557437905465</c:v>
                </c:pt>
                <c:pt idx="25">
                  <c:v>0.68513248398915</c:v>
                </c:pt>
                <c:pt idx="26">
                  <c:v>0.67484734163889</c:v>
                </c:pt>
                <c:pt idx="27">
                  <c:v>0.6647165988473</c:v>
                </c:pt>
                <c:pt idx="28">
                  <c:v>0.6547379377832</c:v>
                </c:pt>
                <c:pt idx="29">
                  <c:v>0.64490907541046</c:v>
                </c:pt>
                <c:pt idx="30">
                  <c:v>0.63522776296567</c:v>
                </c:pt>
                <c:pt idx="31">
                  <c:v>0.62569178544362</c:v>
                </c:pt>
                <c:pt idx="32">
                  <c:v>0.61629896109057</c:v>
                </c:pt>
                <c:pt idx="33">
                  <c:v>0.60704714090503</c:v>
                </c:pt>
                <c:pt idx="34">
                  <c:v>0.59793420814613</c:v>
                </c:pt>
                <c:pt idx="35">
                  <c:v>0.58895807784929</c:v>
                </c:pt>
                <c:pt idx="36">
                  <c:v>0.58011669634925</c:v>
                </c:pt>
                <c:pt idx="37">
                  <c:v>0.57140804081013</c:v>
                </c:pt>
                <c:pt idx="38">
                  <c:v>0.56283011876271</c:v>
                </c:pt>
                <c:pt idx="39">
                  <c:v>0.55438096764847</c:v>
                </c:pt>
                <c:pt idx="40">
                  <c:v>0.54605865437069</c:v>
                </c:pt>
                <c:pt idx="41">
                  <c:v>0.53786127485206</c:v>
                </c:pt>
                <c:pt idx="42">
                  <c:v>0.52978695359913</c:v>
                </c:pt>
                <c:pt idx="43">
                  <c:v>0.52183384327314</c:v>
                </c:pt>
                <c:pt idx="44">
                  <c:v>0.51400012426743</c:v>
                </c:pt>
                <c:pt idx="45">
                  <c:v>0.5062840042911</c:v>
                </c:pt>
                <c:pt idx="46">
                  <c:v>0.49868371795891</c:v>
                </c:pt>
                <c:pt idx="47">
                  <c:v>0.49119752638746</c:v>
                </c:pt>
                <c:pt idx="48">
                  <c:v>0.48382371679726</c:v>
                </c:pt>
                <c:pt idx="49">
                  <c:v>0.47656060212093</c:v>
                </c:pt>
                <c:pt idx="50">
                  <c:v>0.46940652061715</c:v>
                </c:pt>
                <c:pt idx="51">
                  <c:v>0.46235983549053</c:v>
                </c:pt>
                <c:pt idx="52">
                  <c:v>0.45541893451707</c:v>
                </c:pt>
                <c:pt idx="53">
                  <c:v>0.44858222967534</c:v>
                </c:pt>
                <c:pt idx="54">
                  <c:v>0.44184815678312</c:v>
                </c:pt>
                <c:pt idx="55">
                  <c:v>0.43521517513954</c:v>
                </c:pt>
                <c:pt idx="56">
                  <c:v>0.4286817671726</c:v>
                </c:pt>
                <c:pt idx="57">
                  <c:v>0.42224643809191</c:v>
                </c:pt>
                <c:pt idx="58">
                  <c:v>0.41590771554677</c:v>
                </c:pt>
                <c:pt idx="59">
                  <c:v>0.40966414928924</c:v>
                </c:pt>
                <c:pt idx="60">
                  <c:v>0.40351431084236</c:v>
                </c:pt>
                <c:pt idx="61">
                  <c:v>0.39745679317334</c:v>
                </c:pt>
                <c:pt idx="62">
                  <c:v>0.39149021037162</c:v>
                </c:pt>
                <c:pt idx="63">
                  <c:v>0.3856131973318</c:v>
                </c:pt>
                <c:pt idx="64">
                  <c:v>0.37982440944131</c:v>
                </c:pt>
                <c:pt idx="65">
                  <c:v>0.37412252227277</c:v>
                </c:pt>
                <c:pt idx="66">
                  <c:v>0.36850623128097</c:v>
                </c:pt>
                <c:pt idx="67">
                  <c:v>0.36297425150442</c:v>
                </c:pt>
                <c:pt idx="68">
                  <c:v>0.35752531727133</c:v>
                </c:pt>
                <c:pt idx="69">
                  <c:v>0.35215818191008</c:v>
                </c:pt>
                <c:pt idx="70">
                  <c:v>0.34687161746393</c:v>
                </c:pt>
                <c:pt idx="71">
                  <c:v>0.34166441441014</c:v>
                </c:pt>
                <c:pt idx="72">
                  <c:v>0.33653538138317</c:v>
                </c:pt>
                <c:pt idx="73">
                  <c:v>0.33148334490217</c:v>
                </c:pt>
                <c:pt idx="74">
                  <c:v>0.32650714910248</c:v>
                </c:pt>
                <c:pt idx="75">
                  <c:v>0.32160565547113</c:v>
                </c:pt>
                <c:pt idx="76">
                  <c:v>0.31677774258644</c:v>
                </c:pt>
                <c:pt idx="77">
                  <c:v>0.31202230586137</c:v>
                </c:pt>
                <c:pt idx="78">
                  <c:v>0.30733825729086</c:v>
                </c:pt>
                <c:pt idx="79">
                  <c:v>0.30272452520285</c:v>
                </c:pt>
                <c:pt idx="80">
                  <c:v>0.29818005401313</c:v>
                </c:pt>
                <c:pt idx="81">
                  <c:v>0.29370380398382</c:v>
                </c:pt>
                <c:pt idx="82">
                  <c:v>0.28929475098549</c:v>
                </c:pt>
                <c:pt idx="83">
                  <c:v>0.28495188626282</c:v>
                </c:pt>
                <c:pt idx="84">
                  <c:v>0.28067421620384</c:v>
                </c:pt>
                <c:pt idx="85">
                  <c:v>0.2764607621126</c:v>
                </c:pt>
                <c:pt idx="86">
                  <c:v>0.27231055998522</c:v>
                </c:pt>
                <c:pt idx="87">
                  <c:v>0.26822266028935</c:v>
                </c:pt>
                <c:pt idx="88">
                  <c:v>0.26419612774694</c:v>
                </c:pt>
                <c:pt idx="89">
                  <c:v>0.26023004112024</c:v>
                </c:pt>
                <c:pt idx="90">
                  <c:v>0.25632349300103</c:v>
                </c:pt>
                <c:pt idx="91">
                  <c:v>0.25247558960301</c:v>
                </c:pt>
                <c:pt idx="92">
                  <c:v>0.24868545055732</c:v>
                </c:pt>
                <c:pt idx="93">
                  <c:v>0.24495220871112</c:v>
                </c:pt>
                <c:pt idx="94">
                  <c:v>0.24127500992916</c:v>
                </c:pt>
                <c:pt idx="95">
                  <c:v>0.2376530128984</c:v>
                </c:pt>
                <c:pt idx="96">
                  <c:v>0.23408538893552</c:v>
                </c:pt>
                <c:pt idx="97">
                  <c:v>0.23057132179729</c:v>
                </c:pt>
                <c:pt idx="98">
                  <c:v>0.22711000749386</c:v>
                </c:pt>
                <c:pt idx="99">
                  <c:v>0.2237006541048</c:v>
                </c:pt>
                <c:pt idx="100">
                  <c:v>0.2203424815979</c:v>
                </c:pt>
                <c:pt idx="101">
                  <c:v>0.21703472165073</c:v>
                </c:pt>
                <c:pt idx="102">
                  <c:v>0.21377661747483</c:v>
                </c:pt>
                <c:pt idx="103">
                  <c:v>0.21056742364258</c:v>
                </c:pt>
                <c:pt idx="104">
                  <c:v>0.20740640591666</c:v>
                </c:pt>
                <c:pt idx="105">
                  <c:v>0.20429284108203</c:v>
                </c:pt>
                <c:pt idx="106">
                  <c:v>0.2012260167805</c:v>
                </c:pt>
                <c:pt idx="107">
                  <c:v>0.19820523134771</c:v>
                </c:pt>
                <c:pt idx="108">
                  <c:v>0.19522979365264</c:v>
                </c:pt>
                <c:pt idx="109">
                  <c:v>0.19229902293945</c:v>
                </c:pt>
                <c:pt idx="110">
                  <c:v>0.18941224867174</c:v>
                </c:pt>
                <c:pt idx="111">
                  <c:v>0.18656881037915</c:v>
                </c:pt>
                <c:pt idx="112">
                  <c:v>0.18376805750622</c:v>
                </c:pt>
                <c:pt idx="113">
                  <c:v>0.18100934926358</c:v>
                </c:pt>
                <c:pt idx="114">
                  <c:v>0.17829205448131</c:v>
                </c:pt>
                <c:pt idx="115">
                  <c:v>0.17561555146457</c:v>
                </c:pt>
                <c:pt idx="116">
                  <c:v>0.17297922785134</c:v>
                </c:pt>
                <c:pt idx="117">
                  <c:v>0.1703824804723</c:v>
                </c:pt>
                <c:pt idx="118">
                  <c:v>0.16782471521288</c:v>
                </c:pt>
                <c:pt idx="119">
                  <c:v>0.16530534687727</c:v>
                </c:pt>
                <c:pt idx="120">
                  <c:v>0.16282379905459</c:v>
                </c:pt>
                <c:pt idx="121">
                  <c:v>0.16037950398696</c:v>
                </c:pt>
                <c:pt idx="122">
                  <c:v>0.15797190243964</c:v>
                </c:pt>
                <c:pt idx="123">
                  <c:v>0.15560044357306</c:v>
                </c:pt>
                <c:pt idx="124">
                  <c:v>0.15326458481682</c:v>
                </c:pt>
                <c:pt idx="125">
                  <c:v>0.1509637917455</c:v>
                </c:pt>
                <c:pt idx="126">
                  <c:v>0.14869753795646</c:v>
                </c:pt>
                <c:pt idx="127">
                  <c:v>0.14646530494933</c:v>
                </c:pt>
                <c:pt idx="128">
                  <c:v>0.14426658200744</c:v>
                </c:pt>
                <c:pt idx="129">
                  <c:v>0.14210086608095</c:v>
                </c:pt>
                <c:pt idx="130">
                  <c:v>0.13996766167174</c:v>
                </c:pt>
                <c:pt idx="131">
                  <c:v>0.13786648072007</c:v>
                </c:pt>
                <c:pt idx="132">
                  <c:v>0.1357968424929</c:v>
                </c:pt>
                <c:pt idx="133">
                  <c:v>0.13375827347392</c:v>
                </c:pt>
                <c:pt idx="134">
                  <c:v>0.13175030725519</c:v>
                </c:pt>
                <c:pt idx="135">
                  <c:v>0.12977248443044</c:v>
                </c:pt>
                <c:pt idx="136">
                  <c:v>0.12782435248997</c:v>
                </c:pt>
                <c:pt idx="137">
                  <c:v>0.1259054657171</c:v>
                </c:pt>
                <c:pt idx="138">
                  <c:v>0.12401538508621</c:v>
                </c:pt>
                <c:pt idx="139">
                  <c:v>0.12215367816231</c:v>
                </c:pt>
                <c:pt idx="140">
                  <c:v>0.12031991900205</c:v>
                </c:pt>
                <c:pt idx="141">
                  <c:v>0.11851368805631</c:v>
                </c:pt>
                <c:pt idx="142">
                  <c:v>0.11673457207422</c:v>
                </c:pt>
                <c:pt idx="143">
                  <c:v>0.11498216400857</c:v>
                </c:pt>
                <c:pt idx="144">
                  <c:v>0.11325606292271</c:v>
                </c:pt>
                <c:pt idx="145">
                  <c:v>0.11155587389882</c:v>
                </c:pt>
                <c:pt idx="146">
                  <c:v>0.10988120794753</c:v>
                </c:pt>
                <c:pt idx="147">
                  <c:v>0.10823168191896</c:v>
                </c:pt>
                <c:pt idx="148">
                  <c:v>0.10660691841503</c:v>
                </c:pt>
                <c:pt idx="149">
                  <c:v>0.10500654570311</c:v>
                </c:pt>
                <c:pt idx="150">
                  <c:v>0.10343019763102</c:v>
                </c:pt>
                <c:pt idx="151">
                  <c:v>0.10187751354318</c:v>
                </c:pt>
                <c:pt idx="152">
                  <c:v>0.10034813819816</c:v>
                </c:pt>
                <c:pt idx="153">
                  <c:v>0.098841721687382</c:v>
                </c:pt>
                <c:pt idx="154">
                  <c:v>0.097357919355049</c:v>
                </c:pt>
                <c:pt idx="155">
                  <c:v>0.09589639171931</c:v>
                </c:pt>
                <c:pt idx="156">
                  <c:v>0.094456804394582</c:v>
                </c:pt>
                <c:pt idx="157">
                  <c:v>0.093038828015045</c:v>
                </c:pt>
                <c:pt idx="158">
                  <c:v>0.091642138159289</c:v>
                </c:pt>
                <c:pt idx="159">
                  <c:v>0.090266415276083</c:v>
                </c:pt>
                <c:pt idx="160">
                  <c:v>0.088911344611272</c:v>
                </c:pt>
                <c:pt idx="161">
                  <c:v>0.087576616135757</c:v>
                </c:pt>
                <c:pt idx="162">
                  <c:v>0.086261924474567</c:v>
                </c:pt>
                <c:pt idx="163">
                  <c:v>0.084966968836989</c:v>
                </c:pt>
                <c:pt idx="164">
                  <c:v>0.083691452947754</c:v>
                </c:pt>
                <c:pt idx="165">
                  <c:v>0.082435084979246</c:v>
                </c:pt>
                <c:pt idx="166">
                  <c:v>0.081197577484737</c:v>
                </c:pt>
                <c:pt idx="167">
                  <c:v>0.079978647332622</c:v>
                </c:pt>
                <c:pt idx="168">
                  <c:v>0.078778015641641</c:v>
                </c:pt>
                <c:pt idx="169">
                  <c:v>0.077595407717071</c:v>
                </c:pt>
                <c:pt idx="170">
                  <c:v>0.07643055298788</c:v>
                </c:pt>
                <c:pt idx="171">
                  <c:v>0.075283184944822</c:v>
                </c:pt>
                <c:pt idx="172">
                  <c:v>0.074153041079462</c:v>
                </c:pt>
                <c:pt idx="173">
                  <c:v>0.073039862824117</c:v>
                </c:pt>
                <c:pt idx="174">
                  <c:v>0.071943395492695</c:v>
                </c:pt>
                <c:pt idx="175">
                  <c:v>0.070863388222428</c:v>
                </c:pt>
                <c:pt idx="176">
                  <c:v>0.069799593916477</c:v>
                </c:pt>
                <c:pt idx="177">
                  <c:v>0.068751769187393</c:v>
                </c:pt>
                <c:pt idx="178">
                  <c:v>0.067719674301441</c:v>
                </c:pt>
                <c:pt idx="179">
                  <c:v>0.066703073123741</c:v>
                </c:pt>
                <c:pt idx="180">
                  <c:v>0.065701733064248</c:v>
                </c:pt>
                <c:pt idx="181">
                  <c:v>0.064715425024538</c:v>
                </c:pt>
                <c:pt idx="182">
                  <c:v>0.063743923345388</c:v>
                </c:pt>
                <c:pt idx="183">
                  <c:v>0.062787005755151</c:v>
                </c:pt>
                <c:pt idx="184">
                  <c:v>0.0618444533189</c:v>
                </c:pt>
                <c:pt idx="185">
                  <c:v>0.060916050388337</c:v>
                </c:pt>
                <c:pt idx="186">
                  <c:v>0.060001584552456</c:v>
                </c:pt>
                <c:pt idx="187">
                  <c:v>0.059100846588945</c:v>
                </c:pt>
                <c:pt idx="188">
                  <c:v>0.058213630416316</c:v>
                </c:pt>
                <c:pt idx="189">
                  <c:v>0.057339733046756</c:v>
                </c:pt>
                <c:pt idx="190">
                  <c:v>0.056478954539688</c:v>
                </c:pt>
                <c:pt idx="191">
                  <c:v>0.05563109795602</c:v>
                </c:pt>
                <c:pt idx="192">
                  <c:v>0.054795969313092</c:v>
                </c:pt>
                <c:pt idx="193">
                  <c:v>0.053973377540294</c:v>
                </c:pt>
                <c:pt idx="194">
                  <c:v>0.053163134435348</c:v>
                </c:pt>
                <c:pt idx="195">
                  <c:v>0.052365054621251</c:v>
                </c:pt>
                <c:pt idx="196">
                  <c:v>0.051578955503861</c:v>
                </c:pt>
                <c:pt idx="197">
                  <c:v>0.050804657230122</c:v>
                </c:pt>
                <c:pt idx="198">
                  <c:v>0.050041982646914</c:v>
                </c:pt>
                <c:pt idx="199">
                  <c:v>0.049290757260524</c:v>
                </c:pt>
                <c:pt idx="200">
                  <c:v>0.04855080919672</c:v>
                </c:pt>
                <c:pt idx="201">
                  <c:v>0.04782196916143</c:v>
                </c:pt>
                <c:pt idx="202">
                  <c:v>0.047104070402008</c:v>
                </c:pt>
                <c:pt idx="203">
                  <c:v>0.046396948669083</c:v>
                </c:pt>
                <c:pt idx="204">
                  <c:v>0.045700442178979</c:v>
                </c:pt>
                <c:pt idx="205">
                  <c:v>0.0450143915767</c:v>
                </c:pt>
                <c:pt idx="206">
                  <c:v>0.044338639899475</c:v>
                </c:pt>
                <c:pt idx="207">
                  <c:v>0.04367303254084</c:v>
                </c:pt>
                <c:pt idx="208">
                  <c:v>0.043017417215268</c:v>
                </c:pt>
                <c:pt idx="209">
                  <c:v>0.042371643923329</c:v>
                </c:pt>
                <c:pt idx="210">
                  <c:v>0.041735564917369</c:v>
                </c:pt>
                <c:pt idx="211">
                  <c:v>0.041109034667709</c:v>
                </c:pt>
                <c:pt idx="212">
                  <c:v>0.040491909829346</c:v>
                </c:pt>
                <c:pt idx="213">
                  <c:v>0.039884049209157</c:v>
                </c:pt>
                <c:pt idx="214">
                  <c:v>0.039285313733599</c:v>
                </c:pt>
                <c:pt idx="215">
                  <c:v>0.038695566416887</c:v>
                </c:pt>
                <c:pt idx="216">
                  <c:v>0.038114672329652</c:v>
                </c:pt>
                <c:pt idx="217">
                  <c:v>0.037542498568072</c:v>
                </c:pt>
                <c:pt idx="218">
                  <c:v>0.036978914223466</c:v>
                </c:pt>
                <c:pt idx="219">
                  <c:v>0.036423790352339</c:v>
                </c:pt>
                <c:pt idx="220">
                  <c:v>0.035876999946885</c:v>
                </c:pt>
                <c:pt idx="221">
                  <c:v>0.035338417905926</c:v>
                </c:pt>
                <c:pt idx="222">
                  <c:v>0.034807921006291</c:v>
                </c:pt>
                <c:pt idx="223">
                  <c:v>0.034285387874622</c:v>
                </c:pt>
                <c:pt idx="224">
                  <c:v>0.033770698959609</c:v>
                </c:pt>
                <c:pt idx="225">
                  <c:v>0.033263736504632</c:v>
                </c:pt>
                <c:pt idx="226">
                  <c:v>0.032764384520823</c:v>
                </c:pt>
                <c:pt idx="227">
                  <c:v>0.032272528760528</c:v>
                </c:pt>
                <c:pt idx="228">
                  <c:v>0.031788056691166</c:v>
                </c:pt>
                <c:pt idx="229">
                  <c:v>0.031310857469486</c:v>
                </c:pt>
                <c:pt idx="230">
                  <c:v>0.030840821916205</c:v>
                </c:pt>
                <c:pt idx="231">
                  <c:v>0.030377842491028</c:v>
                </c:pt>
                <c:pt idx="232">
                  <c:v>0.029921813268045</c:v>
                </c:pt>
                <c:pt idx="233">
                  <c:v>0.029472629911494</c:v>
                </c:pt>
                <c:pt idx="234">
                  <c:v>0.029030189651894</c:v>
                </c:pt>
                <c:pt idx="235">
                  <c:v>0.028594391262528</c:v>
                </c:pt>
                <c:pt idx="236">
                  <c:v>0.028165135036284</c:v>
                </c:pt>
                <c:pt idx="237">
                  <c:v>0.027742322762844</c:v>
                </c:pt>
                <c:pt idx="238">
                  <c:v>0.027325857706215</c:v>
                </c:pt>
                <c:pt idx="239">
                  <c:v>0.026915644582594</c:v>
                </c:pt>
                <c:pt idx="240">
                  <c:v>0.026511589538569</c:v>
                </c:pt>
                <c:pt idx="241">
                  <c:v>0.026113600129647</c:v>
                </c:pt>
                <c:pt idx="242">
                  <c:v>0.025721585299103</c:v>
                </c:pt>
                <c:pt idx="243">
                  <c:v>0.025335455357145</c:v>
                </c:pt>
                <c:pt idx="244">
                  <c:v>0.024955121960399</c:v>
                </c:pt>
                <c:pt idx="245">
                  <c:v>0.024580498091688</c:v>
                </c:pt>
                <c:pt idx="246">
                  <c:v>0.024211498040134</c:v>
                </c:pt>
                <c:pt idx="247">
                  <c:v>0.023848037381538</c:v>
                </c:pt>
                <c:pt idx="248">
                  <c:v>0.023490032959072</c:v>
                </c:pt>
                <c:pt idx="249">
                  <c:v>0.023137402864247</c:v>
                </c:pt>
                <c:pt idx="250">
                  <c:v>0.022790066418179</c:v>
                </c:pt>
                <c:pt idx="251">
                  <c:v>0.022447944153127</c:v>
                </c:pt>
                <c:pt idx="252">
                  <c:v>0.022110957794312</c:v>
                </c:pt>
                <c:pt idx="253">
                  <c:v>0.021779030242007</c:v>
                </c:pt>
                <c:pt idx="254">
                  <c:v>0.0214520855539</c:v>
                </c:pt>
                <c:pt idx="255">
                  <c:v>0.021130048927717</c:v>
                </c:pt>
                <c:pt idx="256">
                  <c:v>0.020812846684109</c:v>
                </c:pt>
                <c:pt idx="257">
                  <c:v>0.020500406249795</c:v>
                </c:pt>
                <c:pt idx="258">
                  <c:v>0.020192656140955</c:v>
                </c:pt>
                <c:pt idx="259">
                  <c:v>0.019889525946879</c:v>
                </c:pt>
                <c:pt idx="260">
                  <c:v>0.019590946313854</c:v>
                </c:pt>
                <c:pt idx="261">
                  <c:v>0.019296848929299</c:v>
                </c:pt>
                <c:pt idx="262">
                  <c:v>0.019007166506136</c:v>
                </c:pt>
                <c:pt idx="263">
                  <c:v>0.018721832767393</c:v>
                </c:pt>
                <c:pt idx="264">
                  <c:v>0.018440782431042</c:v>
                </c:pt>
                <c:pt idx="265">
                  <c:v>0.018163951195061</c:v>
                </c:pt>
                <c:pt idx="266">
                  <c:v>0.017891275722725</c:v>
                </c:pt>
                <c:pt idx="267">
                  <c:v>0.017622693628113</c:v>
                </c:pt>
                <c:pt idx="268">
                  <c:v>0.017358143461837</c:v>
                </c:pt>
                <c:pt idx="269">
                  <c:v>0.01709756469698</c:v>
                </c:pt>
                <c:pt idx="270">
                  <c:v>0.016840897715249</c:v>
                </c:pt>
                <c:pt idx="271">
                  <c:v>0.016588083793336</c:v>
                </c:pt>
                <c:pt idx="272">
                  <c:v>0.01633906508948</c:v>
                </c:pt>
                <c:pt idx="273">
                  <c:v>0.016093784630236</c:v>
                </c:pt>
                <c:pt idx="274">
                  <c:v>0.015852186297439</c:v>
                </c:pt>
                <c:pt idx="275">
                  <c:v>0.015614214815365</c:v>
                </c:pt>
                <c:pt idx="276">
                  <c:v>0.015379815738082</c:v>
                </c:pt>
                <c:pt idx="277">
                  <c:v>0.015148935436996</c:v>
                </c:pt>
                <c:pt idx="278">
                  <c:v>0.014921521088581</c:v>
                </c:pt>
                <c:pt idx="279">
                  <c:v>0.014697520662291</c:v>
                </c:pt>
                <c:pt idx="280">
                  <c:v>0.014476882908659</c:v>
                </c:pt>
                <c:pt idx="281">
                  <c:v>0.014259557347569</c:v>
                </c:pt>
                <c:pt idx="282">
                  <c:v>0.014045494256709</c:v>
                </c:pt>
                <c:pt idx="283">
                  <c:v>0.013834644660191</c:v>
                </c:pt>
                <c:pt idx="284">
                  <c:v>0.013626960317352</c:v>
                </c:pt>
                <c:pt idx="285">
                  <c:v>0.013422393711709</c:v>
                </c:pt>
                <c:pt idx="286">
                  <c:v>0.013220898040094</c:v>
                </c:pt>
                <c:pt idx="287">
                  <c:v>0.013022427201945</c:v>
                </c:pt>
                <c:pt idx="288">
                  <c:v>0.012826935788754</c:v>
                </c:pt>
                <c:pt idx="289">
                  <c:v>0.012634379073683</c:v>
                </c:pt>
                <c:pt idx="290">
                  <c:v>0.01244471300133</c:v>
                </c:pt>
                <c:pt idx="291">
                  <c:v>0.012257894177645</c:v>
                </c:pt>
                <c:pt idx="292">
                  <c:v>0.012073879860009</c:v>
                </c:pt>
                <c:pt idx="293">
                  <c:v>0.011892627947449</c:v>
                </c:pt>
                <c:pt idx="294">
                  <c:v>0.011714096971007</c:v>
                </c:pt>
                <c:pt idx="295">
                  <c:v>0.011538246084256</c:v>
                </c:pt>
                <c:pt idx="296">
                  <c:v>0.011365035053948</c:v>
                </c:pt>
                <c:pt idx="297">
                  <c:v>0.011194424250816</c:v>
                </c:pt>
                <c:pt idx="298">
                  <c:v>0.0110263746405</c:v>
                </c:pt>
                <c:pt idx="299">
                  <c:v>0.010860847774623</c:v>
                </c:pt>
                <c:pt idx="300">
                  <c:v>0.010697805781991</c:v>
                </c:pt>
                <c:pt idx="301">
                  <c:v>0.010537211359928</c:v>
                </c:pt>
                <c:pt idx="302">
                  <c:v>0.010379027765741</c:v>
                </c:pt>
                <c:pt idx="303">
                  <c:v>0.010223218808316</c:v>
                </c:pt>
                <c:pt idx="304">
                  <c:v>0.010069748839837</c:v>
                </c:pt>
                <c:pt idx="305">
                  <c:v>0.0099185827476297</c:v>
                </c:pt>
                <c:pt idx="306">
                  <c:v>0.0097696859461259</c:v>
                </c:pt>
                <c:pt idx="307">
                  <c:v>0.0096230243689544</c:v>
                </c:pt>
                <c:pt idx="308">
                  <c:v>0.0094785644611442</c:v>
                </c:pt>
                <c:pt idx="309">
                  <c:v>0.0093362731714488</c:v>
                </c:pt>
                <c:pt idx="310">
                  <c:v>0.0091961179447833</c:v>
                </c:pt>
                <c:pt idx="311">
                  <c:v>0.0090580667147771</c:v>
                </c:pt>
                <c:pt idx="312">
                  <c:v>0.0089220878964363</c:v>
                </c:pt>
                <c:pt idx="313">
                  <c:v>0.0087881503789183</c:v>
                </c:pt>
                <c:pt idx="314">
                  <c:v>0.0086562235184132</c:v>
                </c:pt>
                <c:pt idx="315">
                  <c:v>0.0085262771311331</c:v>
                </c:pt>
                <c:pt idx="316">
                  <c:v>0.0083982814864062</c:v>
                </c:pt>
                <c:pt idx="317">
                  <c:v>0.0082722072998746</c:v>
                </c:pt>
                <c:pt idx="318">
                  <c:v>0.0081480257267943</c:v>
                </c:pt>
                <c:pt idx="319">
                  <c:v>0.008025708355436</c:v>
                </c:pt>
                <c:pt idx="320">
                  <c:v>0.0079052272005844</c:v>
                </c:pt>
                <c:pt idx="321">
                  <c:v>0.0077865546971354</c:v>
                </c:pt>
                <c:pt idx="322">
                  <c:v>0.0076696636937897</c:v>
                </c:pt>
                <c:pt idx="323">
                  <c:v>0.0075545274468408</c:v>
                </c:pt>
                <c:pt idx="324">
                  <c:v>0.0074411196140558</c:v>
                </c:pt>
                <c:pt idx="325">
                  <c:v>0.0073294142486492</c:v>
                </c:pt>
                <c:pt idx="326">
                  <c:v>0.0072193857933459</c:v>
                </c:pt>
                <c:pt idx="327">
                  <c:v>0.0071110090745342</c:v>
                </c:pt>
                <c:pt idx="328">
                  <c:v>0.0070042592965062</c:v>
                </c:pt>
                <c:pt idx="329">
                  <c:v>0.0068991120357847</c:v>
                </c:pt>
                <c:pt idx="330">
                  <c:v>0.0067955432355355</c:v>
                </c:pt>
                <c:pt idx="331">
                  <c:v>0.0066935292000632</c:v>
                </c:pt>
                <c:pt idx="332">
                  <c:v>0.0065930465893899</c:v>
                </c:pt>
                <c:pt idx="333">
                  <c:v>0.0064940724139151</c:v>
                </c:pt>
                <c:pt idx="334">
                  <c:v>0.006396584029156</c:v>
                </c:pt>
                <c:pt idx="335">
                  <c:v>0.0063005591305667</c:v>
                </c:pt>
                <c:pt idx="336">
                  <c:v>0.0062059757484347</c:v>
                </c:pt>
                <c:pt idx="337">
                  <c:v>0.006112812242855</c:v>
                </c:pt>
                <c:pt idx="338">
                  <c:v>0.0060210472987785</c:v>
                </c:pt>
                <c:pt idx="339">
                  <c:v>0.0059306599211358</c:v>
                </c:pt>
                <c:pt idx="340">
                  <c:v>0.0058416294300331</c:v>
                </c:pt>
                <c:pt idx="341">
                  <c:v>0.0057539354560216</c:v>
                </c:pt>
                <c:pt idx="342">
                  <c:v>0.0056675579354363</c:v>
                </c:pt>
                <c:pt idx="343">
                  <c:v>0.0055824771058061</c:v>
                </c:pt>
                <c:pt idx="344">
                  <c:v>0.0054986735013324</c:v>
                </c:pt>
                <c:pt idx="345">
                  <c:v>0.005416127948435</c:v>
                </c:pt>
                <c:pt idx="346">
                  <c:v>0.0053348215613658</c:v>
                </c:pt>
                <c:pt idx="347">
                  <c:v>0.0052547357378876</c:v>
                </c:pt>
                <c:pt idx="348">
                  <c:v>0.0051758521550183</c:v>
                </c:pt>
                <c:pt idx="349">
                  <c:v>0.0050981527648385</c:v>
                </c:pt>
                <c:pt idx="350">
                  <c:v>0.0050216197903625</c:v>
                </c:pt>
                <c:pt idx="351">
                  <c:v>0.0049462357214711</c:v>
                </c:pt>
                <c:pt idx="352">
                  <c:v>0.004871983310905</c:v>
                </c:pt>
                <c:pt idx="353">
                  <c:v>0.0047988455703194</c:v>
                </c:pt>
                <c:pt idx="354">
                  <c:v>0.0047268057663966</c:v>
                </c:pt>
                <c:pt idx="355">
                  <c:v>0.0046558474170181</c:v>
                </c:pt>
                <c:pt idx="356">
                  <c:v>0.0045859542874932</c:v>
                </c:pt>
                <c:pt idx="357">
                  <c:v>0.0045171103868449</c:v>
                </c:pt>
                <c:pt idx="358">
                  <c:v>0.0044492999641511</c:v>
                </c:pt>
                <c:pt idx="359">
                  <c:v>0.004382507504941</c:v>
                </c:pt>
                <c:pt idx="360">
                  <c:v>0.0043167177276457</c:v>
                </c:pt>
                <c:pt idx="361">
                  <c:v>0.0042519155801015</c:v>
                </c:pt>
                <c:pt idx="362">
                  <c:v>0.0041880862361065</c:v>
                </c:pt>
                <c:pt idx="363">
                  <c:v>0.0041252150920283</c:v>
                </c:pt>
                <c:pt idx="364">
                  <c:v>0.0040632877634627</c:v>
                </c:pt>
                <c:pt idx="365">
                  <c:v>0.0040022900819428</c:v>
                </c:pt>
                <c:pt idx="366">
                  <c:v>0.0039422080916973</c:v>
                </c:pt>
                <c:pt idx="367">
                  <c:v>0.0038830280464579</c:v>
                </c:pt>
                <c:pt idx="368">
                  <c:v>0.0038247364063135</c:v>
                </c:pt>
                <c:pt idx="369">
                  <c:v>0.0037673198346132</c:v>
                </c:pt>
                <c:pt idx="370">
                  <c:v>0.0037107651949144</c:v>
                </c:pt>
                <c:pt idx="371">
                  <c:v>0.0036550595479774</c:v>
                </c:pt>
                <c:pt idx="372">
                  <c:v>0.0036001901488055</c:v>
                </c:pt>
                <c:pt idx="373">
                  <c:v>0.0035461444437283</c:v>
                </c:pt>
                <c:pt idx="374">
                  <c:v>0.00349291006753</c:v>
                </c:pt>
                <c:pt idx="375">
                  <c:v>0.0034404748406202</c:v>
                </c:pt>
                <c:pt idx="376">
                  <c:v>0.0033888267662474</c:v>
                </c:pt>
                <c:pt idx="377">
                  <c:v>0.0033379540277541</c:v>
                </c:pt>
                <c:pt idx="378">
                  <c:v>0.0032878449858733</c:v>
                </c:pt>
                <c:pt idx="379">
                  <c:v>0.0032384881760656</c:v>
                </c:pt>
                <c:pt idx="380">
                  <c:v>0.0031898723058961</c:v>
                </c:pt>
                <c:pt idx="381">
                  <c:v>0.003141986252451</c:v>
                </c:pt>
                <c:pt idx="382">
                  <c:v>0.0030948190597923</c:v>
                </c:pt>
                <c:pt idx="383">
                  <c:v>0.0030483599364517</c:v>
                </c:pt>
                <c:pt idx="384">
                  <c:v>0.0030025982529613</c:v>
                </c:pt>
                <c:pt idx="385">
                  <c:v>0.0029575235394219</c:v>
                </c:pt>
                <c:pt idx="386">
                  <c:v>0.0029131254831071</c:v>
                </c:pt>
                <c:pt idx="387">
                  <c:v>0.0028693939261045</c:v>
                </c:pt>
                <c:pt idx="388">
                  <c:v>0.0028263188629909</c:v>
                </c:pt>
                <c:pt idx="389">
                  <c:v>0.0027838904385439</c:v>
                </c:pt>
                <c:pt idx="390">
                  <c:v>0.0027420989454866</c:v>
                </c:pt>
                <c:pt idx="391">
                  <c:v>0.0027009348222667</c:v>
                </c:pt>
                <c:pt idx="392">
                  <c:v>0.0026603886508693</c:v>
                </c:pt>
                <c:pt idx="393">
                  <c:v>0.0026204511546614</c:v>
                </c:pt>
                <c:pt idx="394">
                  <c:v>0.0025811131962702</c:v>
                </c:pt>
                <c:pt idx="395">
                  <c:v>0.0025423657754922</c:v>
                </c:pt>
                <c:pt idx="396">
                  <c:v>0.0025042000272341</c:v>
                </c:pt>
                <c:pt idx="397">
                  <c:v>0.0024666072194844</c:v>
                </c:pt>
                <c:pt idx="398">
                  <c:v>0.0024295787513159</c:v>
                </c:pt>
                <c:pt idx="399">
                  <c:v>0.0023931061509175</c:v>
                </c:pt>
                <c:pt idx="400">
                  <c:v>0.0023571810736563</c:v>
                </c:pt>
              </c:numCache>
            </c:numRef>
          </c:yVal>
        </c:ser>
        <c:ser>
          <c:idx val="1"/>
          <c:order val="1"/>
          <c:tx>
            <c:v>0.1 atm</c:v>
          </c:tx>
          <c:spPr>
            <a:ln xmlns:a="http://schemas.openxmlformats.org/drawingml/2006/main" w="28575">
              <a:solidFill>
                <a:srgbClr val="242421"/>
              </a:solidFill>
            </a:ln>
          </c:spPr>
          <c:marker>
            <c:symbol val="none"/>
          </c:marker>
          <c:xVal>
            <c:numRef>
              <c:f>'Chart Data'!$C$2:$C$402</c:f>
              <c:numCache>
                <c:formatCode>General</c:formatCode>
                <c:ptCount val="40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pt idx="72">
                  <c:v>72</c:v>
                </c:pt>
                <c:pt idx="73">
                  <c:v>73</c:v>
                </c:pt>
                <c:pt idx="74">
                  <c:v>74</c:v>
                </c:pt>
                <c:pt idx="75">
                  <c:v>75</c:v>
                </c:pt>
                <c:pt idx="76">
                  <c:v>76</c:v>
                </c:pt>
                <c:pt idx="77">
                  <c:v>77</c:v>
                </c:pt>
                <c:pt idx="78">
                  <c:v>78</c:v>
                </c:pt>
                <c:pt idx="79">
                  <c:v>79</c:v>
                </c:pt>
                <c:pt idx="80">
                  <c:v>80</c:v>
                </c:pt>
                <c:pt idx="81">
                  <c:v>81</c:v>
                </c:pt>
                <c:pt idx="82">
                  <c:v>82</c:v>
                </c:pt>
                <c:pt idx="83">
                  <c:v>83</c:v>
                </c:pt>
                <c:pt idx="84">
                  <c:v>84</c:v>
                </c:pt>
                <c:pt idx="85">
                  <c:v>85</c:v>
                </c:pt>
                <c:pt idx="86">
                  <c:v>86</c:v>
                </c:pt>
                <c:pt idx="87">
                  <c:v>87</c:v>
                </c:pt>
                <c:pt idx="88">
                  <c:v>88</c:v>
                </c:pt>
                <c:pt idx="89">
                  <c:v>89</c:v>
                </c:pt>
                <c:pt idx="90">
                  <c:v>90</c:v>
                </c:pt>
                <c:pt idx="91">
                  <c:v>91</c:v>
                </c:pt>
                <c:pt idx="92">
                  <c:v>92</c:v>
                </c:pt>
                <c:pt idx="93">
                  <c:v>93</c:v>
                </c:pt>
                <c:pt idx="94">
                  <c:v>94</c:v>
                </c:pt>
                <c:pt idx="95">
                  <c:v>95</c:v>
                </c:pt>
                <c:pt idx="96">
                  <c:v>96</c:v>
                </c:pt>
                <c:pt idx="97">
                  <c:v>97</c:v>
                </c:pt>
                <c:pt idx="98">
                  <c:v>98</c:v>
                </c:pt>
                <c:pt idx="99">
                  <c:v>99</c:v>
                </c:pt>
                <c:pt idx="100">
                  <c:v>100</c:v>
                </c:pt>
                <c:pt idx="101">
                  <c:v>101</c:v>
                </c:pt>
                <c:pt idx="102">
                  <c:v>102</c:v>
                </c:pt>
                <c:pt idx="103">
                  <c:v>103</c:v>
                </c:pt>
                <c:pt idx="104">
                  <c:v>104</c:v>
                </c:pt>
                <c:pt idx="105">
                  <c:v>105</c:v>
                </c:pt>
                <c:pt idx="106">
                  <c:v>106</c:v>
                </c:pt>
                <c:pt idx="107">
                  <c:v>107</c:v>
                </c:pt>
                <c:pt idx="108">
                  <c:v>108</c:v>
                </c:pt>
                <c:pt idx="109">
                  <c:v>109</c:v>
                </c:pt>
                <c:pt idx="110">
                  <c:v>110</c:v>
                </c:pt>
                <c:pt idx="111">
                  <c:v>111</c:v>
                </c:pt>
                <c:pt idx="112">
                  <c:v>112</c:v>
                </c:pt>
                <c:pt idx="113">
                  <c:v>113</c:v>
                </c:pt>
                <c:pt idx="114">
                  <c:v>114</c:v>
                </c:pt>
                <c:pt idx="115">
                  <c:v>115</c:v>
                </c:pt>
                <c:pt idx="116">
                  <c:v>116</c:v>
                </c:pt>
                <c:pt idx="117">
                  <c:v>117</c:v>
                </c:pt>
                <c:pt idx="118">
                  <c:v>118</c:v>
                </c:pt>
                <c:pt idx="119">
                  <c:v>119</c:v>
                </c:pt>
                <c:pt idx="120">
                  <c:v>120</c:v>
                </c:pt>
                <c:pt idx="121">
                  <c:v>121</c:v>
                </c:pt>
                <c:pt idx="122">
                  <c:v>122</c:v>
                </c:pt>
                <c:pt idx="123">
                  <c:v>123</c:v>
                </c:pt>
                <c:pt idx="124">
                  <c:v>124</c:v>
                </c:pt>
                <c:pt idx="125">
                  <c:v>125</c:v>
                </c:pt>
                <c:pt idx="126">
                  <c:v>126</c:v>
                </c:pt>
                <c:pt idx="127">
                  <c:v>127</c:v>
                </c:pt>
                <c:pt idx="128">
                  <c:v>128</c:v>
                </c:pt>
                <c:pt idx="129">
                  <c:v>129</c:v>
                </c:pt>
                <c:pt idx="130">
                  <c:v>130</c:v>
                </c:pt>
                <c:pt idx="131">
                  <c:v>131</c:v>
                </c:pt>
                <c:pt idx="132">
                  <c:v>132</c:v>
                </c:pt>
                <c:pt idx="133">
                  <c:v>133</c:v>
                </c:pt>
                <c:pt idx="134">
                  <c:v>134</c:v>
                </c:pt>
                <c:pt idx="135">
                  <c:v>135</c:v>
                </c:pt>
                <c:pt idx="136">
                  <c:v>136</c:v>
                </c:pt>
                <c:pt idx="137">
                  <c:v>137</c:v>
                </c:pt>
                <c:pt idx="138">
                  <c:v>138</c:v>
                </c:pt>
                <c:pt idx="139">
                  <c:v>139</c:v>
                </c:pt>
                <c:pt idx="140">
                  <c:v>140</c:v>
                </c:pt>
                <c:pt idx="141">
                  <c:v>141</c:v>
                </c:pt>
                <c:pt idx="142">
                  <c:v>142</c:v>
                </c:pt>
                <c:pt idx="143">
                  <c:v>143</c:v>
                </c:pt>
                <c:pt idx="144">
                  <c:v>144</c:v>
                </c:pt>
                <c:pt idx="145">
                  <c:v>145</c:v>
                </c:pt>
                <c:pt idx="146">
                  <c:v>146</c:v>
                </c:pt>
                <c:pt idx="147">
                  <c:v>147</c:v>
                </c:pt>
                <c:pt idx="148">
                  <c:v>148</c:v>
                </c:pt>
                <c:pt idx="149">
                  <c:v>149</c:v>
                </c:pt>
                <c:pt idx="150">
                  <c:v>150</c:v>
                </c:pt>
                <c:pt idx="151">
                  <c:v>151</c:v>
                </c:pt>
                <c:pt idx="152">
                  <c:v>152</c:v>
                </c:pt>
                <c:pt idx="153">
                  <c:v>153</c:v>
                </c:pt>
                <c:pt idx="154">
                  <c:v>154</c:v>
                </c:pt>
                <c:pt idx="155">
                  <c:v>155</c:v>
                </c:pt>
                <c:pt idx="156">
                  <c:v>156</c:v>
                </c:pt>
                <c:pt idx="157">
                  <c:v>157</c:v>
                </c:pt>
                <c:pt idx="158">
                  <c:v>158</c:v>
                </c:pt>
                <c:pt idx="159">
                  <c:v>159</c:v>
                </c:pt>
                <c:pt idx="160">
                  <c:v>160</c:v>
                </c:pt>
                <c:pt idx="161">
                  <c:v>161</c:v>
                </c:pt>
                <c:pt idx="162">
                  <c:v>162</c:v>
                </c:pt>
                <c:pt idx="163">
                  <c:v>163</c:v>
                </c:pt>
                <c:pt idx="164">
                  <c:v>164</c:v>
                </c:pt>
                <c:pt idx="165">
                  <c:v>165</c:v>
                </c:pt>
                <c:pt idx="166">
                  <c:v>166</c:v>
                </c:pt>
                <c:pt idx="167">
                  <c:v>167</c:v>
                </c:pt>
                <c:pt idx="168">
                  <c:v>168</c:v>
                </c:pt>
                <c:pt idx="169">
                  <c:v>169</c:v>
                </c:pt>
                <c:pt idx="170">
                  <c:v>170</c:v>
                </c:pt>
                <c:pt idx="171">
                  <c:v>171</c:v>
                </c:pt>
                <c:pt idx="172">
                  <c:v>172</c:v>
                </c:pt>
                <c:pt idx="173">
                  <c:v>173</c:v>
                </c:pt>
                <c:pt idx="174">
                  <c:v>174</c:v>
                </c:pt>
                <c:pt idx="175">
                  <c:v>175</c:v>
                </c:pt>
                <c:pt idx="176">
                  <c:v>176</c:v>
                </c:pt>
                <c:pt idx="177">
                  <c:v>177</c:v>
                </c:pt>
                <c:pt idx="178">
                  <c:v>178</c:v>
                </c:pt>
                <c:pt idx="179">
                  <c:v>179</c:v>
                </c:pt>
                <c:pt idx="180">
                  <c:v>180</c:v>
                </c:pt>
                <c:pt idx="181">
                  <c:v>181</c:v>
                </c:pt>
                <c:pt idx="182">
                  <c:v>182</c:v>
                </c:pt>
                <c:pt idx="183">
                  <c:v>183</c:v>
                </c:pt>
                <c:pt idx="184">
                  <c:v>184</c:v>
                </c:pt>
                <c:pt idx="185">
                  <c:v>185</c:v>
                </c:pt>
                <c:pt idx="186">
                  <c:v>186</c:v>
                </c:pt>
                <c:pt idx="187">
                  <c:v>187</c:v>
                </c:pt>
                <c:pt idx="188">
                  <c:v>188</c:v>
                </c:pt>
                <c:pt idx="189">
                  <c:v>189</c:v>
                </c:pt>
                <c:pt idx="190">
                  <c:v>190</c:v>
                </c:pt>
                <c:pt idx="191">
                  <c:v>191</c:v>
                </c:pt>
                <c:pt idx="192">
                  <c:v>192</c:v>
                </c:pt>
                <c:pt idx="193">
                  <c:v>193</c:v>
                </c:pt>
                <c:pt idx="194">
                  <c:v>194</c:v>
                </c:pt>
                <c:pt idx="195">
                  <c:v>195</c:v>
                </c:pt>
                <c:pt idx="196">
                  <c:v>196</c:v>
                </c:pt>
                <c:pt idx="197">
                  <c:v>197</c:v>
                </c:pt>
                <c:pt idx="198">
                  <c:v>198</c:v>
                </c:pt>
                <c:pt idx="199">
                  <c:v>199</c:v>
                </c:pt>
                <c:pt idx="200">
                  <c:v>200</c:v>
                </c:pt>
                <c:pt idx="201">
                  <c:v>201</c:v>
                </c:pt>
                <c:pt idx="202">
                  <c:v>202</c:v>
                </c:pt>
                <c:pt idx="203">
                  <c:v>203</c:v>
                </c:pt>
                <c:pt idx="204">
                  <c:v>204</c:v>
                </c:pt>
                <c:pt idx="205">
                  <c:v>205</c:v>
                </c:pt>
                <c:pt idx="206">
                  <c:v>206</c:v>
                </c:pt>
                <c:pt idx="207">
                  <c:v>207</c:v>
                </c:pt>
                <c:pt idx="208">
                  <c:v>208</c:v>
                </c:pt>
                <c:pt idx="209">
                  <c:v>209</c:v>
                </c:pt>
                <c:pt idx="210">
                  <c:v>210</c:v>
                </c:pt>
                <c:pt idx="211">
                  <c:v>211</c:v>
                </c:pt>
                <c:pt idx="212">
                  <c:v>212</c:v>
                </c:pt>
                <c:pt idx="213">
                  <c:v>213</c:v>
                </c:pt>
                <c:pt idx="214">
                  <c:v>214</c:v>
                </c:pt>
                <c:pt idx="215">
                  <c:v>215</c:v>
                </c:pt>
                <c:pt idx="216">
                  <c:v>216</c:v>
                </c:pt>
                <c:pt idx="217">
                  <c:v>217</c:v>
                </c:pt>
                <c:pt idx="218">
                  <c:v>218</c:v>
                </c:pt>
                <c:pt idx="219">
                  <c:v>219</c:v>
                </c:pt>
                <c:pt idx="220">
                  <c:v>220</c:v>
                </c:pt>
                <c:pt idx="221">
                  <c:v>221</c:v>
                </c:pt>
                <c:pt idx="222">
                  <c:v>222</c:v>
                </c:pt>
                <c:pt idx="223">
                  <c:v>223</c:v>
                </c:pt>
                <c:pt idx="224">
                  <c:v>224</c:v>
                </c:pt>
                <c:pt idx="225">
                  <c:v>225</c:v>
                </c:pt>
                <c:pt idx="226">
                  <c:v>226</c:v>
                </c:pt>
                <c:pt idx="227">
                  <c:v>227</c:v>
                </c:pt>
                <c:pt idx="228">
                  <c:v>228</c:v>
                </c:pt>
                <c:pt idx="229">
                  <c:v>229</c:v>
                </c:pt>
                <c:pt idx="230">
                  <c:v>230</c:v>
                </c:pt>
                <c:pt idx="231">
                  <c:v>231</c:v>
                </c:pt>
                <c:pt idx="232">
                  <c:v>232</c:v>
                </c:pt>
                <c:pt idx="233">
                  <c:v>233</c:v>
                </c:pt>
                <c:pt idx="234">
                  <c:v>234</c:v>
                </c:pt>
                <c:pt idx="235">
                  <c:v>235</c:v>
                </c:pt>
                <c:pt idx="236">
                  <c:v>236</c:v>
                </c:pt>
                <c:pt idx="237">
                  <c:v>237</c:v>
                </c:pt>
                <c:pt idx="238">
                  <c:v>238</c:v>
                </c:pt>
                <c:pt idx="239">
                  <c:v>239</c:v>
                </c:pt>
                <c:pt idx="240">
                  <c:v>240</c:v>
                </c:pt>
                <c:pt idx="241">
                  <c:v>241</c:v>
                </c:pt>
                <c:pt idx="242">
                  <c:v>242</c:v>
                </c:pt>
                <c:pt idx="243">
                  <c:v>243</c:v>
                </c:pt>
                <c:pt idx="244">
                  <c:v>244</c:v>
                </c:pt>
                <c:pt idx="245">
                  <c:v>245</c:v>
                </c:pt>
                <c:pt idx="246">
                  <c:v>246</c:v>
                </c:pt>
                <c:pt idx="247">
                  <c:v>247</c:v>
                </c:pt>
                <c:pt idx="248">
                  <c:v>248</c:v>
                </c:pt>
                <c:pt idx="249">
                  <c:v>249</c:v>
                </c:pt>
                <c:pt idx="250">
                  <c:v>250</c:v>
                </c:pt>
                <c:pt idx="251">
                  <c:v>251</c:v>
                </c:pt>
                <c:pt idx="252">
                  <c:v>252</c:v>
                </c:pt>
                <c:pt idx="253">
                  <c:v>253</c:v>
                </c:pt>
                <c:pt idx="254">
                  <c:v>254</c:v>
                </c:pt>
                <c:pt idx="255">
                  <c:v>255</c:v>
                </c:pt>
                <c:pt idx="256">
                  <c:v>256</c:v>
                </c:pt>
                <c:pt idx="257">
                  <c:v>257</c:v>
                </c:pt>
                <c:pt idx="258">
                  <c:v>258</c:v>
                </c:pt>
                <c:pt idx="259">
                  <c:v>259</c:v>
                </c:pt>
                <c:pt idx="260">
                  <c:v>260</c:v>
                </c:pt>
                <c:pt idx="261">
                  <c:v>261</c:v>
                </c:pt>
                <c:pt idx="262">
                  <c:v>262</c:v>
                </c:pt>
                <c:pt idx="263">
                  <c:v>263</c:v>
                </c:pt>
                <c:pt idx="264">
                  <c:v>264</c:v>
                </c:pt>
                <c:pt idx="265">
                  <c:v>265</c:v>
                </c:pt>
                <c:pt idx="266">
                  <c:v>266</c:v>
                </c:pt>
                <c:pt idx="267">
                  <c:v>267</c:v>
                </c:pt>
                <c:pt idx="268">
                  <c:v>268</c:v>
                </c:pt>
                <c:pt idx="269">
                  <c:v>269</c:v>
                </c:pt>
                <c:pt idx="270">
                  <c:v>270</c:v>
                </c:pt>
                <c:pt idx="271">
                  <c:v>271</c:v>
                </c:pt>
                <c:pt idx="272">
                  <c:v>272</c:v>
                </c:pt>
                <c:pt idx="273">
                  <c:v>273</c:v>
                </c:pt>
                <c:pt idx="274">
                  <c:v>274</c:v>
                </c:pt>
                <c:pt idx="275">
                  <c:v>275</c:v>
                </c:pt>
                <c:pt idx="276">
                  <c:v>276</c:v>
                </c:pt>
                <c:pt idx="277">
                  <c:v>277</c:v>
                </c:pt>
                <c:pt idx="278">
                  <c:v>278</c:v>
                </c:pt>
                <c:pt idx="279">
                  <c:v>279</c:v>
                </c:pt>
                <c:pt idx="280">
                  <c:v>280</c:v>
                </c:pt>
                <c:pt idx="281">
                  <c:v>281</c:v>
                </c:pt>
                <c:pt idx="282">
                  <c:v>282</c:v>
                </c:pt>
                <c:pt idx="283">
                  <c:v>283</c:v>
                </c:pt>
                <c:pt idx="284">
                  <c:v>284</c:v>
                </c:pt>
                <c:pt idx="285">
                  <c:v>285</c:v>
                </c:pt>
                <c:pt idx="286">
                  <c:v>286</c:v>
                </c:pt>
                <c:pt idx="287">
                  <c:v>287</c:v>
                </c:pt>
                <c:pt idx="288">
                  <c:v>288</c:v>
                </c:pt>
                <c:pt idx="289">
                  <c:v>289</c:v>
                </c:pt>
                <c:pt idx="290">
                  <c:v>290</c:v>
                </c:pt>
                <c:pt idx="291">
                  <c:v>291</c:v>
                </c:pt>
                <c:pt idx="292">
                  <c:v>292</c:v>
                </c:pt>
                <c:pt idx="293">
                  <c:v>293</c:v>
                </c:pt>
                <c:pt idx="294">
                  <c:v>294</c:v>
                </c:pt>
                <c:pt idx="295">
                  <c:v>295</c:v>
                </c:pt>
                <c:pt idx="296">
                  <c:v>296</c:v>
                </c:pt>
                <c:pt idx="297">
                  <c:v>297</c:v>
                </c:pt>
                <c:pt idx="298">
                  <c:v>298</c:v>
                </c:pt>
                <c:pt idx="299">
                  <c:v>299</c:v>
                </c:pt>
                <c:pt idx="300">
                  <c:v>300</c:v>
                </c:pt>
                <c:pt idx="301">
                  <c:v>301</c:v>
                </c:pt>
                <c:pt idx="302">
                  <c:v>302</c:v>
                </c:pt>
                <c:pt idx="303">
                  <c:v>303</c:v>
                </c:pt>
                <c:pt idx="304">
                  <c:v>304</c:v>
                </c:pt>
                <c:pt idx="305">
                  <c:v>305</c:v>
                </c:pt>
                <c:pt idx="306">
                  <c:v>306</c:v>
                </c:pt>
                <c:pt idx="307">
                  <c:v>307</c:v>
                </c:pt>
                <c:pt idx="308">
                  <c:v>308</c:v>
                </c:pt>
                <c:pt idx="309">
                  <c:v>309</c:v>
                </c:pt>
                <c:pt idx="310">
                  <c:v>310</c:v>
                </c:pt>
                <c:pt idx="311">
                  <c:v>311</c:v>
                </c:pt>
                <c:pt idx="312">
                  <c:v>312</c:v>
                </c:pt>
                <c:pt idx="313">
                  <c:v>313</c:v>
                </c:pt>
                <c:pt idx="314">
                  <c:v>314</c:v>
                </c:pt>
                <c:pt idx="315">
                  <c:v>315</c:v>
                </c:pt>
                <c:pt idx="316">
                  <c:v>316</c:v>
                </c:pt>
                <c:pt idx="317">
                  <c:v>317</c:v>
                </c:pt>
                <c:pt idx="318">
                  <c:v>318</c:v>
                </c:pt>
                <c:pt idx="319">
                  <c:v>319</c:v>
                </c:pt>
                <c:pt idx="320">
                  <c:v>320</c:v>
                </c:pt>
                <c:pt idx="321">
                  <c:v>321</c:v>
                </c:pt>
                <c:pt idx="322">
                  <c:v>322</c:v>
                </c:pt>
                <c:pt idx="323">
                  <c:v>323</c:v>
                </c:pt>
                <c:pt idx="324">
                  <c:v>324</c:v>
                </c:pt>
                <c:pt idx="325">
                  <c:v>325</c:v>
                </c:pt>
                <c:pt idx="326">
                  <c:v>326</c:v>
                </c:pt>
                <c:pt idx="327">
                  <c:v>327</c:v>
                </c:pt>
                <c:pt idx="328">
                  <c:v>328</c:v>
                </c:pt>
                <c:pt idx="329">
                  <c:v>329</c:v>
                </c:pt>
                <c:pt idx="330">
                  <c:v>330</c:v>
                </c:pt>
                <c:pt idx="331">
                  <c:v>331</c:v>
                </c:pt>
                <c:pt idx="332">
                  <c:v>332</c:v>
                </c:pt>
                <c:pt idx="333">
                  <c:v>333</c:v>
                </c:pt>
                <c:pt idx="334">
                  <c:v>334</c:v>
                </c:pt>
                <c:pt idx="335">
                  <c:v>335</c:v>
                </c:pt>
                <c:pt idx="336">
                  <c:v>336</c:v>
                </c:pt>
                <c:pt idx="337">
                  <c:v>337</c:v>
                </c:pt>
                <c:pt idx="338">
                  <c:v>338</c:v>
                </c:pt>
                <c:pt idx="339">
                  <c:v>339</c:v>
                </c:pt>
                <c:pt idx="340">
                  <c:v>340</c:v>
                </c:pt>
                <c:pt idx="341">
                  <c:v>341</c:v>
                </c:pt>
                <c:pt idx="342">
                  <c:v>342</c:v>
                </c:pt>
                <c:pt idx="343">
                  <c:v>343</c:v>
                </c:pt>
                <c:pt idx="344">
                  <c:v>344</c:v>
                </c:pt>
                <c:pt idx="345">
                  <c:v>345</c:v>
                </c:pt>
                <c:pt idx="346">
                  <c:v>346</c:v>
                </c:pt>
                <c:pt idx="347">
                  <c:v>347</c:v>
                </c:pt>
                <c:pt idx="348">
                  <c:v>348</c:v>
                </c:pt>
                <c:pt idx="349">
                  <c:v>349</c:v>
                </c:pt>
                <c:pt idx="350">
                  <c:v>350</c:v>
                </c:pt>
                <c:pt idx="351">
                  <c:v>351</c:v>
                </c:pt>
                <c:pt idx="352">
                  <c:v>352</c:v>
                </c:pt>
                <c:pt idx="353">
                  <c:v>353</c:v>
                </c:pt>
                <c:pt idx="354">
                  <c:v>354</c:v>
                </c:pt>
                <c:pt idx="355">
                  <c:v>355</c:v>
                </c:pt>
                <c:pt idx="356">
                  <c:v>356</c:v>
                </c:pt>
                <c:pt idx="357">
                  <c:v>357</c:v>
                </c:pt>
                <c:pt idx="358">
                  <c:v>358</c:v>
                </c:pt>
                <c:pt idx="359">
                  <c:v>359</c:v>
                </c:pt>
                <c:pt idx="360">
                  <c:v>360</c:v>
                </c:pt>
                <c:pt idx="361">
                  <c:v>361</c:v>
                </c:pt>
                <c:pt idx="362">
                  <c:v>362</c:v>
                </c:pt>
                <c:pt idx="363">
                  <c:v>363</c:v>
                </c:pt>
                <c:pt idx="364">
                  <c:v>364</c:v>
                </c:pt>
                <c:pt idx="365">
                  <c:v>365</c:v>
                </c:pt>
                <c:pt idx="366">
                  <c:v>366</c:v>
                </c:pt>
                <c:pt idx="367">
                  <c:v>367</c:v>
                </c:pt>
                <c:pt idx="368">
                  <c:v>368</c:v>
                </c:pt>
                <c:pt idx="369">
                  <c:v>369</c:v>
                </c:pt>
                <c:pt idx="370">
                  <c:v>370</c:v>
                </c:pt>
                <c:pt idx="371">
                  <c:v>371</c:v>
                </c:pt>
                <c:pt idx="372">
                  <c:v>372</c:v>
                </c:pt>
                <c:pt idx="373">
                  <c:v>373</c:v>
                </c:pt>
                <c:pt idx="374">
                  <c:v>374</c:v>
                </c:pt>
                <c:pt idx="375">
                  <c:v>375</c:v>
                </c:pt>
                <c:pt idx="376">
                  <c:v>376</c:v>
                </c:pt>
                <c:pt idx="377">
                  <c:v>377</c:v>
                </c:pt>
                <c:pt idx="378">
                  <c:v>378</c:v>
                </c:pt>
                <c:pt idx="379">
                  <c:v>379</c:v>
                </c:pt>
                <c:pt idx="380">
                  <c:v>380</c:v>
                </c:pt>
                <c:pt idx="381">
                  <c:v>381</c:v>
                </c:pt>
                <c:pt idx="382">
                  <c:v>382</c:v>
                </c:pt>
                <c:pt idx="383">
                  <c:v>383</c:v>
                </c:pt>
                <c:pt idx="384">
                  <c:v>384</c:v>
                </c:pt>
                <c:pt idx="385">
                  <c:v>385</c:v>
                </c:pt>
                <c:pt idx="386">
                  <c:v>386</c:v>
                </c:pt>
                <c:pt idx="387">
                  <c:v>387</c:v>
                </c:pt>
                <c:pt idx="388">
                  <c:v>388</c:v>
                </c:pt>
                <c:pt idx="389">
                  <c:v>389</c:v>
                </c:pt>
                <c:pt idx="390">
                  <c:v>390</c:v>
                </c:pt>
                <c:pt idx="391">
                  <c:v>391</c:v>
                </c:pt>
                <c:pt idx="392">
                  <c:v>392</c:v>
                </c:pt>
                <c:pt idx="393">
                  <c:v>393</c:v>
                </c:pt>
                <c:pt idx="394">
                  <c:v>394</c:v>
                </c:pt>
                <c:pt idx="395">
                  <c:v>395</c:v>
                </c:pt>
                <c:pt idx="396">
                  <c:v>396</c:v>
                </c:pt>
                <c:pt idx="397">
                  <c:v>397</c:v>
                </c:pt>
                <c:pt idx="398">
                  <c:v>398</c:v>
                </c:pt>
                <c:pt idx="399">
                  <c:v>399</c:v>
                </c:pt>
                <c:pt idx="400">
                  <c:v>400</c:v>
                </c:pt>
              </c:numCache>
            </c:numRef>
          </c:xVal>
          <c:yVal>
            <c:numRef>
              <c:f>'Chart Data'!$D$2:$D$402</c:f>
              <c:numCache>
                <c:formatCode>0.00</c:formatCode>
                <c:ptCount val="401"/>
                <c:pt idx="0">
                  <c:v>1</c:v>
                </c:pt>
                <c:pt idx="1">
                  <c:v>0.99848857115225</c:v>
                </c:pt>
                <c:pt idx="2">
                  <c:v>0.99697942672166</c:v>
                </c:pt>
                <c:pt idx="3">
                  <c:v>0.9954725632555</c:v>
                </c:pt>
                <c:pt idx="4">
                  <c:v>0.99396797730625</c:v>
                </c:pt>
                <c:pt idx="5">
                  <c:v>0.99246566543161</c:v>
                </c:pt>
                <c:pt idx="6">
                  <c:v>0.99096562419447</c:v>
                </c:pt>
                <c:pt idx="7">
                  <c:v>0.98946785016294</c:v>
                </c:pt>
                <c:pt idx="8">
                  <c:v>0.98797233991028</c:v>
                </c:pt>
                <c:pt idx="9">
                  <c:v>0.98647909001496</c:v>
                </c:pt>
                <c:pt idx="10">
                  <c:v>0.98498809706061</c:v>
                </c:pt>
                <c:pt idx="11">
                  <c:v>0.98349935763602</c:v>
                </c:pt>
                <c:pt idx="12">
                  <c:v>0.98201286833515</c:v>
                </c:pt>
                <c:pt idx="13">
                  <c:v>0.98052862575708</c:v>
                </c:pt>
                <c:pt idx="14">
                  <c:v>0.97904662650607</c:v>
                </c:pt>
                <c:pt idx="15">
                  <c:v>0.97756686719147</c:v>
                </c:pt>
                <c:pt idx="16">
                  <c:v>0.97608934442779</c:v>
                </c:pt>
                <c:pt idx="17">
                  <c:v>0.97461405483464</c:v>
                </c:pt>
                <c:pt idx="18">
                  <c:v>0.97314099503674</c:v>
                </c:pt>
                <c:pt idx="19">
                  <c:v>0.97167016166392</c:v>
                </c:pt>
                <c:pt idx="20">
                  <c:v>0.97020155135108</c:v>
                </c:pt>
                <c:pt idx="21">
                  <c:v>0.96873516073824</c:v>
                </c:pt>
                <c:pt idx="22">
                  <c:v>0.96727098647047</c:v>
                </c:pt>
                <c:pt idx="23">
                  <c:v>0.96580902519792</c:v>
                </c:pt>
                <c:pt idx="24">
                  <c:v>0.96434927357582</c:v>
                </c:pt>
                <c:pt idx="25">
                  <c:v>0.96289172826443</c:v>
                </c:pt>
                <c:pt idx="26">
                  <c:v>0.96143638592907</c:v>
                </c:pt>
                <c:pt idx="27">
                  <c:v>0.9599832432401</c:v>
                </c:pt>
                <c:pt idx="28">
                  <c:v>0.95853229687291</c:v>
                </c:pt>
                <c:pt idx="29">
                  <c:v>0.95708354350792</c:v>
                </c:pt>
                <c:pt idx="30">
                  <c:v>0.95563697983055</c:v>
                </c:pt>
                <c:pt idx="31">
                  <c:v>0.95419260253126</c:v>
                </c:pt>
                <c:pt idx="32">
                  <c:v>0.95275040830548</c:v>
                </c:pt>
                <c:pt idx="33">
                  <c:v>0.95131039385366</c:v>
                </c:pt>
                <c:pt idx="34">
                  <c:v>0.94987255588123</c:v>
                </c:pt>
                <c:pt idx="35">
                  <c:v>0.94843689109858</c:v>
                </c:pt>
                <c:pt idx="36">
                  <c:v>0.9470033962211</c:v>
                </c:pt>
                <c:pt idx="37">
                  <c:v>0.94557206796914</c:v>
                </c:pt>
                <c:pt idx="38">
                  <c:v>0.94414290306798</c:v>
                </c:pt>
                <c:pt idx="39">
                  <c:v>0.94271589824789</c:v>
                </c:pt>
                <c:pt idx="40">
                  <c:v>0.94129105024404</c:v>
                </c:pt>
                <c:pt idx="41">
                  <c:v>0.93986835579657</c:v>
                </c:pt>
                <c:pt idx="42">
                  <c:v>0.93844781165053</c:v>
                </c:pt>
                <c:pt idx="43">
                  <c:v>0.9370294145559</c:v>
                </c:pt>
                <c:pt idx="44">
                  <c:v>0.93561316126755</c:v>
                </c:pt>
                <c:pt idx="45">
                  <c:v>0.93419904854527</c:v>
                </c:pt>
                <c:pt idx="46">
                  <c:v>0.93278707315376</c:v>
                </c:pt>
                <c:pt idx="47">
                  <c:v>0.93137723186259</c:v>
                </c:pt>
                <c:pt idx="48">
                  <c:v>0.92996952144621</c:v>
                </c:pt>
                <c:pt idx="49">
                  <c:v>0.92856393868397</c:v>
                </c:pt>
                <c:pt idx="50">
                  <c:v>0.92716048036006</c:v>
                </c:pt>
                <c:pt idx="51">
                  <c:v>0.92575914326355</c:v>
                </c:pt>
                <c:pt idx="52">
                  <c:v>0.92435992418835</c:v>
                </c:pt>
                <c:pt idx="53">
                  <c:v>0.92296281993323</c:v>
                </c:pt>
                <c:pt idx="54">
                  <c:v>0.92156782730178</c:v>
                </c:pt>
                <c:pt idx="55">
                  <c:v>0.92017494310244</c:v>
                </c:pt>
                <c:pt idx="56">
                  <c:v>0.91878416414846</c:v>
                </c:pt>
                <c:pt idx="57">
                  <c:v>0.91739548725791</c:v>
                </c:pt>
                <c:pt idx="58">
                  <c:v>0.91600890925367</c:v>
                </c:pt>
                <c:pt idx="59">
                  <c:v>0.91462442696343</c:v>
                </c:pt>
                <c:pt idx="60">
                  <c:v>0.91324203721966</c:v>
                </c:pt>
                <c:pt idx="61">
                  <c:v>0.91186173685962</c:v>
                </c:pt>
                <c:pt idx="62">
                  <c:v>0.91048352272537</c:v>
                </c:pt>
                <c:pt idx="63">
                  <c:v>0.90910739166373</c:v>
                </c:pt>
                <c:pt idx="64">
                  <c:v>0.90773334052626</c:v>
                </c:pt>
                <c:pt idx="65">
                  <c:v>0.90636136616933</c:v>
                </c:pt>
                <c:pt idx="66">
                  <c:v>0.90499146545401</c:v>
                </c:pt>
                <c:pt idx="67">
                  <c:v>0.90362363524616</c:v>
                </c:pt>
                <c:pt idx="68">
                  <c:v>0.90225787241634</c:v>
                </c:pt>
                <c:pt idx="69">
                  <c:v>0.90089417383986</c:v>
                </c:pt>
                <c:pt idx="70">
                  <c:v>0.89953253639674</c:v>
                </c:pt>
                <c:pt idx="71">
                  <c:v>0.89817295697174</c:v>
                </c:pt>
                <c:pt idx="72">
                  <c:v>0.89681543245431</c:v>
                </c:pt>
                <c:pt idx="73">
                  <c:v>0.89545995973859</c:v>
                </c:pt>
                <c:pt idx="74">
                  <c:v>0.89410653572343</c:v>
                </c:pt>
                <c:pt idx="75">
                  <c:v>0.89275515731238</c:v>
                </c:pt>
                <c:pt idx="76">
                  <c:v>0.89140582141364</c:v>
                </c:pt>
                <c:pt idx="77">
                  <c:v>0.8900585249401</c:v>
                </c:pt>
                <c:pt idx="78">
                  <c:v>0.88871326480932</c:v>
                </c:pt>
                <c:pt idx="79">
                  <c:v>0.88737003794351</c:v>
                </c:pt>
                <c:pt idx="80">
                  <c:v>0.88602884126953</c:v>
                </c:pt>
                <c:pt idx="81">
                  <c:v>0.8846896717189</c:v>
                </c:pt>
                <c:pt idx="82">
                  <c:v>0.88335252622775</c:v>
                </c:pt>
                <c:pt idx="83">
                  <c:v>0.88201740173688</c:v>
                </c:pt>
                <c:pt idx="84">
                  <c:v>0.88068429519168</c:v>
                </c:pt>
                <c:pt idx="85">
                  <c:v>0.87935320354216</c:v>
                </c:pt>
                <c:pt idx="86">
                  <c:v>0.87802412374297</c:v>
                </c:pt>
                <c:pt idx="87">
                  <c:v>0.87669705275332</c:v>
                </c:pt>
                <c:pt idx="88">
                  <c:v>0.87537198753705</c:v>
                </c:pt>
                <c:pt idx="89">
                  <c:v>0.87404892506258</c:v>
                </c:pt>
                <c:pt idx="90">
                  <c:v>0.87272786230289</c:v>
                </c:pt>
                <c:pt idx="91">
                  <c:v>0.87140879623557</c:v>
                </c:pt>
                <c:pt idx="92">
                  <c:v>0.87009172384276</c:v>
                </c:pt>
                <c:pt idx="93">
                  <c:v>0.86877664211115</c:v>
                </c:pt>
                <c:pt idx="94">
                  <c:v>0.86746354803201</c:v>
                </c:pt>
                <c:pt idx="95">
                  <c:v>0.86615243860115</c:v>
                </c:pt>
                <c:pt idx="96">
                  <c:v>0.8648433108189</c:v>
                </c:pt>
                <c:pt idx="97">
                  <c:v>0.86353616169014</c:v>
                </c:pt>
                <c:pt idx="98">
                  <c:v>0.86223098822429</c:v>
                </c:pt>
                <c:pt idx="99">
                  <c:v>0.86092778743526</c:v>
                </c:pt>
                <c:pt idx="100">
                  <c:v>0.8596265563415</c:v>
                </c:pt>
                <c:pt idx="101">
                  <c:v>0.85832729196595</c:v>
                </c:pt>
                <c:pt idx="102">
                  <c:v>0.85702999133606</c:v>
                </c:pt>
                <c:pt idx="103">
                  <c:v>0.85573465148377</c:v>
                </c:pt>
                <c:pt idx="104">
                  <c:v>0.8544412694455</c:v>
                </c:pt>
                <c:pt idx="105">
                  <c:v>0.85314984226215</c:v>
                </c:pt>
                <c:pt idx="106">
                  <c:v>0.8518603669791</c:v>
                </c:pt>
                <c:pt idx="107">
                  <c:v>0.85057284064619</c:v>
                </c:pt>
                <c:pt idx="108">
                  <c:v>0.84928726031773</c:v>
                </c:pt>
                <c:pt idx="109">
                  <c:v>0.84800362305246</c:v>
                </c:pt>
                <c:pt idx="110">
                  <c:v>0.84672192591358</c:v>
                </c:pt>
                <c:pt idx="111">
                  <c:v>0.84544216596873</c:v>
                </c:pt>
                <c:pt idx="112">
                  <c:v>0.84416434028998</c:v>
                </c:pt>
                <c:pt idx="113">
                  <c:v>0.84288844595382</c:v>
                </c:pt>
                <c:pt idx="114">
                  <c:v>0.84161448004117</c:v>
                </c:pt>
                <c:pt idx="115">
                  <c:v>0.84034243963735</c:v>
                </c:pt>
                <c:pt idx="116">
                  <c:v>0.8390723218321</c:v>
                </c:pt>
                <c:pt idx="117">
                  <c:v>0.83780412371953</c:v>
                </c:pt>
                <c:pt idx="118">
                  <c:v>0.83653784239818</c:v>
                </c:pt>
                <c:pt idx="119">
                  <c:v>0.83527347497094</c:v>
                </c:pt>
                <c:pt idx="120">
                  <c:v>0.83401101854511</c:v>
                </c:pt>
                <c:pt idx="121">
                  <c:v>0.83275047023234</c:v>
                </c:pt>
                <c:pt idx="122">
                  <c:v>0.83149182714865</c:v>
                </c:pt>
                <c:pt idx="123">
                  <c:v>0.83023508641443</c:v>
                </c:pt>
                <c:pt idx="124">
                  <c:v>0.82898024515441</c:v>
                </c:pt>
                <c:pt idx="125">
                  <c:v>0.82772730049767</c:v>
                </c:pt>
                <c:pt idx="126">
                  <c:v>0.82647624957762</c:v>
                </c:pt>
                <c:pt idx="127">
                  <c:v>0.82522708953203</c:v>
                </c:pt>
                <c:pt idx="128">
                  <c:v>0.82397981750297</c:v>
                </c:pt>
                <c:pt idx="129">
                  <c:v>0.82273443063683</c:v>
                </c:pt>
                <c:pt idx="130">
                  <c:v>0.82149092608433</c:v>
                </c:pt>
                <c:pt idx="131">
                  <c:v>0.82024930100048</c:v>
                </c:pt>
                <c:pt idx="132">
                  <c:v>0.8190095525446</c:v>
                </c:pt>
                <c:pt idx="133">
                  <c:v>0.8177716778803</c:v>
                </c:pt>
                <c:pt idx="134">
                  <c:v>0.81653567417548</c:v>
                </c:pt>
                <c:pt idx="135">
                  <c:v>0.81530153860231</c:v>
                </c:pt>
                <c:pt idx="136">
                  <c:v>0.81406926833725</c:v>
                </c:pt>
                <c:pt idx="137">
                  <c:v>0.81283886056102</c:v>
                </c:pt>
                <c:pt idx="138">
                  <c:v>0.8116103124586</c:v>
                </c:pt>
                <c:pt idx="139">
                  <c:v>0.81038362121921</c:v>
                </c:pt>
                <c:pt idx="140">
                  <c:v>0.80915878403636</c:v>
                </c:pt>
                <c:pt idx="141">
                  <c:v>0.80793579810776</c:v>
                </c:pt>
                <c:pt idx="142">
                  <c:v>0.80671466063537</c:v>
                </c:pt>
                <c:pt idx="143">
                  <c:v>0.80549536882538</c:v>
                </c:pt>
                <c:pt idx="144">
                  <c:v>0.80427791988821</c:v>
                </c:pt>
                <c:pt idx="145">
                  <c:v>0.80306231103848</c:v>
                </c:pt>
                <c:pt idx="146">
                  <c:v>0.80184853949503</c:v>
                </c:pt>
                <c:pt idx="147">
                  <c:v>0.80063660248091</c:v>
                </c:pt>
                <c:pt idx="148">
                  <c:v>0.79942649722336</c:v>
                </c:pt>
                <c:pt idx="149">
                  <c:v>0.7982182209538</c:v>
                </c:pt>
                <c:pt idx="150">
                  <c:v>0.79701177090785</c:v>
                </c:pt>
                <c:pt idx="151">
                  <c:v>0.7958071443253</c:v>
                </c:pt>
                <c:pt idx="152">
                  <c:v>0.79460433845012</c:v>
                </c:pt>
                <c:pt idx="153">
                  <c:v>0.79340335053044</c:v>
                </c:pt>
                <c:pt idx="154">
                  <c:v>0.79220417781855</c:v>
                </c:pt>
                <c:pt idx="155">
                  <c:v>0.79100681757088</c:v>
                </c:pt>
                <c:pt idx="156">
                  <c:v>0.78981126704804</c:v>
                </c:pt>
                <c:pt idx="157">
                  <c:v>0.78861752351475</c:v>
                </c:pt>
                <c:pt idx="158">
                  <c:v>0.78742558423986</c:v>
                </c:pt>
                <c:pt idx="159">
                  <c:v>0.78623544649639</c:v>
                </c:pt>
                <c:pt idx="160">
                  <c:v>0.78504710756143</c:v>
                </c:pt>
                <c:pt idx="161">
                  <c:v>0.78386056471622</c:v>
                </c:pt>
                <c:pt idx="162">
                  <c:v>0.78267581524609</c:v>
                </c:pt>
                <c:pt idx="163">
                  <c:v>0.78149285644049</c:v>
                </c:pt>
                <c:pt idx="164">
                  <c:v>0.78031168559296</c:v>
                </c:pt>
                <c:pt idx="165">
                  <c:v>0.77913230000111</c:v>
                </c:pt>
                <c:pt idx="166">
                  <c:v>0.77795469696668</c:v>
                </c:pt>
                <c:pt idx="167">
                  <c:v>0.77677887379544</c:v>
                </c:pt>
                <c:pt idx="168">
                  <c:v>0.77560482779726</c:v>
                </c:pt>
                <c:pt idx="169">
                  <c:v>0.77443255628607</c:v>
                </c:pt>
                <c:pt idx="170">
                  <c:v>0.77326205657987</c:v>
                </c:pt>
                <c:pt idx="171">
                  <c:v>0.77209332600068</c:v>
                </c:pt>
                <c:pt idx="172">
                  <c:v>0.77092636187461</c:v>
                </c:pt>
                <c:pt idx="173">
                  <c:v>0.76976116153178</c:v>
                </c:pt>
                <c:pt idx="174">
                  <c:v>0.76859772230636</c:v>
                </c:pt>
                <c:pt idx="175">
                  <c:v>0.76743604153655</c:v>
                </c:pt>
                <c:pt idx="176">
                  <c:v>0.76627611656457</c:v>
                </c:pt>
                <c:pt idx="177">
                  <c:v>0.76511794473665</c:v>
                </c:pt>
                <c:pt idx="178">
                  <c:v>0.76396152340305</c:v>
                </c:pt>
                <c:pt idx="179">
                  <c:v>0.762806849918</c:v>
                </c:pt>
                <c:pt idx="180">
                  <c:v>0.76165392163978</c:v>
                </c:pt>
                <c:pt idx="181">
                  <c:v>0.76050273593061</c:v>
                </c:pt>
                <c:pt idx="182">
                  <c:v>0.75935329015673</c:v>
                </c:pt>
                <c:pt idx="183">
                  <c:v>0.75820558168835</c:v>
                </c:pt>
                <c:pt idx="184">
                  <c:v>0.75705960789966</c:v>
                </c:pt>
                <c:pt idx="185">
                  <c:v>0.75591536616882</c:v>
                </c:pt>
                <c:pt idx="186">
                  <c:v>0.75477285387793</c:v>
                </c:pt>
                <c:pt idx="187">
                  <c:v>0.75363206841308</c:v>
                </c:pt>
                <c:pt idx="188">
                  <c:v>0.75249300716429</c:v>
                </c:pt>
                <c:pt idx="189">
                  <c:v>0.75135566752553</c:v>
                </c:pt>
                <c:pt idx="190">
                  <c:v>0.75022004689471</c:v>
                </c:pt>
                <c:pt idx="191">
                  <c:v>0.74908614267368</c:v>
                </c:pt>
                <c:pt idx="192">
                  <c:v>0.74795395226819</c:v>
                </c:pt>
                <c:pt idx="193">
                  <c:v>0.74682347308794</c:v>
                </c:pt>
                <c:pt idx="194">
                  <c:v>0.74569470254654</c:v>
                </c:pt>
                <c:pt idx="195">
                  <c:v>0.7445676380615</c:v>
                </c:pt>
                <c:pt idx="196">
                  <c:v>0.74344227705423</c:v>
                </c:pt>
                <c:pt idx="197">
                  <c:v>0.74231861695005</c:v>
                </c:pt>
                <c:pt idx="198">
                  <c:v>0.74119665517817</c:v>
                </c:pt>
                <c:pt idx="199">
                  <c:v>0.74007638917168</c:v>
                </c:pt>
                <c:pt idx="200">
                  <c:v>0.73895781636754</c:v>
                </c:pt>
                <c:pt idx="201">
                  <c:v>0.73784093420662</c:v>
                </c:pt>
                <c:pt idx="202">
                  <c:v>0.7367257401336</c:v>
                </c:pt>
                <c:pt idx="203">
                  <c:v>0.73561223159709</c:v>
                </c:pt>
                <c:pt idx="204">
                  <c:v>0.73450040604949</c:v>
                </c:pt>
                <c:pt idx="205">
                  <c:v>0.7333902609471</c:v>
                </c:pt>
                <c:pt idx="206">
                  <c:v>0.73228179375005</c:v>
                </c:pt>
                <c:pt idx="207">
                  <c:v>0.73117500192229</c:v>
                </c:pt>
                <c:pt idx="208">
                  <c:v>0.73006988293163</c:v>
                </c:pt>
                <c:pt idx="209">
                  <c:v>0.7289664342497</c:v>
                </c:pt>
                <c:pt idx="210">
                  <c:v>0.72786465335193</c:v>
                </c:pt>
                <c:pt idx="211">
                  <c:v>0.7267645377176</c:v>
                </c:pt>
                <c:pt idx="212">
                  <c:v>0.72566608482977</c:v>
                </c:pt>
                <c:pt idx="213">
                  <c:v>0.72456929217532</c:v>
                </c:pt>
                <c:pt idx="214">
                  <c:v>0.72347415724493</c:v>
                </c:pt>
                <c:pt idx="215">
                  <c:v>0.72238067753307</c:v>
                </c:pt>
                <c:pt idx="216">
                  <c:v>0.72128885053799</c:v>
                </c:pt>
                <c:pt idx="217">
                  <c:v>0.72019867376173</c:v>
                </c:pt>
                <c:pt idx="218">
                  <c:v>0.71911014471009</c:v>
                </c:pt>
                <c:pt idx="219">
                  <c:v>0.71802326089267</c:v>
                </c:pt>
                <c:pt idx="220">
                  <c:v>0.7169380198228</c:v>
                </c:pt>
                <c:pt idx="221">
                  <c:v>0.71585441901759</c:v>
                </c:pt>
                <c:pt idx="222">
                  <c:v>0.7147724559979</c:v>
                </c:pt>
                <c:pt idx="223">
                  <c:v>0.71369212828832</c:v>
                </c:pt>
                <c:pt idx="224">
                  <c:v>0.71261343341722</c:v>
                </c:pt>
                <c:pt idx="225">
                  <c:v>0.71153636891665</c:v>
                </c:pt>
                <c:pt idx="226">
                  <c:v>0.71046093232245</c:v>
                </c:pt>
                <c:pt idx="227">
                  <c:v>0.70938712117414</c:v>
                </c:pt>
                <c:pt idx="228">
                  <c:v>0.70831493301497</c:v>
                </c:pt>
                <c:pt idx="229">
                  <c:v>0.70724436539192</c:v>
                </c:pt>
                <c:pt idx="230">
                  <c:v>0.70617541585566</c:v>
                </c:pt>
                <c:pt idx="231">
                  <c:v>0.70510808196056</c:v>
                </c:pt>
                <c:pt idx="232">
                  <c:v>0.70404236126471</c:v>
                </c:pt>
                <c:pt idx="233">
                  <c:v>0.70297825132985</c:v>
                </c:pt>
                <c:pt idx="234">
                  <c:v>0.70191574972145</c:v>
                </c:pt>
                <c:pt idx="235">
                  <c:v>0.70085485400863</c:v>
                </c:pt>
                <c:pt idx="236">
                  <c:v>0.6997955617642</c:v>
                </c:pt>
                <c:pt idx="237">
                  <c:v>0.69873787056462</c:v>
                </c:pt>
                <c:pt idx="238">
                  <c:v>0.69768177799003</c:v>
                </c:pt>
                <c:pt idx="239">
                  <c:v>0.69662728162423</c:v>
                </c:pt>
                <c:pt idx="240">
                  <c:v>0.69557437905465</c:v>
                </c:pt>
                <c:pt idx="241">
                  <c:v>0.69452306787239</c:v>
                </c:pt>
                <c:pt idx="242">
                  <c:v>0.69347334567218</c:v>
                </c:pt>
                <c:pt idx="243">
                  <c:v>0.69242521005238</c:v>
                </c:pt>
                <c:pt idx="244">
                  <c:v>0.691378658615</c:v>
                </c:pt>
                <c:pt idx="245">
                  <c:v>0.69033368896565</c:v>
                </c:pt>
                <c:pt idx="246">
                  <c:v>0.68929029871358</c:v>
                </c:pt>
                <c:pt idx="247">
                  <c:v>0.68824848547163</c:v>
                </c:pt>
                <c:pt idx="248">
                  <c:v>0.68720824685626</c:v>
                </c:pt>
                <c:pt idx="249">
                  <c:v>0.68616958048755</c:v>
                </c:pt>
                <c:pt idx="250">
                  <c:v>0.68513248398915</c:v>
                </c:pt>
                <c:pt idx="251">
                  <c:v>0.68409695498832</c:v>
                </c:pt>
                <c:pt idx="252">
                  <c:v>0.68306299111589</c:v>
                </c:pt>
                <c:pt idx="253">
                  <c:v>0.68203059000629</c:v>
                </c:pt>
                <c:pt idx="254">
                  <c:v>0.68099974929751</c:v>
                </c:pt>
                <c:pt idx="255">
                  <c:v>0.67997046663111</c:v>
                </c:pt>
                <c:pt idx="256">
                  <c:v>0.67894273965222</c:v>
                </c:pt>
                <c:pt idx="257">
                  <c:v>0.67791656600954</c:v>
                </c:pt>
                <c:pt idx="258">
                  <c:v>0.67689194335531</c:v>
                </c:pt>
                <c:pt idx="259">
                  <c:v>0.67586886934531</c:v>
                </c:pt>
                <c:pt idx="260">
                  <c:v>0.67484734163889</c:v>
                </c:pt>
                <c:pt idx="261">
                  <c:v>0.6738273578989</c:v>
                </c:pt>
                <c:pt idx="262">
                  <c:v>0.67280891579177</c:v>
                </c:pt>
                <c:pt idx="263">
                  <c:v>0.67179201298742</c:v>
                </c:pt>
                <c:pt idx="264">
                  <c:v>0.6707766471593</c:v>
                </c:pt>
                <c:pt idx="265">
                  <c:v>0.66976281598439</c:v>
                </c:pt>
                <c:pt idx="266">
                  <c:v>0.66875051714316</c:v>
                </c:pt>
                <c:pt idx="267">
                  <c:v>0.6677397483196</c:v>
                </c:pt>
                <c:pt idx="268">
                  <c:v>0.6667305072012</c:v>
                </c:pt>
                <c:pt idx="269">
                  <c:v>0.66572279147894</c:v>
                </c:pt>
                <c:pt idx="270">
                  <c:v>0.6647165988473</c:v>
                </c:pt>
                <c:pt idx="271">
                  <c:v>0.66371192700422</c:v>
                </c:pt>
                <c:pt idx="272">
                  <c:v>0.66270877365115</c:v>
                </c:pt>
                <c:pt idx="273">
                  <c:v>0.661707136493</c:v>
                </c:pt>
                <c:pt idx="274">
                  <c:v>0.66070701323814</c:v>
                </c:pt>
                <c:pt idx="275">
                  <c:v>0.65970840159842</c:v>
                </c:pt>
                <c:pt idx="276">
                  <c:v>0.65871129928914</c:v>
                </c:pt>
                <c:pt idx="277">
                  <c:v>0.65771570402905</c:v>
                </c:pt>
                <c:pt idx="278">
                  <c:v>0.65672161354037</c:v>
                </c:pt>
                <c:pt idx="279">
                  <c:v>0.65572902554872</c:v>
                </c:pt>
                <c:pt idx="280">
                  <c:v>0.6547379377832</c:v>
                </c:pt>
                <c:pt idx="281">
                  <c:v>0.65374834797632</c:v>
                </c:pt>
                <c:pt idx="282">
                  <c:v>0.65276025386402</c:v>
                </c:pt>
                <c:pt idx="283">
                  <c:v>0.65177365318566</c:v>
                </c:pt>
                <c:pt idx="284">
                  <c:v>0.65078854368403</c:v>
                </c:pt>
                <c:pt idx="285">
                  <c:v>0.64980492310532</c:v>
                </c:pt>
                <c:pt idx="286">
                  <c:v>0.64882278919913</c:v>
                </c:pt>
                <c:pt idx="287">
                  <c:v>0.64784213971846</c:v>
                </c:pt>
                <c:pt idx="288">
                  <c:v>0.6468629724197</c:v>
                </c:pt>
                <c:pt idx="289">
                  <c:v>0.64588528506264</c:v>
                </c:pt>
                <c:pt idx="290">
                  <c:v>0.64490907541046</c:v>
                </c:pt>
                <c:pt idx="291">
                  <c:v>0.64393434122971</c:v>
                </c:pt>
                <c:pt idx="292">
                  <c:v>0.64296108029032</c:v>
                </c:pt>
                <c:pt idx="293">
                  <c:v>0.64198929036559</c:v>
                </c:pt>
                <c:pt idx="294">
                  <c:v>0.64101896923218</c:v>
                </c:pt>
                <c:pt idx="295">
                  <c:v>0.64005011467013</c:v>
                </c:pt>
                <c:pt idx="296">
                  <c:v>0.63908272446281</c:v>
                </c:pt>
                <c:pt idx="297">
                  <c:v>0.63811679639696</c:v>
                </c:pt>
                <c:pt idx="298">
                  <c:v>0.63715232826265</c:v>
                </c:pt>
                <c:pt idx="299">
                  <c:v>0.6361893178533</c:v>
                </c:pt>
                <c:pt idx="300">
                  <c:v>0.63522776296567</c:v>
                </c:pt>
                <c:pt idx="301">
                  <c:v>0.63426766139983</c:v>
                </c:pt>
                <c:pt idx="302">
                  <c:v>0.63330901095919</c:v>
                </c:pt>
                <c:pt idx="303">
                  <c:v>0.63235180945049</c:v>
                </c:pt>
                <c:pt idx="304">
                  <c:v>0.63139605468376</c:v>
                </c:pt>
                <c:pt idx="305">
                  <c:v>0.63044174447235</c:v>
                </c:pt>
                <c:pt idx="306">
                  <c:v>0.62948887663293</c:v>
                </c:pt>
                <c:pt idx="307">
                  <c:v>0.62853744898545</c:v>
                </c:pt>
                <c:pt idx="308">
                  <c:v>0.62758745935316</c:v>
                </c:pt>
                <c:pt idx="309">
                  <c:v>0.62663890556261</c:v>
                </c:pt>
                <c:pt idx="310">
                  <c:v>0.62569178544362</c:v>
                </c:pt>
                <c:pt idx="311">
                  <c:v>0.6247460968293</c:v>
                </c:pt>
                <c:pt idx="312">
                  <c:v>0.62380183755603</c:v>
                </c:pt>
                <c:pt idx="313">
                  <c:v>0.62285900546347</c:v>
                </c:pt>
                <c:pt idx="314">
                  <c:v>0.62191759839453</c:v>
                </c:pt>
                <c:pt idx="315">
                  <c:v>0.62097761419539</c:v>
                </c:pt>
                <c:pt idx="316">
                  <c:v>0.62003905071549</c:v>
                </c:pt>
                <c:pt idx="317">
                  <c:v>0.61910190580751</c:v>
                </c:pt>
                <c:pt idx="318">
                  <c:v>0.61816617732737</c:v>
                </c:pt>
                <c:pt idx="319">
                  <c:v>0.61723186313426</c:v>
                </c:pt>
                <c:pt idx="320">
                  <c:v>0.61629896109057</c:v>
                </c:pt>
                <c:pt idx="321">
                  <c:v>0.61536746906193</c:v>
                </c:pt>
                <c:pt idx="322">
                  <c:v>0.61443738491723</c:v>
                </c:pt>
                <c:pt idx="323">
                  <c:v>0.61350870652853</c:v>
                </c:pt>
                <c:pt idx="324">
                  <c:v>0.61258143177113</c:v>
                </c:pt>
                <c:pt idx="325">
                  <c:v>0.61165555852356</c:v>
                </c:pt>
                <c:pt idx="326">
                  <c:v>0.61073108466752</c:v>
                </c:pt>
                <c:pt idx="327">
                  <c:v>0.60980800808793</c:v>
                </c:pt>
                <c:pt idx="328">
                  <c:v>0.60888632667292</c:v>
                </c:pt>
                <c:pt idx="329">
                  <c:v>0.60796603831379</c:v>
                </c:pt>
                <c:pt idx="330">
                  <c:v>0.60704714090503</c:v>
                </c:pt>
                <c:pt idx="331">
                  <c:v>0.60612963234432</c:v>
                </c:pt>
                <c:pt idx="332">
                  <c:v>0.60521351053252</c:v>
                </c:pt>
                <c:pt idx="333">
                  <c:v>0.60429877337365</c:v>
                </c:pt>
                <c:pt idx="334">
                  <c:v>0.60338541877491</c:v>
                </c:pt>
                <c:pt idx="335">
                  <c:v>0.60247344464666</c:v>
                </c:pt>
                <c:pt idx="336">
                  <c:v>0.60156284890242</c:v>
                </c:pt>
                <c:pt idx="337">
                  <c:v>0.60065362945885</c:v>
                </c:pt>
                <c:pt idx="338">
                  <c:v>0.59974578423578</c:v>
                </c:pt>
                <c:pt idx="339">
                  <c:v>0.59883931115617</c:v>
                </c:pt>
                <c:pt idx="340">
                  <c:v>0.59793420814613</c:v>
                </c:pt>
                <c:pt idx="341">
                  <c:v>0.59703047313488</c:v>
                </c:pt>
                <c:pt idx="342">
                  <c:v>0.59612810405479</c:v>
                </c:pt>
                <c:pt idx="343">
                  <c:v>0.59522709884137</c:v>
                </c:pt>
                <c:pt idx="344">
                  <c:v>0.59432745543322</c:v>
                </c:pt>
                <c:pt idx="345">
                  <c:v>0.59342917177207</c:v>
                </c:pt>
                <c:pt idx="346">
                  <c:v>0.59253224580275</c:v>
                </c:pt>
                <c:pt idx="347">
                  <c:v>0.59163667547323</c:v>
                </c:pt>
                <c:pt idx="348">
                  <c:v>0.59074245873453</c:v>
                </c:pt>
                <c:pt idx="349">
                  <c:v>0.58984959354081</c:v>
                </c:pt>
                <c:pt idx="350">
                  <c:v>0.58895807784929</c:v>
                </c:pt>
                <c:pt idx="351">
                  <c:v>0.58806790962032</c:v>
                </c:pt>
                <c:pt idx="352">
                  <c:v>0.58717908681728</c:v>
                </c:pt>
                <c:pt idx="353">
                  <c:v>0.58629160740667</c:v>
                </c:pt>
                <c:pt idx="354">
                  <c:v>0.58540546935804</c:v>
                </c:pt>
                <c:pt idx="355">
                  <c:v>0.58452067064402</c:v>
                </c:pt>
                <c:pt idx="356">
                  <c:v>0.5836372092403</c:v>
                </c:pt>
                <c:pt idx="357">
                  <c:v>0.58275508312564</c:v>
                </c:pt>
                <c:pt idx="358">
                  <c:v>0.58187429028183</c:v>
                </c:pt>
                <c:pt idx="359">
                  <c:v>0.58099482869373</c:v>
                </c:pt>
                <c:pt idx="360">
                  <c:v>0.58011669634925</c:v>
                </c:pt>
                <c:pt idx="361">
                  <c:v>0.57923989123933</c:v>
                </c:pt>
                <c:pt idx="362">
                  <c:v>0.57836441135794</c:v>
                </c:pt>
                <c:pt idx="363">
                  <c:v>0.5774902547021</c:v>
                </c:pt>
                <c:pt idx="364">
                  <c:v>0.57661741927185</c:v>
                </c:pt>
                <c:pt idx="365">
                  <c:v>0.57574590307025</c:v>
                </c:pt>
                <c:pt idx="366">
                  <c:v>0.57487570410337</c:v>
                </c:pt>
                <c:pt idx="367">
                  <c:v>0.57400682038032</c:v>
                </c:pt>
                <c:pt idx="368">
                  <c:v>0.57313924991319</c:v>
                </c:pt>
                <c:pt idx="369">
                  <c:v>0.57227299071709</c:v>
                </c:pt>
                <c:pt idx="370">
                  <c:v>0.57140804081013</c:v>
                </c:pt>
                <c:pt idx="371">
                  <c:v>0.57054439821342</c:v>
                </c:pt>
                <c:pt idx="372">
                  <c:v>0.56968206095104</c:v>
                </c:pt>
                <c:pt idx="373">
                  <c:v>0.56882102705007</c:v>
                </c:pt>
                <c:pt idx="374">
                  <c:v>0.56796129454058</c:v>
                </c:pt>
                <c:pt idx="375">
                  <c:v>0.5671028614556</c:v>
                </c:pt>
                <c:pt idx="376">
                  <c:v>0.56624572583116</c:v>
                </c:pt>
                <c:pt idx="377">
                  <c:v>0.56538988570622</c:v>
                </c:pt>
                <c:pt idx="378">
                  <c:v>0.56453533912274</c:v>
                </c:pt>
                <c:pt idx="379">
                  <c:v>0.56368208412561</c:v>
                </c:pt>
                <c:pt idx="380">
                  <c:v>0.56283011876271</c:v>
                </c:pt>
                <c:pt idx="381">
                  <c:v>0.56197944108482</c:v>
                </c:pt>
                <c:pt idx="382">
                  <c:v>0.56113004914573</c:v>
                </c:pt>
                <c:pt idx="383">
                  <c:v>0.56028194100211</c:v>
                </c:pt>
                <c:pt idx="384">
                  <c:v>0.5594351147136</c:v>
                </c:pt>
                <c:pt idx="385">
                  <c:v>0.55858956834278</c:v>
                </c:pt>
                <c:pt idx="386">
                  <c:v>0.55774529995514</c:v>
                </c:pt>
                <c:pt idx="387">
                  <c:v>0.55690230761909</c:v>
                </c:pt>
                <c:pt idx="388">
                  <c:v>0.55606058940597</c:v>
                </c:pt>
                <c:pt idx="389">
                  <c:v>0.55522014339005</c:v>
                </c:pt>
                <c:pt idx="390">
                  <c:v>0.55438096764847</c:v>
                </c:pt>
                <c:pt idx="391">
                  <c:v>0.55354306026133</c:v>
                </c:pt>
                <c:pt idx="392">
                  <c:v>0.55270641931158</c:v>
                </c:pt>
                <c:pt idx="393">
                  <c:v>0.55187104288509</c:v>
                </c:pt>
                <c:pt idx="394">
                  <c:v>0.55103692907064</c:v>
                </c:pt>
                <c:pt idx="395">
                  <c:v>0.55020407595986</c:v>
                </c:pt>
                <c:pt idx="396">
                  <c:v>0.54937248164731</c:v>
                </c:pt>
                <c:pt idx="397">
                  <c:v>0.54854214423039</c:v>
                </c:pt>
                <c:pt idx="398">
                  <c:v>0.54771306180939</c:v>
                </c:pt>
                <c:pt idx="399">
                  <c:v>0.54688523248748</c:v>
                </c:pt>
                <c:pt idx="400">
                  <c:v>0.54605865437069</c:v>
                </c:pt>
              </c:numCache>
            </c:numRef>
          </c:yVal>
        </c:ser>
        <c:dLbls>
          <c:txPr>
            <a:bodyPr xmlns:a="http://schemas.openxmlformats.org/drawingml/2006/main" anchorCtr="1"/>
            <a:lstStyle xmlns:a="http://schemas.openxmlformats.org/drawingml/2006/main"/>
            <a:p xmlns:a="http://schemas.openxmlformats.org/drawingml/2006/main">
              <a:pPr>
                <a:defRPr>
                  <a:latin typeface="Georgia"/>
                  <a:ea typeface="Georgia"/>
                  <a:cs typeface="Georgia"/>
                </a:defRPr>
              </a:pPr>
            </a:p>
          </c:txPr>
          <c:showLegendKey val="0"/>
          <c:showVal val="0"/>
          <c:showCatName val="0"/>
          <c:showSerName val="0"/>
          <c:showPercent val="0"/>
          <c:showBubbleSize val="0"/>
          <c:showLeaderLines val="0"/>
        </c:dLbls>
        <c:axId val="48650112"/>
        <c:axId val="48672768"/>
      </c:scatterChart>
      <c:valAx>
        <c:axId val="48672768"/>
        <c:scaling>
          <c:orientation val="minMax"/>
          <c:max val="1"/>
          <c:min val="0"/>
        </c:scaling>
        <c:delete val="0"/>
        <c:axPos val="l"/>
        <c:majorGridlines>
          <c:spPr>
            <a:ln xmlns:a="http://schemas.openxmlformats.org/drawingml/2006/main" w="6668">
              <a:solidFill>
                <a:srgbClr val="D5CEC1"/>
              </a:solidFill>
            </a:ln>
          </c:spPr>
        </c:majorGridlines>
        <c:title>
          <c:tx>
            <c:rich>
              <a:bodyPr xmlns:a="http://schemas.openxmlformats.org/drawingml/2006/main"/>
              <a:lstStyle xmlns:a="http://schemas.openxmlformats.org/drawingml/2006/main"/>
              <a:p xmlns:a="http://schemas.openxmlformats.org/drawingml/2006/main">
                <a:r>
                  <a:rPr>
                    <a:latin typeface="Georgia"/>
                    <a:ea typeface="Georgia"/>
                    <a:cs typeface="Georgia"/>
                  </a:rPr>
                  <a:t>Normalized coherence</a:t>
                </a:r>
              </a:p>
            </c:rich>
          </c:tx>
          <c:overlay val="0"/>
          <c:txPr>
            <a:bodyPr xmlns:a="http://schemas.openxmlformats.org/drawingml/2006/main" anchorCtr="1"/>
            <a:lstStyle xmlns:a="http://schemas.openxmlformats.org/drawingml/2006/main"/>
            <a:p xmlns:a="http://schemas.openxmlformats.org/drawingml/2006/main">
              <a:pPr>
                <a:defRPr>
                  <a:latin typeface="Georgia"/>
                  <a:ea typeface="Georgia"/>
                  <a:cs typeface="Georgia"/>
                </a:defRPr>
              </a:pPr>
            </a:p>
          </c:txPr>
        </c:title>
        <c:numFmt formatCode="0.00"/>
        <c:majorTickMark val="none"/>
        <c:minorTickMark val="none"/>
        <c:spPr>
          <a:ln xmlns:a="http://schemas.openxmlformats.org/drawingml/2006/main" w="9525">
            <a:solidFill>
              <a:srgbClr val="6E6A61"/>
            </a:solidFill>
          </a:ln>
        </c:spPr>
        <c:txPr>
          <a:bodyPr xmlns:a="http://schemas.openxmlformats.org/drawingml/2006/main" anchorCtr="1"/>
          <a:lstStyle xmlns:a="http://schemas.openxmlformats.org/drawingml/2006/main"/>
          <a:p xmlns:a="http://schemas.openxmlformats.org/drawingml/2006/main">
            <a:pPr>
              <a:defRPr sz="1500">
                <a:solidFill>
                  <a:srgbClr val="242421"/>
                </a:solidFill>
                <a:latin typeface="Georgia"/>
                <a:ea typeface="Georgia"/>
                <a:cs typeface="Georgia"/>
              </a:defRPr>
            </a:pPr>
          </a:p>
        </c:txPr>
        <c:crossAx val="48650112"/>
        <c:majorUnit val="0.25"/>
      </c:valAx>
      <c:valAx>
        <c:axId val="48650112"/>
        <c:scaling>
          <c:orientation val="minMax"/>
          <c:max val="400"/>
          <c:min val="0"/>
        </c:scaling>
        <c:delete val="0"/>
        <c:axPos val="b"/>
        <c:title>
          <c:tx>
            <c:rich>
              <a:bodyPr xmlns:a="http://schemas.openxmlformats.org/drawingml/2006/main"/>
              <a:lstStyle xmlns:a="http://schemas.openxmlformats.org/drawingml/2006/main"/>
              <a:p xmlns:a="http://schemas.openxmlformats.org/drawingml/2006/main">
                <a:r>
                  <a:rPr>
                    <a:latin typeface="Georgia"/>
                    <a:ea typeface="Georgia"/>
                    <a:cs typeface="Georgia"/>
                  </a:rPr>
                  <a:t>Time (ps)</a:t>
                </a:r>
              </a:p>
            </c:rich>
          </c:tx>
          <c:overlay val="0"/>
          <c:txPr>
            <a:bodyPr xmlns:a="http://schemas.openxmlformats.org/drawingml/2006/main" anchorCtr="1"/>
            <a:lstStyle xmlns:a="http://schemas.openxmlformats.org/drawingml/2006/main"/>
            <a:p xmlns:a="http://schemas.openxmlformats.org/drawingml/2006/main">
              <a:pPr>
                <a:defRPr>
                  <a:latin typeface="Georgia"/>
                  <a:ea typeface="Georgia"/>
                  <a:cs typeface="Georgia"/>
                </a:defRPr>
              </a:pPr>
            </a:p>
          </c:txPr>
        </c:title>
        <c:numFmt formatCode="0"/>
        <c:majorTickMark val="none"/>
        <c:minorTickMark val="none"/>
        <c:spPr>
          <a:ln xmlns:a="http://schemas.openxmlformats.org/drawingml/2006/main" w="9525">
            <a:solidFill>
              <a:srgbClr val="6E6A61"/>
            </a:solidFill>
          </a:ln>
        </c:spPr>
        <c:txPr>
          <a:bodyPr xmlns:a="http://schemas.openxmlformats.org/drawingml/2006/main" anchorCtr="1"/>
          <a:lstStyle xmlns:a="http://schemas.openxmlformats.org/drawingml/2006/main"/>
          <a:p xmlns:a="http://schemas.openxmlformats.org/drawingml/2006/main">
            <a:pPr>
              <a:defRPr sz="1500">
                <a:solidFill>
                  <a:srgbClr val="242421"/>
                </a:solidFill>
                <a:latin typeface="Georgia"/>
                <a:ea typeface="Georgia"/>
                <a:cs typeface="Georgia"/>
              </a:defRPr>
            </a:pPr>
          </a:p>
        </c:txPr>
        <c:crossAx val="48672768"/>
        <c:majorUnit val="100"/>
      </c:valAx>
      <c:spPr>
        <a:solidFill xmlns:a="http://schemas.openxmlformats.org/drawingml/2006/main">
          <a:srgbClr val="F4F0E8"/>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425">
              <a:solidFill>
                <a:srgbClr val="242421"/>
              </a:solidFill>
              <a:latin typeface="Georgia"/>
              <a:ea typeface="Georgia"/>
              <a:cs typeface="Georgia"/>
            </a:defRPr>
          </a:pPr>
        </a:p>
      </c:txPr>
    </c:legend>
    <c:plotVisOnly val="1"/>
  </c:chart>
  <c:spPr>
    <a:solidFill xmlns:a="http://schemas.openxmlformats.org/drawingml/2006/main">
      <a:srgbClr val="F4F0E8"/>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scatterChart>
        <c:scatterStyle val="line"/>
        <c:varyColors val="0"/>
        <c:ser>
          <c:idx val="0"/>
          <c:order val="0"/>
          <c:tx>
            <c:v>Doppler profile</c:v>
          </c:tx>
          <c:spPr>
            <a:ln xmlns:a="http://schemas.openxmlformats.org/drawingml/2006/main" w="28575">
              <a:solidFill>
                <a:srgbClr val="B4472B"/>
              </a:solidFill>
            </a:ln>
          </c:spPr>
          <c:marker>
            <c:symbol val="none"/>
          </c:marker>
          <c:xVal>
            <c:numRef>
              <c:f>'Chart Data'!$A$2:$A$602</c:f>
              <c:numCache>
                <c:formatCode>General</c:formatCode>
                <c:ptCount val="601"/>
                <c:pt idx="0">
                  <c:v>-0.6</c:v>
                </c:pt>
                <c:pt idx="1">
                  <c:v>-0.598</c:v>
                </c:pt>
                <c:pt idx="2">
                  <c:v>-0.596</c:v>
                </c:pt>
                <c:pt idx="3">
                  <c:v>-0.594</c:v>
                </c:pt>
                <c:pt idx="4">
                  <c:v>-0.592</c:v>
                </c:pt>
                <c:pt idx="5">
                  <c:v>-0.59</c:v>
                </c:pt>
                <c:pt idx="6">
                  <c:v>-0.588</c:v>
                </c:pt>
                <c:pt idx="7">
                  <c:v>-0.586</c:v>
                </c:pt>
                <c:pt idx="8">
                  <c:v>-0.584</c:v>
                </c:pt>
                <c:pt idx="9">
                  <c:v>-0.582</c:v>
                </c:pt>
                <c:pt idx="10">
                  <c:v>-0.58</c:v>
                </c:pt>
                <c:pt idx="11">
                  <c:v>-0.578</c:v>
                </c:pt>
                <c:pt idx="12">
                  <c:v>-0.576</c:v>
                </c:pt>
                <c:pt idx="13">
                  <c:v>-0.574</c:v>
                </c:pt>
                <c:pt idx="14">
                  <c:v>-0.572</c:v>
                </c:pt>
                <c:pt idx="15">
                  <c:v>-0.57</c:v>
                </c:pt>
                <c:pt idx="16">
                  <c:v>-0.568</c:v>
                </c:pt>
                <c:pt idx="17">
                  <c:v>-0.566</c:v>
                </c:pt>
                <c:pt idx="18">
                  <c:v>-0.564</c:v>
                </c:pt>
                <c:pt idx="19">
                  <c:v>-0.562</c:v>
                </c:pt>
                <c:pt idx="20">
                  <c:v>-0.56</c:v>
                </c:pt>
                <c:pt idx="21">
                  <c:v>-0.558</c:v>
                </c:pt>
                <c:pt idx="22">
                  <c:v>-0.556</c:v>
                </c:pt>
                <c:pt idx="23">
                  <c:v>-0.554</c:v>
                </c:pt>
                <c:pt idx="24">
                  <c:v>-0.552</c:v>
                </c:pt>
                <c:pt idx="25">
                  <c:v>-0.55</c:v>
                </c:pt>
                <c:pt idx="26">
                  <c:v>-0.548</c:v>
                </c:pt>
                <c:pt idx="27">
                  <c:v>-0.546</c:v>
                </c:pt>
                <c:pt idx="28">
                  <c:v>-0.544</c:v>
                </c:pt>
                <c:pt idx="29">
                  <c:v>-0.542</c:v>
                </c:pt>
                <c:pt idx="30">
                  <c:v>-0.54</c:v>
                </c:pt>
                <c:pt idx="31">
                  <c:v>-0.538</c:v>
                </c:pt>
                <c:pt idx="32">
                  <c:v>-0.536</c:v>
                </c:pt>
                <c:pt idx="33">
                  <c:v>-0.534</c:v>
                </c:pt>
                <c:pt idx="34">
                  <c:v>-0.532</c:v>
                </c:pt>
                <c:pt idx="35">
                  <c:v>-0.53</c:v>
                </c:pt>
                <c:pt idx="36">
                  <c:v>-0.528</c:v>
                </c:pt>
                <c:pt idx="37">
                  <c:v>-0.526</c:v>
                </c:pt>
                <c:pt idx="38">
                  <c:v>-0.524</c:v>
                </c:pt>
                <c:pt idx="39">
                  <c:v>-0.522</c:v>
                </c:pt>
                <c:pt idx="40">
                  <c:v>-0.52</c:v>
                </c:pt>
                <c:pt idx="41">
                  <c:v>-0.518</c:v>
                </c:pt>
                <c:pt idx="42">
                  <c:v>-0.516</c:v>
                </c:pt>
                <c:pt idx="43">
                  <c:v>-0.514</c:v>
                </c:pt>
                <c:pt idx="44">
                  <c:v>-0.512</c:v>
                </c:pt>
                <c:pt idx="45">
                  <c:v>-0.51</c:v>
                </c:pt>
                <c:pt idx="46">
                  <c:v>-0.508</c:v>
                </c:pt>
                <c:pt idx="47">
                  <c:v>-0.506</c:v>
                </c:pt>
                <c:pt idx="48">
                  <c:v>-0.504</c:v>
                </c:pt>
                <c:pt idx="49">
                  <c:v>-0.502</c:v>
                </c:pt>
                <c:pt idx="50">
                  <c:v>-0.5</c:v>
                </c:pt>
                <c:pt idx="51">
                  <c:v>-0.498</c:v>
                </c:pt>
                <c:pt idx="52">
                  <c:v>-0.496</c:v>
                </c:pt>
                <c:pt idx="53">
                  <c:v>-0.494</c:v>
                </c:pt>
                <c:pt idx="54">
                  <c:v>-0.492</c:v>
                </c:pt>
                <c:pt idx="55">
                  <c:v>-0.49</c:v>
                </c:pt>
                <c:pt idx="56">
                  <c:v>-0.488</c:v>
                </c:pt>
                <c:pt idx="57">
                  <c:v>-0.486</c:v>
                </c:pt>
                <c:pt idx="58">
                  <c:v>-0.484</c:v>
                </c:pt>
                <c:pt idx="59">
                  <c:v>-0.482</c:v>
                </c:pt>
                <c:pt idx="60">
                  <c:v>-0.48</c:v>
                </c:pt>
                <c:pt idx="61">
                  <c:v>-0.478</c:v>
                </c:pt>
                <c:pt idx="62">
                  <c:v>-0.476</c:v>
                </c:pt>
                <c:pt idx="63">
                  <c:v>-0.474</c:v>
                </c:pt>
                <c:pt idx="64">
                  <c:v>-0.472</c:v>
                </c:pt>
                <c:pt idx="65">
                  <c:v>-0.47</c:v>
                </c:pt>
                <c:pt idx="66">
                  <c:v>-0.468</c:v>
                </c:pt>
                <c:pt idx="67">
                  <c:v>-0.466</c:v>
                </c:pt>
                <c:pt idx="68">
                  <c:v>-0.464</c:v>
                </c:pt>
                <c:pt idx="69">
                  <c:v>-0.462</c:v>
                </c:pt>
                <c:pt idx="70">
                  <c:v>-0.46</c:v>
                </c:pt>
                <c:pt idx="71">
                  <c:v>-0.458</c:v>
                </c:pt>
                <c:pt idx="72">
                  <c:v>-0.456</c:v>
                </c:pt>
                <c:pt idx="73">
                  <c:v>-0.454</c:v>
                </c:pt>
                <c:pt idx="74">
                  <c:v>-0.452</c:v>
                </c:pt>
                <c:pt idx="75">
                  <c:v>-0.45</c:v>
                </c:pt>
                <c:pt idx="76">
                  <c:v>-0.448</c:v>
                </c:pt>
                <c:pt idx="77">
                  <c:v>-0.446</c:v>
                </c:pt>
                <c:pt idx="78">
                  <c:v>-0.444</c:v>
                </c:pt>
                <c:pt idx="79">
                  <c:v>-0.442</c:v>
                </c:pt>
                <c:pt idx="80">
                  <c:v>-0.44</c:v>
                </c:pt>
                <c:pt idx="81">
                  <c:v>-0.438</c:v>
                </c:pt>
                <c:pt idx="82">
                  <c:v>-0.436</c:v>
                </c:pt>
                <c:pt idx="83">
                  <c:v>-0.434</c:v>
                </c:pt>
                <c:pt idx="84">
                  <c:v>-0.432</c:v>
                </c:pt>
                <c:pt idx="85">
                  <c:v>-0.43</c:v>
                </c:pt>
                <c:pt idx="86">
                  <c:v>-0.428</c:v>
                </c:pt>
                <c:pt idx="87">
                  <c:v>-0.426</c:v>
                </c:pt>
                <c:pt idx="88">
                  <c:v>-0.424</c:v>
                </c:pt>
                <c:pt idx="89">
                  <c:v>-0.422</c:v>
                </c:pt>
                <c:pt idx="90">
                  <c:v>-0.42</c:v>
                </c:pt>
                <c:pt idx="91">
                  <c:v>-0.418</c:v>
                </c:pt>
                <c:pt idx="92">
                  <c:v>-0.416</c:v>
                </c:pt>
                <c:pt idx="93">
                  <c:v>-0.414</c:v>
                </c:pt>
                <c:pt idx="94">
                  <c:v>-0.412</c:v>
                </c:pt>
                <c:pt idx="95">
                  <c:v>-0.41</c:v>
                </c:pt>
                <c:pt idx="96">
                  <c:v>-0.408</c:v>
                </c:pt>
                <c:pt idx="97">
                  <c:v>-0.406</c:v>
                </c:pt>
                <c:pt idx="98">
                  <c:v>-0.404</c:v>
                </c:pt>
                <c:pt idx="99">
                  <c:v>-0.402</c:v>
                </c:pt>
                <c:pt idx="100">
                  <c:v>-0.4</c:v>
                </c:pt>
                <c:pt idx="101">
                  <c:v>-0.398</c:v>
                </c:pt>
                <c:pt idx="102">
                  <c:v>-0.396</c:v>
                </c:pt>
                <c:pt idx="103">
                  <c:v>-0.394</c:v>
                </c:pt>
                <c:pt idx="104">
                  <c:v>-0.392</c:v>
                </c:pt>
                <c:pt idx="105">
                  <c:v>-0.39</c:v>
                </c:pt>
                <c:pt idx="106">
                  <c:v>-0.388</c:v>
                </c:pt>
                <c:pt idx="107">
                  <c:v>-0.386</c:v>
                </c:pt>
                <c:pt idx="108">
                  <c:v>-0.384</c:v>
                </c:pt>
                <c:pt idx="109">
                  <c:v>-0.382</c:v>
                </c:pt>
                <c:pt idx="110">
                  <c:v>-0.38</c:v>
                </c:pt>
                <c:pt idx="111">
                  <c:v>-0.378</c:v>
                </c:pt>
                <c:pt idx="112">
                  <c:v>-0.376</c:v>
                </c:pt>
                <c:pt idx="113">
                  <c:v>-0.374</c:v>
                </c:pt>
                <c:pt idx="114">
                  <c:v>-0.372</c:v>
                </c:pt>
                <c:pt idx="115">
                  <c:v>-0.37</c:v>
                </c:pt>
                <c:pt idx="116">
                  <c:v>-0.368</c:v>
                </c:pt>
                <c:pt idx="117">
                  <c:v>-0.366</c:v>
                </c:pt>
                <c:pt idx="118">
                  <c:v>-0.364</c:v>
                </c:pt>
                <c:pt idx="119">
                  <c:v>-0.362</c:v>
                </c:pt>
                <c:pt idx="120">
                  <c:v>-0.36</c:v>
                </c:pt>
                <c:pt idx="121">
                  <c:v>-0.358</c:v>
                </c:pt>
                <c:pt idx="122">
                  <c:v>-0.356</c:v>
                </c:pt>
                <c:pt idx="123">
                  <c:v>-0.354</c:v>
                </c:pt>
                <c:pt idx="124">
                  <c:v>-0.352</c:v>
                </c:pt>
                <c:pt idx="125">
                  <c:v>-0.35</c:v>
                </c:pt>
                <c:pt idx="126">
                  <c:v>-0.348</c:v>
                </c:pt>
                <c:pt idx="127">
                  <c:v>-0.346</c:v>
                </c:pt>
                <c:pt idx="128">
                  <c:v>-0.344</c:v>
                </c:pt>
                <c:pt idx="129">
                  <c:v>-0.342</c:v>
                </c:pt>
                <c:pt idx="130">
                  <c:v>-0.34</c:v>
                </c:pt>
                <c:pt idx="131">
                  <c:v>-0.338</c:v>
                </c:pt>
                <c:pt idx="132">
                  <c:v>-0.336</c:v>
                </c:pt>
                <c:pt idx="133">
                  <c:v>-0.334</c:v>
                </c:pt>
                <c:pt idx="134">
                  <c:v>-0.332</c:v>
                </c:pt>
                <c:pt idx="135">
                  <c:v>-0.33</c:v>
                </c:pt>
                <c:pt idx="136">
                  <c:v>-0.328</c:v>
                </c:pt>
                <c:pt idx="137">
                  <c:v>-0.326</c:v>
                </c:pt>
                <c:pt idx="138">
                  <c:v>-0.324</c:v>
                </c:pt>
                <c:pt idx="139">
                  <c:v>-0.322</c:v>
                </c:pt>
                <c:pt idx="140">
                  <c:v>-0.32</c:v>
                </c:pt>
                <c:pt idx="141">
                  <c:v>-0.318</c:v>
                </c:pt>
                <c:pt idx="142">
                  <c:v>-0.316</c:v>
                </c:pt>
                <c:pt idx="143">
                  <c:v>-0.314</c:v>
                </c:pt>
                <c:pt idx="144">
                  <c:v>-0.312</c:v>
                </c:pt>
                <c:pt idx="145">
                  <c:v>-0.31</c:v>
                </c:pt>
                <c:pt idx="146">
                  <c:v>-0.308</c:v>
                </c:pt>
                <c:pt idx="147">
                  <c:v>-0.306</c:v>
                </c:pt>
                <c:pt idx="148">
                  <c:v>-0.304</c:v>
                </c:pt>
                <c:pt idx="149">
                  <c:v>-0.302</c:v>
                </c:pt>
                <c:pt idx="150">
                  <c:v>-0.3</c:v>
                </c:pt>
                <c:pt idx="151">
                  <c:v>-0.298</c:v>
                </c:pt>
                <c:pt idx="152">
                  <c:v>-0.296</c:v>
                </c:pt>
                <c:pt idx="153">
                  <c:v>-0.294</c:v>
                </c:pt>
                <c:pt idx="154">
                  <c:v>-0.292</c:v>
                </c:pt>
                <c:pt idx="155">
                  <c:v>-0.29</c:v>
                </c:pt>
                <c:pt idx="156">
                  <c:v>-0.288</c:v>
                </c:pt>
                <c:pt idx="157">
                  <c:v>-0.286</c:v>
                </c:pt>
                <c:pt idx="158">
                  <c:v>-0.284</c:v>
                </c:pt>
                <c:pt idx="159">
                  <c:v>-0.282</c:v>
                </c:pt>
                <c:pt idx="160">
                  <c:v>-0.28</c:v>
                </c:pt>
                <c:pt idx="161">
                  <c:v>-0.278</c:v>
                </c:pt>
                <c:pt idx="162">
                  <c:v>-0.276</c:v>
                </c:pt>
                <c:pt idx="163">
                  <c:v>-0.274</c:v>
                </c:pt>
                <c:pt idx="164">
                  <c:v>-0.272</c:v>
                </c:pt>
                <c:pt idx="165">
                  <c:v>-0.27</c:v>
                </c:pt>
                <c:pt idx="166">
                  <c:v>-0.268</c:v>
                </c:pt>
                <c:pt idx="167">
                  <c:v>-0.266</c:v>
                </c:pt>
                <c:pt idx="168">
                  <c:v>-0.264</c:v>
                </c:pt>
                <c:pt idx="169">
                  <c:v>-0.262</c:v>
                </c:pt>
                <c:pt idx="170">
                  <c:v>-0.26</c:v>
                </c:pt>
                <c:pt idx="171">
                  <c:v>-0.258</c:v>
                </c:pt>
                <c:pt idx="172">
                  <c:v>-0.256</c:v>
                </c:pt>
                <c:pt idx="173">
                  <c:v>-0.254</c:v>
                </c:pt>
                <c:pt idx="174">
                  <c:v>-0.252</c:v>
                </c:pt>
                <c:pt idx="175">
                  <c:v>-0.25</c:v>
                </c:pt>
                <c:pt idx="176">
                  <c:v>-0.248</c:v>
                </c:pt>
                <c:pt idx="177">
                  <c:v>-0.246</c:v>
                </c:pt>
                <c:pt idx="178">
                  <c:v>-0.244</c:v>
                </c:pt>
                <c:pt idx="179">
                  <c:v>-0.242</c:v>
                </c:pt>
                <c:pt idx="180">
                  <c:v>-0.24</c:v>
                </c:pt>
                <c:pt idx="181">
                  <c:v>-0.238</c:v>
                </c:pt>
                <c:pt idx="182">
                  <c:v>-0.236</c:v>
                </c:pt>
                <c:pt idx="183">
                  <c:v>-0.234</c:v>
                </c:pt>
                <c:pt idx="184">
                  <c:v>-0.232</c:v>
                </c:pt>
                <c:pt idx="185">
                  <c:v>-0.23</c:v>
                </c:pt>
                <c:pt idx="186">
                  <c:v>-0.228</c:v>
                </c:pt>
                <c:pt idx="187">
                  <c:v>-0.226</c:v>
                </c:pt>
                <c:pt idx="188">
                  <c:v>-0.224</c:v>
                </c:pt>
                <c:pt idx="189">
                  <c:v>-0.222</c:v>
                </c:pt>
                <c:pt idx="190">
                  <c:v>-0.22</c:v>
                </c:pt>
                <c:pt idx="191">
                  <c:v>-0.218</c:v>
                </c:pt>
                <c:pt idx="192">
                  <c:v>-0.216</c:v>
                </c:pt>
                <c:pt idx="193">
                  <c:v>-0.214</c:v>
                </c:pt>
                <c:pt idx="194">
                  <c:v>-0.212</c:v>
                </c:pt>
                <c:pt idx="195">
                  <c:v>-0.21</c:v>
                </c:pt>
                <c:pt idx="196">
                  <c:v>-0.208</c:v>
                </c:pt>
                <c:pt idx="197">
                  <c:v>-0.206</c:v>
                </c:pt>
                <c:pt idx="198">
                  <c:v>-0.204</c:v>
                </c:pt>
                <c:pt idx="199">
                  <c:v>-0.202</c:v>
                </c:pt>
                <c:pt idx="200">
                  <c:v>-0.2</c:v>
                </c:pt>
                <c:pt idx="201">
                  <c:v>-0.198</c:v>
                </c:pt>
                <c:pt idx="202">
                  <c:v>-0.196</c:v>
                </c:pt>
                <c:pt idx="203">
                  <c:v>-0.194</c:v>
                </c:pt>
                <c:pt idx="204">
                  <c:v>-0.192</c:v>
                </c:pt>
                <c:pt idx="205">
                  <c:v>-0.19</c:v>
                </c:pt>
                <c:pt idx="206">
                  <c:v>-0.188</c:v>
                </c:pt>
                <c:pt idx="207">
                  <c:v>-0.186</c:v>
                </c:pt>
                <c:pt idx="208">
                  <c:v>-0.184</c:v>
                </c:pt>
                <c:pt idx="209">
                  <c:v>-0.182</c:v>
                </c:pt>
                <c:pt idx="210">
                  <c:v>-0.18</c:v>
                </c:pt>
                <c:pt idx="211">
                  <c:v>-0.178</c:v>
                </c:pt>
                <c:pt idx="212">
                  <c:v>-0.176</c:v>
                </c:pt>
                <c:pt idx="213">
                  <c:v>-0.174</c:v>
                </c:pt>
                <c:pt idx="214">
                  <c:v>-0.172</c:v>
                </c:pt>
                <c:pt idx="215">
                  <c:v>-0.17</c:v>
                </c:pt>
                <c:pt idx="216">
                  <c:v>-0.168</c:v>
                </c:pt>
                <c:pt idx="217">
                  <c:v>-0.166</c:v>
                </c:pt>
                <c:pt idx="218">
                  <c:v>-0.164</c:v>
                </c:pt>
                <c:pt idx="219">
                  <c:v>-0.162</c:v>
                </c:pt>
                <c:pt idx="220">
                  <c:v>-0.16</c:v>
                </c:pt>
                <c:pt idx="221">
                  <c:v>-0.158</c:v>
                </c:pt>
                <c:pt idx="222">
                  <c:v>-0.156</c:v>
                </c:pt>
                <c:pt idx="223">
                  <c:v>-0.154</c:v>
                </c:pt>
                <c:pt idx="224">
                  <c:v>-0.152</c:v>
                </c:pt>
                <c:pt idx="225">
                  <c:v>-0.15</c:v>
                </c:pt>
                <c:pt idx="226">
                  <c:v>-0.148</c:v>
                </c:pt>
                <c:pt idx="227">
                  <c:v>-0.146</c:v>
                </c:pt>
                <c:pt idx="228">
                  <c:v>-0.144</c:v>
                </c:pt>
                <c:pt idx="229">
                  <c:v>-0.142</c:v>
                </c:pt>
                <c:pt idx="230">
                  <c:v>-0.14</c:v>
                </c:pt>
                <c:pt idx="231">
                  <c:v>-0.138</c:v>
                </c:pt>
                <c:pt idx="232">
                  <c:v>-0.136</c:v>
                </c:pt>
                <c:pt idx="233">
                  <c:v>-0.134</c:v>
                </c:pt>
                <c:pt idx="234">
                  <c:v>-0.132</c:v>
                </c:pt>
                <c:pt idx="235">
                  <c:v>-0.13</c:v>
                </c:pt>
                <c:pt idx="236">
                  <c:v>-0.128</c:v>
                </c:pt>
                <c:pt idx="237">
                  <c:v>-0.126</c:v>
                </c:pt>
                <c:pt idx="238">
                  <c:v>-0.124</c:v>
                </c:pt>
                <c:pt idx="239">
                  <c:v>-0.122</c:v>
                </c:pt>
                <c:pt idx="240">
                  <c:v>-0.12</c:v>
                </c:pt>
                <c:pt idx="241">
                  <c:v>-0.118</c:v>
                </c:pt>
                <c:pt idx="242">
                  <c:v>-0.116</c:v>
                </c:pt>
                <c:pt idx="243">
                  <c:v>-0.114</c:v>
                </c:pt>
                <c:pt idx="244">
                  <c:v>-0.112</c:v>
                </c:pt>
                <c:pt idx="245">
                  <c:v>-0.11</c:v>
                </c:pt>
                <c:pt idx="246">
                  <c:v>-0.108</c:v>
                </c:pt>
                <c:pt idx="247">
                  <c:v>-0.106</c:v>
                </c:pt>
                <c:pt idx="248">
                  <c:v>-0.104</c:v>
                </c:pt>
                <c:pt idx="249">
                  <c:v>-0.102</c:v>
                </c:pt>
                <c:pt idx="250">
                  <c:v>-0.1</c:v>
                </c:pt>
                <c:pt idx="251">
                  <c:v>-0.098</c:v>
                </c:pt>
                <c:pt idx="252">
                  <c:v>-0.096</c:v>
                </c:pt>
                <c:pt idx="253">
                  <c:v>-0.094</c:v>
                </c:pt>
                <c:pt idx="254">
                  <c:v>-0.092</c:v>
                </c:pt>
                <c:pt idx="255">
                  <c:v>-0.09</c:v>
                </c:pt>
                <c:pt idx="256">
                  <c:v>-0.088</c:v>
                </c:pt>
                <c:pt idx="257">
                  <c:v>-0.086</c:v>
                </c:pt>
                <c:pt idx="258">
                  <c:v>-0.084</c:v>
                </c:pt>
                <c:pt idx="259">
                  <c:v>-0.082</c:v>
                </c:pt>
                <c:pt idx="260">
                  <c:v>-0.08</c:v>
                </c:pt>
                <c:pt idx="261">
                  <c:v>-0.078</c:v>
                </c:pt>
                <c:pt idx="262">
                  <c:v>-0.076</c:v>
                </c:pt>
                <c:pt idx="263">
                  <c:v>-0.074</c:v>
                </c:pt>
                <c:pt idx="264">
                  <c:v>-0.072</c:v>
                </c:pt>
                <c:pt idx="265">
                  <c:v>-0.07</c:v>
                </c:pt>
                <c:pt idx="266">
                  <c:v>-0.068</c:v>
                </c:pt>
                <c:pt idx="267">
                  <c:v>-0.066</c:v>
                </c:pt>
                <c:pt idx="268">
                  <c:v>-0.064</c:v>
                </c:pt>
                <c:pt idx="269">
                  <c:v>-0.062</c:v>
                </c:pt>
                <c:pt idx="270">
                  <c:v>-0.06</c:v>
                </c:pt>
                <c:pt idx="271">
                  <c:v>-0.058</c:v>
                </c:pt>
                <c:pt idx="272">
                  <c:v>-0.056</c:v>
                </c:pt>
                <c:pt idx="273">
                  <c:v>-0.054</c:v>
                </c:pt>
                <c:pt idx="274">
                  <c:v>-0.052</c:v>
                </c:pt>
                <c:pt idx="275">
                  <c:v>-0.05</c:v>
                </c:pt>
                <c:pt idx="276">
                  <c:v>-0.048</c:v>
                </c:pt>
                <c:pt idx="277">
                  <c:v>-0.046</c:v>
                </c:pt>
                <c:pt idx="278">
                  <c:v>-0.044</c:v>
                </c:pt>
                <c:pt idx="279">
                  <c:v>-0.042</c:v>
                </c:pt>
                <c:pt idx="280">
                  <c:v>-0.04</c:v>
                </c:pt>
                <c:pt idx="281">
                  <c:v>-0.038</c:v>
                </c:pt>
                <c:pt idx="282">
                  <c:v>-0.036</c:v>
                </c:pt>
                <c:pt idx="283">
                  <c:v>-0.034</c:v>
                </c:pt>
                <c:pt idx="284">
                  <c:v>-0.032</c:v>
                </c:pt>
                <c:pt idx="285">
                  <c:v>-0.03</c:v>
                </c:pt>
                <c:pt idx="286">
                  <c:v>-0.028</c:v>
                </c:pt>
                <c:pt idx="287">
                  <c:v>-0.026</c:v>
                </c:pt>
                <c:pt idx="288">
                  <c:v>-0.024</c:v>
                </c:pt>
                <c:pt idx="289">
                  <c:v>-0.022</c:v>
                </c:pt>
                <c:pt idx="290">
                  <c:v>-0.02</c:v>
                </c:pt>
                <c:pt idx="291">
                  <c:v>-0.018</c:v>
                </c:pt>
                <c:pt idx="292">
                  <c:v>-0.016</c:v>
                </c:pt>
                <c:pt idx="293">
                  <c:v>-0.014</c:v>
                </c:pt>
                <c:pt idx="294">
                  <c:v>-0.012</c:v>
                </c:pt>
                <c:pt idx="295">
                  <c:v>-0.01</c:v>
                </c:pt>
                <c:pt idx="296">
                  <c:v>-0.008</c:v>
                </c:pt>
                <c:pt idx="297">
                  <c:v>-0.006</c:v>
                </c:pt>
                <c:pt idx="298">
                  <c:v>-0.004</c:v>
                </c:pt>
                <c:pt idx="299">
                  <c:v>-0.002</c:v>
                </c:pt>
                <c:pt idx="300">
                  <c:v>0</c:v>
                </c:pt>
                <c:pt idx="301">
                  <c:v>0.002</c:v>
                </c:pt>
                <c:pt idx="302">
                  <c:v>0.004</c:v>
                </c:pt>
                <c:pt idx="303">
                  <c:v>0.006</c:v>
                </c:pt>
                <c:pt idx="304">
                  <c:v>0.008</c:v>
                </c:pt>
                <c:pt idx="305">
                  <c:v>0.01</c:v>
                </c:pt>
                <c:pt idx="306">
                  <c:v>0.012</c:v>
                </c:pt>
                <c:pt idx="307">
                  <c:v>0.014</c:v>
                </c:pt>
                <c:pt idx="308">
                  <c:v>0.016</c:v>
                </c:pt>
                <c:pt idx="309">
                  <c:v>0.018</c:v>
                </c:pt>
                <c:pt idx="310">
                  <c:v>0.02</c:v>
                </c:pt>
                <c:pt idx="311">
                  <c:v>0.022</c:v>
                </c:pt>
                <c:pt idx="312">
                  <c:v>0.024</c:v>
                </c:pt>
                <c:pt idx="313">
                  <c:v>0.026</c:v>
                </c:pt>
                <c:pt idx="314">
                  <c:v>0.028</c:v>
                </c:pt>
                <c:pt idx="315">
                  <c:v>0.03</c:v>
                </c:pt>
                <c:pt idx="316">
                  <c:v>0.032</c:v>
                </c:pt>
                <c:pt idx="317">
                  <c:v>0.034</c:v>
                </c:pt>
                <c:pt idx="318">
                  <c:v>0.036</c:v>
                </c:pt>
                <c:pt idx="319">
                  <c:v>0.038</c:v>
                </c:pt>
                <c:pt idx="320">
                  <c:v>0.04</c:v>
                </c:pt>
                <c:pt idx="321">
                  <c:v>0.042</c:v>
                </c:pt>
                <c:pt idx="322">
                  <c:v>0.044</c:v>
                </c:pt>
                <c:pt idx="323">
                  <c:v>0.046</c:v>
                </c:pt>
                <c:pt idx="324">
                  <c:v>0.048</c:v>
                </c:pt>
                <c:pt idx="325">
                  <c:v>0.05</c:v>
                </c:pt>
                <c:pt idx="326">
                  <c:v>0.052</c:v>
                </c:pt>
                <c:pt idx="327">
                  <c:v>0.054</c:v>
                </c:pt>
                <c:pt idx="328">
                  <c:v>0.056</c:v>
                </c:pt>
                <c:pt idx="329">
                  <c:v>0.058</c:v>
                </c:pt>
                <c:pt idx="330">
                  <c:v>0.06</c:v>
                </c:pt>
                <c:pt idx="331">
                  <c:v>0.062</c:v>
                </c:pt>
                <c:pt idx="332">
                  <c:v>0.064</c:v>
                </c:pt>
                <c:pt idx="333">
                  <c:v>0.066</c:v>
                </c:pt>
                <c:pt idx="334">
                  <c:v>0.068</c:v>
                </c:pt>
                <c:pt idx="335">
                  <c:v>0.07</c:v>
                </c:pt>
                <c:pt idx="336">
                  <c:v>0.072</c:v>
                </c:pt>
                <c:pt idx="337">
                  <c:v>0.074</c:v>
                </c:pt>
                <c:pt idx="338">
                  <c:v>0.076</c:v>
                </c:pt>
                <c:pt idx="339">
                  <c:v>0.078</c:v>
                </c:pt>
                <c:pt idx="340">
                  <c:v>0.08</c:v>
                </c:pt>
                <c:pt idx="341">
                  <c:v>0.082</c:v>
                </c:pt>
                <c:pt idx="342">
                  <c:v>0.084</c:v>
                </c:pt>
                <c:pt idx="343">
                  <c:v>0.086</c:v>
                </c:pt>
                <c:pt idx="344">
                  <c:v>0.088</c:v>
                </c:pt>
                <c:pt idx="345">
                  <c:v>0.09</c:v>
                </c:pt>
                <c:pt idx="346">
                  <c:v>0.092</c:v>
                </c:pt>
                <c:pt idx="347">
                  <c:v>0.094</c:v>
                </c:pt>
                <c:pt idx="348">
                  <c:v>0.096</c:v>
                </c:pt>
                <c:pt idx="349">
                  <c:v>0.098</c:v>
                </c:pt>
                <c:pt idx="350">
                  <c:v>0.1</c:v>
                </c:pt>
                <c:pt idx="351">
                  <c:v>0.102</c:v>
                </c:pt>
                <c:pt idx="352">
                  <c:v>0.104</c:v>
                </c:pt>
                <c:pt idx="353">
                  <c:v>0.106</c:v>
                </c:pt>
                <c:pt idx="354">
                  <c:v>0.108</c:v>
                </c:pt>
                <c:pt idx="355">
                  <c:v>0.11</c:v>
                </c:pt>
                <c:pt idx="356">
                  <c:v>0.112</c:v>
                </c:pt>
                <c:pt idx="357">
                  <c:v>0.114</c:v>
                </c:pt>
                <c:pt idx="358">
                  <c:v>0.116</c:v>
                </c:pt>
                <c:pt idx="359">
                  <c:v>0.118</c:v>
                </c:pt>
                <c:pt idx="360">
                  <c:v>0.12</c:v>
                </c:pt>
                <c:pt idx="361">
                  <c:v>0.122</c:v>
                </c:pt>
                <c:pt idx="362">
                  <c:v>0.124</c:v>
                </c:pt>
                <c:pt idx="363">
                  <c:v>0.126</c:v>
                </c:pt>
                <c:pt idx="364">
                  <c:v>0.128</c:v>
                </c:pt>
                <c:pt idx="365">
                  <c:v>0.13</c:v>
                </c:pt>
                <c:pt idx="366">
                  <c:v>0.132</c:v>
                </c:pt>
                <c:pt idx="367">
                  <c:v>0.134</c:v>
                </c:pt>
                <c:pt idx="368">
                  <c:v>0.136</c:v>
                </c:pt>
                <c:pt idx="369">
                  <c:v>0.138</c:v>
                </c:pt>
                <c:pt idx="370">
                  <c:v>0.14</c:v>
                </c:pt>
                <c:pt idx="371">
                  <c:v>0.142</c:v>
                </c:pt>
                <c:pt idx="372">
                  <c:v>0.144</c:v>
                </c:pt>
                <c:pt idx="373">
                  <c:v>0.146</c:v>
                </c:pt>
                <c:pt idx="374">
                  <c:v>0.148</c:v>
                </c:pt>
                <c:pt idx="375">
                  <c:v>0.15</c:v>
                </c:pt>
                <c:pt idx="376">
                  <c:v>0.152</c:v>
                </c:pt>
                <c:pt idx="377">
                  <c:v>0.154</c:v>
                </c:pt>
                <c:pt idx="378">
                  <c:v>0.156</c:v>
                </c:pt>
                <c:pt idx="379">
                  <c:v>0.158</c:v>
                </c:pt>
                <c:pt idx="380">
                  <c:v>0.16</c:v>
                </c:pt>
                <c:pt idx="381">
                  <c:v>0.162</c:v>
                </c:pt>
                <c:pt idx="382">
                  <c:v>0.164</c:v>
                </c:pt>
                <c:pt idx="383">
                  <c:v>0.166</c:v>
                </c:pt>
                <c:pt idx="384">
                  <c:v>0.168</c:v>
                </c:pt>
                <c:pt idx="385">
                  <c:v>0.17</c:v>
                </c:pt>
                <c:pt idx="386">
                  <c:v>0.172</c:v>
                </c:pt>
                <c:pt idx="387">
                  <c:v>0.174</c:v>
                </c:pt>
                <c:pt idx="388">
                  <c:v>0.176</c:v>
                </c:pt>
                <c:pt idx="389">
                  <c:v>0.178</c:v>
                </c:pt>
                <c:pt idx="390">
                  <c:v>0.18</c:v>
                </c:pt>
                <c:pt idx="391">
                  <c:v>0.182</c:v>
                </c:pt>
                <c:pt idx="392">
                  <c:v>0.184</c:v>
                </c:pt>
                <c:pt idx="393">
                  <c:v>0.186</c:v>
                </c:pt>
                <c:pt idx="394">
                  <c:v>0.188</c:v>
                </c:pt>
                <c:pt idx="395">
                  <c:v>0.19</c:v>
                </c:pt>
                <c:pt idx="396">
                  <c:v>0.192</c:v>
                </c:pt>
                <c:pt idx="397">
                  <c:v>0.194</c:v>
                </c:pt>
                <c:pt idx="398">
                  <c:v>0.196</c:v>
                </c:pt>
                <c:pt idx="399">
                  <c:v>0.198</c:v>
                </c:pt>
                <c:pt idx="400">
                  <c:v>0.2</c:v>
                </c:pt>
                <c:pt idx="401">
                  <c:v>0.202</c:v>
                </c:pt>
                <c:pt idx="402">
                  <c:v>0.204</c:v>
                </c:pt>
                <c:pt idx="403">
                  <c:v>0.206</c:v>
                </c:pt>
                <c:pt idx="404">
                  <c:v>0.208</c:v>
                </c:pt>
                <c:pt idx="405">
                  <c:v>0.21</c:v>
                </c:pt>
                <c:pt idx="406">
                  <c:v>0.212</c:v>
                </c:pt>
                <c:pt idx="407">
                  <c:v>0.214</c:v>
                </c:pt>
                <c:pt idx="408">
                  <c:v>0.216</c:v>
                </c:pt>
                <c:pt idx="409">
                  <c:v>0.218</c:v>
                </c:pt>
                <c:pt idx="410">
                  <c:v>0.22</c:v>
                </c:pt>
                <c:pt idx="411">
                  <c:v>0.222</c:v>
                </c:pt>
                <c:pt idx="412">
                  <c:v>0.224</c:v>
                </c:pt>
                <c:pt idx="413">
                  <c:v>0.226</c:v>
                </c:pt>
                <c:pt idx="414">
                  <c:v>0.228</c:v>
                </c:pt>
                <c:pt idx="415">
                  <c:v>0.23</c:v>
                </c:pt>
                <c:pt idx="416">
                  <c:v>0.232</c:v>
                </c:pt>
                <c:pt idx="417">
                  <c:v>0.234</c:v>
                </c:pt>
                <c:pt idx="418">
                  <c:v>0.236</c:v>
                </c:pt>
                <c:pt idx="419">
                  <c:v>0.238</c:v>
                </c:pt>
                <c:pt idx="420">
                  <c:v>0.24</c:v>
                </c:pt>
                <c:pt idx="421">
                  <c:v>0.242</c:v>
                </c:pt>
                <c:pt idx="422">
                  <c:v>0.244</c:v>
                </c:pt>
                <c:pt idx="423">
                  <c:v>0.246</c:v>
                </c:pt>
                <c:pt idx="424">
                  <c:v>0.248</c:v>
                </c:pt>
                <c:pt idx="425">
                  <c:v>0.25</c:v>
                </c:pt>
                <c:pt idx="426">
                  <c:v>0.252</c:v>
                </c:pt>
                <c:pt idx="427">
                  <c:v>0.254</c:v>
                </c:pt>
                <c:pt idx="428">
                  <c:v>0.256</c:v>
                </c:pt>
                <c:pt idx="429">
                  <c:v>0.258</c:v>
                </c:pt>
                <c:pt idx="430">
                  <c:v>0.26</c:v>
                </c:pt>
                <c:pt idx="431">
                  <c:v>0.262</c:v>
                </c:pt>
                <c:pt idx="432">
                  <c:v>0.264</c:v>
                </c:pt>
                <c:pt idx="433">
                  <c:v>0.266</c:v>
                </c:pt>
                <c:pt idx="434">
                  <c:v>0.268</c:v>
                </c:pt>
                <c:pt idx="435">
                  <c:v>0.27</c:v>
                </c:pt>
                <c:pt idx="436">
                  <c:v>0.272</c:v>
                </c:pt>
                <c:pt idx="437">
                  <c:v>0.274</c:v>
                </c:pt>
                <c:pt idx="438">
                  <c:v>0.276</c:v>
                </c:pt>
                <c:pt idx="439">
                  <c:v>0.278</c:v>
                </c:pt>
                <c:pt idx="440">
                  <c:v>0.28</c:v>
                </c:pt>
                <c:pt idx="441">
                  <c:v>0.282</c:v>
                </c:pt>
                <c:pt idx="442">
                  <c:v>0.284</c:v>
                </c:pt>
                <c:pt idx="443">
                  <c:v>0.286</c:v>
                </c:pt>
                <c:pt idx="444">
                  <c:v>0.288</c:v>
                </c:pt>
                <c:pt idx="445">
                  <c:v>0.29</c:v>
                </c:pt>
                <c:pt idx="446">
                  <c:v>0.292</c:v>
                </c:pt>
                <c:pt idx="447">
                  <c:v>0.294</c:v>
                </c:pt>
                <c:pt idx="448">
                  <c:v>0.296</c:v>
                </c:pt>
                <c:pt idx="449">
                  <c:v>0.298</c:v>
                </c:pt>
                <c:pt idx="450">
                  <c:v>0.3</c:v>
                </c:pt>
                <c:pt idx="451">
                  <c:v>0.302</c:v>
                </c:pt>
                <c:pt idx="452">
                  <c:v>0.304</c:v>
                </c:pt>
                <c:pt idx="453">
                  <c:v>0.306</c:v>
                </c:pt>
                <c:pt idx="454">
                  <c:v>0.308</c:v>
                </c:pt>
                <c:pt idx="455">
                  <c:v>0.31</c:v>
                </c:pt>
                <c:pt idx="456">
                  <c:v>0.312</c:v>
                </c:pt>
                <c:pt idx="457">
                  <c:v>0.314</c:v>
                </c:pt>
                <c:pt idx="458">
                  <c:v>0.316</c:v>
                </c:pt>
                <c:pt idx="459">
                  <c:v>0.318</c:v>
                </c:pt>
                <c:pt idx="460">
                  <c:v>0.32</c:v>
                </c:pt>
                <c:pt idx="461">
                  <c:v>0.322</c:v>
                </c:pt>
                <c:pt idx="462">
                  <c:v>0.324</c:v>
                </c:pt>
                <c:pt idx="463">
                  <c:v>0.326</c:v>
                </c:pt>
                <c:pt idx="464">
                  <c:v>0.328</c:v>
                </c:pt>
                <c:pt idx="465">
                  <c:v>0.33</c:v>
                </c:pt>
                <c:pt idx="466">
                  <c:v>0.332</c:v>
                </c:pt>
                <c:pt idx="467">
                  <c:v>0.334</c:v>
                </c:pt>
                <c:pt idx="468">
                  <c:v>0.336</c:v>
                </c:pt>
                <c:pt idx="469">
                  <c:v>0.338</c:v>
                </c:pt>
                <c:pt idx="470">
                  <c:v>0.34</c:v>
                </c:pt>
                <c:pt idx="471">
                  <c:v>0.342</c:v>
                </c:pt>
                <c:pt idx="472">
                  <c:v>0.344</c:v>
                </c:pt>
                <c:pt idx="473">
                  <c:v>0.346</c:v>
                </c:pt>
                <c:pt idx="474">
                  <c:v>0.348</c:v>
                </c:pt>
                <c:pt idx="475">
                  <c:v>0.35</c:v>
                </c:pt>
                <c:pt idx="476">
                  <c:v>0.352</c:v>
                </c:pt>
                <c:pt idx="477">
                  <c:v>0.354</c:v>
                </c:pt>
                <c:pt idx="478">
                  <c:v>0.356</c:v>
                </c:pt>
                <c:pt idx="479">
                  <c:v>0.358</c:v>
                </c:pt>
                <c:pt idx="480">
                  <c:v>0.36</c:v>
                </c:pt>
                <c:pt idx="481">
                  <c:v>0.362</c:v>
                </c:pt>
                <c:pt idx="482">
                  <c:v>0.364</c:v>
                </c:pt>
                <c:pt idx="483">
                  <c:v>0.366</c:v>
                </c:pt>
                <c:pt idx="484">
                  <c:v>0.368</c:v>
                </c:pt>
                <c:pt idx="485">
                  <c:v>0.37</c:v>
                </c:pt>
                <c:pt idx="486">
                  <c:v>0.372</c:v>
                </c:pt>
                <c:pt idx="487">
                  <c:v>0.374</c:v>
                </c:pt>
                <c:pt idx="488">
                  <c:v>0.376</c:v>
                </c:pt>
                <c:pt idx="489">
                  <c:v>0.378</c:v>
                </c:pt>
                <c:pt idx="490">
                  <c:v>0.38</c:v>
                </c:pt>
                <c:pt idx="491">
                  <c:v>0.382</c:v>
                </c:pt>
                <c:pt idx="492">
                  <c:v>0.384</c:v>
                </c:pt>
                <c:pt idx="493">
                  <c:v>0.386</c:v>
                </c:pt>
                <c:pt idx="494">
                  <c:v>0.388</c:v>
                </c:pt>
                <c:pt idx="495">
                  <c:v>0.39</c:v>
                </c:pt>
                <c:pt idx="496">
                  <c:v>0.392</c:v>
                </c:pt>
                <c:pt idx="497">
                  <c:v>0.394</c:v>
                </c:pt>
                <c:pt idx="498">
                  <c:v>0.396</c:v>
                </c:pt>
                <c:pt idx="499">
                  <c:v>0.398</c:v>
                </c:pt>
                <c:pt idx="500">
                  <c:v>0.4</c:v>
                </c:pt>
                <c:pt idx="501">
                  <c:v>0.402</c:v>
                </c:pt>
                <c:pt idx="502">
                  <c:v>0.404</c:v>
                </c:pt>
                <c:pt idx="503">
                  <c:v>0.406</c:v>
                </c:pt>
                <c:pt idx="504">
                  <c:v>0.408</c:v>
                </c:pt>
                <c:pt idx="505">
                  <c:v>0.41</c:v>
                </c:pt>
                <c:pt idx="506">
                  <c:v>0.412</c:v>
                </c:pt>
                <c:pt idx="507">
                  <c:v>0.414</c:v>
                </c:pt>
                <c:pt idx="508">
                  <c:v>0.416</c:v>
                </c:pt>
                <c:pt idx="509">
                  <c:v>0.418</c:v>
                </c:pt>
                <c:pt idx="510">
                  <c:v>0.42</c:v>
                </c:pt>
                <c:pt idx="511">
                  <c:v>0.422</c:v>
                </c:pt>
                <c:pt idx="512">
                  <c:v>0.424</c:v>
                </c:pt>
                <c:pt idx="513">
                  <c:v>0.426</c:v>
                </c:pt>
                <c:pt idx="514">
                  <c:v>0.428</c:v>
                </c:pt>
                <c:pt idx="515">
                  <c:v>0.43</c:v>
                </c:pt>
                <c:pt idx="516">
                  <c:v>0.432</c:v>
                </c:pt>
                <c:pt idx="517">
                  <c:v>0.434</c:v>
                </c:pt>
                <c:pt idx="518">
                  <c:v>0.436</c:v>
                </c:pt>
                <c:pt idx="519">
                  <c:v>0.438</c:v>
                </c:pt>
                <c:pt idx="520">
                  <c:v>0.44</c:v>
                </c:pt>
                <c:pt idx="521">
                  <c:v>0.442</c:v>
                </c:pt>
                <c:pt idx="522">
                  <c:v>0.444</c:v>
                </c:pt>
                <c:pt idx="523">
                  <c:v>0.446</c:v>
                </c:pt>
                <c:pt idx="524">
                  <c:v>0.448</c:v>
                </c:pt>
                <c:pt idx="525">
                  <c:v>0.45</c:v>
                </c:pt>
                <c:pt idx="526">
                  <c:v>0.452</c:v>
                </c:pt>
                <c:pt idx="527">
                  <c:v>0.454</c:v>
                </c:pt>
                <c:pt idx="528">
                  <c:v>0.456</c:v>
                </c:pt>
                <c:pt idx="529">
                  <c:v>0.458</c:v>
                </c:pt>
                <c:pt idx="530">
                  <c:v>0.46</c:v>
                </c:pt>
                <c:pt idx="531">
                  <c:v>0.462</c:v>
                </c:pt>
                <c:pt idx="532">
                  <c:v>0.464</c:v>
                </c:pt>
                <c:pt idx="533">
                  <c:v>0.466</c:v>
                </c:pt>
                <c:pt idx="534">
                  <c:v>0.468</c:v>
                </c:pt>
                <c:pt idx="535">
                  <c:v>0.47</c:v>
                </c:pt>
                <c:pt idx="536">
                  <c:v>0.472</c:v>
                </c:pt>
                <c:pt idx="537">
                  <c:v>0.474</c:v>
                </c:pt>
                <c:pt idx="538">
                  <c:v>0.476</c:v>
                </c:pt>
                <c:pt idx="539">
                  <c:v>0.478</c:v>
                </c:pt>
                <c:pt idx="540">
                  <c:v>0.48</c:v>
                </c:pt>
                <c:pt idx="541">
                  <c:v>0.482</c:v>
                </c:pt>
                <c:pt idx="542">
                  <c:v>0.484</c:v>
                </c:pt>
                <c:pt idx="543">
                  <c:v>0.486</c:v>
                </c:pt>
                <c:pt idx="544">
                  <c:v>0.488</c:v>
                </c:pt>
                <c:pt idx="545">
                  <c:v>0.49</c:v>
                </c:pt>
                <c:pt idx="546">
                  <c:v>0.492</c:v>
                </c:pt>
                <c:pt idx="547">
                  <c:v>0.494</c:v>
                </c:pt>
                <c:pt idx="548">
                  <c:v>0.496</c:v>
                </c:pt>
                <c:pt idx="549">
                  <c:v>0.498</c:v>
                </c:pt>
                <c:pt idx="550">
                  <c:v>0.5</c:v>
                </c:pt>
                <c:pt idx="551">
                  <c:v>0.502</c:v>
                </c:pt>
                <c:pt idx="552">
                  <c:v>0.504</c:v>
                </c:pt>
                <c:pt idx="553">
                  <c:v>0.506</c:v>
                </c:pt>
                <c:pt idx="554">
                  <c:v>0.508</c:v>
                </c:pt>
                <c:pt idx="555">
                  <c:v>0.51</c:v>
                </c:pt>
                <c:pt idx="556">
                  <c:v>0.512</c:v>
                </c:pt>
                <c:pt idx="557">
                  <c:v>0.514</c:v>
                </c:pt>
                <c:pt idx="558">
                  <c:v>0.516</c:v>
                </c:pt>
                <c:pt idx="559">
                  <c:v>0.518</c:v>
                </c:pt>
                <c:pt idx="560">
                  <c:v>0.52</c:v>
                </c:pt>
                <c:pt idx="561">
                  <c:v>0.522</c:v>
                </c:pt>
                <c:pt idx="562">
                  <c:v>0.524</c:v>
                </c:pt>
                <c:pt idx="563">
                  <c:v>0.526</c:v>
                </c:pt>
                <c:pt idx="564">
                  <c:v>0.528</c:v>
                </c:pt>
                <c:pt idx="565">
                  <c:v>0.53</c:v>
                </c:pt>
                <c:pt idx="566">
                  <c:v>0.532</c:v>
                </c:pt>
                <c:pt idx="567">
                  <c:v>0.534</c:v>
                </c:pt>
                <c:pt idx="568">
                  <c:v>0.536</c:v>
                </c:pt>
                <c:pt idx="569">
                  <c:v>0.538</c:v>
                </c:pt>
                <c:pt idx="570">
                  <c:v>0.54</c:v>
                </c:pt>
                <c:pt idx="571">
                  <c:v>0.542</c:v>
                </c:pt>
                <c:pt idx="572">
                  <c:v>0.544</c:v>
                </c:pt>
                <c:pt idx="573">
                  <c:v>0.546</c:v>
                </c:pt>
                <c:pt idx="574">
                  <c:v>0.548</c:v>
                </c:pt>
                <c:pt idx="575">
                  <c:v>0.55</c:v>
                </c:pt>
                <c:pt idx="576">
                  <c:v>0.552</c:v>
                </c:pt>
                <c:pt idx="577">
                  <c:v>0.554</c:v>
                </c:pt>
                <c:pt idx="578">
                  <c:v>0.556</c:v>
                </c:pt>
                <c:pt idx="579">
                  <c:v>0.558</c:v>
                </c:pt>
                <c:pt idx="580">
                  <c:v>0.56</c:v>
                </c:pt>
                <c:pt idx="581">
                  <c:v>0.562</c:v>
                </c:pt>
                <c:pt idx="582">
                  <c:v>0.564</c:v>
                </c:pt>
                <c:pt idx="583">
                  <c:v>0.566</c:v>
                </c:pt>
                <c:pt idx="584">
                  <c:v>0.568</c:v>
                </c:pt>
                <c:pt idx="585">
                  <c:v>0.57</c:v>
                </c:pt>
                <c:pt idx="586">
                  <c:v>0.572</c:v>
                </c:pt>
                <c:pt idx="587">
                  <c:v>0.574</c:v>
                </c:pt>
                <c:pt idx="588">
                  <c:v>0.576</c:v>
                </c:pt>
                <c:pt idx="589">
                  <c:v>0.578</c:v>
                </c:pt>
                <c:pt idx="590">
                  <c:v>0.58</c:v>
                </c:pt>
                <c:pt idx="591">
                  <c:v>0.582</c:v>
                </c:pt>
                <c:pt idx="592">
                  <c:v>0.584</c:v>
                </c:pt>
                <c:pt idx="593">
                  <c:v>0.586</c:v>
                </c:pt>
                <c:pt idx="594">
                  <c:v>0.588</c:v>
                </c:pt>
                <c:pt idx="595">
                  <c:v>0.59</c:v>
                </c:pt>
                <c:pt idx="596">
                  <c:v>0.592</c:v>
                </c:pt>
                <c:pt idx="597">
                  <c:v>0.594</c:v>
                </c:pt>
                <c:pt idx="598">
                  <c:v>0.596</c:v>
                </c:pt>
                <c:pt idx="599">
                  <c:v>0.598</c:v>
                </c:pt>
                <c:pt idx="600">
                  <c:v>0.6</c:v>
                </c:pt>
              </c:numCache>
            </c:numRef>
          </c:xVal>
          <c:yVal>
            <c:numRef>
              <c:f>'Chart Data'!$B$2:$B$602</c:f>
              <c:numCache>
                <c:formatCode>0.0</c:formatCode>
                <c:ptCount val="601"/>
                <c:pt idx="0">
                  <c:v>3.3833160476265E-06</c:v>
                </c:pt>
                <c:pt idx="1">
                  <c:v>3.7099953589541E-06</c:v>
                </c:pt>
                <c:pt idx="2">
                  <c:v>4.0669656584332E-06</c:v>
                </c:pt>
                <c:pt idx="3">
                  <c:v>4.4569112423133E-06</c:v>
                </c:pt>
                <c:pt idx="4">
                  <c:v>4.8827423329112E-06</c:v>
                </c:pt>
                <c:pt idx="5">
                  <c:v>5.3476129874938E-06</c:v>
                </c:pt>
                <c:pt idx="6">
                  <c:v>5.8549403282537E-06</c:v>
                </c:pt>
                <c:pt idx="7">
                  <c:v>6.4084251824109E-06</c:v>
                </c:pt>
                <c:pt idx="8">
                  <c:v>7.0120742267867E-06</c:v>
                </c:pt>
                <c:pt idx="9">
                  <c:v>7.6702237367694E-06</c:v>
                </c:pt>
                <c:pt idx="10">
                  <c:v>8.3875650454339E-06</c:v>
                </c:pt>
                <c:pt idx="11">
                  <c:v>9.1691718247049E-06</c:v>
                </c:pt>
                <c:pt idx="12">
                  <c:v>1.0020529306863E-05</c:v>
                </c:pt>
                <c:pt idx="13">
                  <c:v>1.0947565571407E-05</c:v>
                </c:pt>
                <c:pt idx="14">
                  <c:v>1.1956685029298E-05</c:v>
                </c:pt>
                <c:pt idx="15">
                  <c:v>1.3054804243946E-05</c:v>
                </c:pt>
                <c:pt idx="16">
                  <c:v>1.424939023594E-05</c:v>
                </c:pt>
                <c:pt idx="17">
                  <c:v>1.5548501426528E-05</c:v>
                </c:pt>
                <c:pt idx="18">
                  <c:v>1.696083138313E-05</c:v>
                </c:pt>
                <c:pt idx="19">
                  <c:v>1.8495755538881E-05</c:v>
                </c:pt>
                <c:pt idx="20">
                  <c:v>2.0163381067159E-05</c:v>
                </c:pt>
                <c:pt idx="21">
                  <c:v>2.1974600101471E-05</c:v>
                </c:pt>
                <c:pt idx="22">
                  <c:v>2.3941146500747E-05</c:v>
                </c:pt>
                <c:pt idx="23">
                  <c:v>2.6075656370248E-05</c:v>
                </c:pt>
                <c:pt idx="24">
                  <c:v>2.8391732558688E-05</c:v>
                </c:pt>
                <c:pt idx="25">
                  <c:v>3.0904013363075E-05</c:v>
                </c:pt>
                <c:pt idx="26">
                  <c:v>3.3628245683938E-05</c:v>
                </c:pt>
                <c:pt idx="27">
                  <c:v>3.6581362885229E-05</c:v>
                </c:pt>
                <c:pt idx="28">
                  <c:v>3.9781567625116E-05</c:v>
                </c:pt>
                <c:pt idx="29">
                  <c:v>4.3248419936282E-05</c:v>
                </c:pt>
                <c:pt idx="30">
                  <c:v>4.7002930846972E-05</c:v>
                </c:pt>
                <c:pt idx="31">
                  <c:v>5.1067661847197E-05</c:v>
                </c:pt>
                <c:pt idx="32">
                  <c:v>5.5466830517873E-05</c:v>
                </c:pt>
                <c:pt idx="33">
                  <c:v>6.022642265452E-05</c:v>
                </c:pt>
                <c:pt idx="34">
                  <c:v>6.537431123126E-05</c:v>
                </c:pt>
                <c:pt idx="35">
                  <c:v>7.0940382565335E-05</c:v>
                </c:pt>
                <c:pt idx="36">
                  <c:v>7.6956670057201E-05</c:v>
                </c:pt>
                <c:pt idx="37">
                  <c:v>8.3457495896298E-05</c:v>
                </c:pt>
                <c:pt idx="38">
                  <c:v>9.0479621138072E-05</c:v>
                </c:pt>
                <c:pt idx="39">
                  <c:v>9.8062404573432E-05</c:v>
                </c:pt>
                <c:pt idx="40">
                  <c:v>0.0001062479708278</c:v>
                </c:pt>
                <c:pt idx="41">
                  <c:v>0.00011508138814298</c:v>
                </c:pt>
                <c:pt idx="42">
                  <c:v>0.00012461085631156</c:v>
                </c:pt>
                <c:pt idx="43">
                  <c:v>0.00013488790524981</c:v>
                </c:pt>
                <c:pt idx="44">
                  <c:v>0.000145967604712</c:v>
                </c:pt>
                <c:pt idx="45">
                  <c:v>0.00015790878566554</c:v>
                </c:pt>
                <c:pt idx="46">
                  <c:v>0.0001707742738632</c:v>
                </c:pt>
                <c:pt idx="47">
                  <c:v>0.00018463113616561</c:v>
                </c:pt>
                <c:pt idx="48">
                  <c:v>0.00019955094018366</c:v>
                </c:pt>
                <c:pt idx="49">
                  <c:v>0.00021561002782759</c:v>
                </c:pt>
                <c:pt idx="50">
                  <c:v>0.00023288980336557</c:v>
                </c:pt>
                <c:pt idx="51">
                  <c:v>0.00025147703661124</c:v>
                </c:pt>
                <c:pt idx="52">
                  <c:v>0.0002714641818757</c:v>
                </c:pt>
                <c:pt idx="53">
                  <c:v>0.00029294971333499</c:v>
                </c:pt>
                <c:pt idx="54">
                  <c:v>0.00031603847747958</c:v>
                </c:pt>
                <c:pt idx="55">
                  <c:v>0.00034084206332727</c:v>
                </c:pt>
                <c:pt idx="56">
                  <c:v>0.00036747919109496</c:v>
                </c:pt>
                <c:pt idx="57">
                  <c:v>0.00039607612003865</c:v>
                </c:pt>
                <c:pt idx="58">
                  <c:v>0.00042676707618367</c:v>
                </c:pt>
                <c:pt idx="59">
                  <c:v>0.00045969470067941</c:v>
                </c:pt>
                <c:pt idx="60">
                  <c:v>0.0004950105195237</c:v>
                </c:pt>
                <c:pt idx="61">
                  <c:v>0.00053287543541239</c:v>
                </c:pt>
                <c:pt idx="62">
                  <c:v>0.00057346024247826</c:v>
                </c:pt>
                <c:pt idx="63">
                  <c:v>0.0006169461646913</c:v>
                </c:pt>
                <c:pt idx="64">
                  <c:v>0.00066352541869858</c:v>
                </c:pt>
                <c:pt idx="65">
                  <c:v>0.00071340180188673</c:v>
                </c:pt>
                <c:pt idx="66">
                  <c:v>0.00076679130645327</c:v>
                </c:pt>
                <c:pt idx="67">
                  <c:v>0.00082392276027416</c:v>
                </c:pt>
                <c:pt idx="68">
                  <c:v>0.00088503849535474</c:v>
                </c:pt>
                <c:pt idx="69">
                  <c:v>0.00095039504464833</c:v>
                </c:pt>
                <c:pt idx="70">
                  <c:v>0.0010202638680222</c:v>
                </c:pt>
                <c:pt idx="71">
                  <c:v>0.0010949321081435</c:v>
                </c:pt>
                <c:pt idx="72">
                  <c:v>0.0011747033770478</c:v>
                </c:pt>
                <c:pt idx="73">
                  <c:v>0.001259898574141</c:v>
                </c:pt>
                <c:pt idx="74">
                  <c:v>0.0013508567363703</c:v>
                </c:pt>
                <c:pt idx="75">
                  <c:v>0.001447935921281</c:v>
                </c:pt>
                <c:pt idx="76">
                  <c:v>0.0015515141236566</c:v>
                </c:pt>
                <c:pt idx="77">
                  <c:v>0.0016619902264119</c:v>
                </c:pt>
                <c:pt idx="78">
                  <c:v>0.001779784986385</c:v>
                </c:pt>
                <c:pt idx="79">
                  <c:v>0.0019053420556385</c:v>
                </c:pt>
                <c:pt idx="80">
                  <c:v>0.0020391290388469</c:v>
                </c:pt>
                <c:pt idx="81">
                  <c:v>0.0021816385873076</c:v>
                </c:pt>
                <c:pt idx="82">
                  <c:v>0.0023333895300681</c:v>
                </c:pt>
                <c:pt idx="83">
                  <c:v>0.0024949280426152</c:v>
                </c:pt>
                <c:pt idx="84">
                  <c:v>0.0026668288535188</c:v>
                </c:pt>
                <c:pt idx="85">
                  <c:v>0.0028496964893663</c:v>
                </c:pt>
                <c:pt idx="86">
                  <c:v>0.0030441665582605</c:v>
                </c:pt>
                <c:pt idx="87">
                  <c:v>0.0032509070720885</c:v>
                </c:pt>
                <c:pt idx="88">
                  <c:v>0.0034706198076959</c:v>
                </c:pt>
                <c:pt idx="89">
                  <c:v>0.0037040417070228</c:v>
                </c:pt>
                <c:pt idx="90">
                  <c:v>0.0039519463161771</c:v>
                </c:pt>
                <c:pt idx="91">
                  <c:v>0.0042151452633298</c:v>
                </c:pt>
                <c:pt idx="92">
                  <c:v>0.0044944897752242</c:v>
                </c:pt>
                <c:pt idx="93">
                  <c:v>0.0047908722319928</c:v>
                </c:pt>
                <c:pt idx="94">
                  <c:v>0.0051052277598644</c:v>
                </c:pt>
                <c:pt idx="95">
                  <c:v>0.0054385358612399</c:v>
                </c:pt>
                <c:pt idx="96">
                  <c:v>0.0057918220814902</c:v>
                </c:pt>
                <c:pt idx="97">
                  <c:v>0.0061661597117098</c:v>
                </c:pt>
                <c:pt idx="98">
                  <c:v>0.0065626715265296</c:v>
                </c:pt>
                <c:pt idx="99">
                  <c:v>0.0069825315559524</c:v>
                </c:pt>
                <c:pt idx="100">
                  <c:v>0.0074269668900377</c:v>
                </c:pt>
                <c:pt idx="101">
                  <c:v>0.0078972595151067</c:v>
                </c:pt>
                <c:pt idx="102">
                  <c:v>0.0083947481799912</c:v>
                </c:pt>
                <c:pt idx="103">
                  <c:v>0.0089208302906805</c:v>
                </c:pt>
                <c:pt idx="104">
                  <c:v>0.0094769638315611</c:v>
                </c:pt>
                <c:pt idx="105">
                  <c:v>0.010064669311264</c:v>
                </c:pt>
                <c:pt idx="106">
                  <c:v>0.01068553173096</c:v>
                </c:pt>
                <c:pt idx="107">
                  <c:v>0.011341202572758</c:v>
                </c:pt>
                <c:pt idx="108">
                  <c:v>0.012033401805663</c:v>
                </c:pt>
                <c:pt idx="109">
                  <c:v>0.012763919906374</c:v>
                </c:pt>
                <c:pt idx="110">
                  <c:v>0.013534619891969</c:v>
                </c:pt>
                <c:pt idx="111">
                  <c:v>0.01434743936136</c:v>
                </c:pt>
                <c:pt idx="112">
                  <c:v>0.01520439254215</c:v>
                </c:pt>
                <c:pt idx="113">
                  <c:v>0.016107572339336</c:v>
                </c:pt>
                <c:pt idx="114">
                  <c:v>0.01705915238207</c:v>
                </c:pt>
                <c:pt idx="115">
                  <c:v>0.01806138906448</c:v>
                </c:pt>
                <c:pt idx="116">
                  <c:v>0.019116623576308</c:v>
                </c:pt>
                <c:pt idx="117">
                  <c:v>0.020227283918915</c:v>
                </c:pt>
                <c:pt idx="118">
                  <c:v>0.021395886901966</c:v>
                </c:pt>
                <c:pt idx="119">
                  <c:v>0.022625040115857</c:v>
                </c:pt>
                <c:pt idx="120">
                  <c:v>0.023917443874751</c:v>
                </c:pt>
                <c:pt idx="121">
                  <c:v>0.025275893124824</c:v>
                </c:pt>
                <c:pt idx="122">
                  <c:v>0.026703279312097</c:v>
                </c:pt>
                <c:pt idx="123">
                  <c:v>0.028202592204009</c:v>
                </c:pt>
                <c:pt idx="124">
                  <c:v>0.029776921658643</c:v>
                </c:pt>
                <c:pt idx="125">
                  <c:v>0.031429459335292</c:v>
                </c:pt>
                <c:pt idx="126">
                  <c:v>0.033163500339823</c:v>
                </c:pt>
                <c:pt idx="127">
                  <c:v>0.034982444798087</c:v>
                </c:pt>
                <c:pt idx="128">
                  <c:v>0.036889799350388</c:v>
                </c:pt>
                <c:pt idx="129">
                  <c:v>0.038889178559835</c:v>
                </c:pt>
                <c:pt idx="130">
                  <c:v>0.040984306227168</c:v>
                </c:pt>
                <c:pt idx="131">
                  <c:v>0.043179016604481</c:v>
                </c:pt>
                <c:pt idx="132">
                  <c:v>0.045477255500051</c:v>
                </c:pt>
                <c:pt idx="133">
                  <c:v>0.047883081266328</c:v>
                </c:pt>
                <c:pt idx="134">
                  <c:v>0.050400665662943</c:v>
                </c:pt>
                <c:pt idx="135">
                  <c:v>0.053034294586451</c:v>
                </c:pt>
                <c:pt idx="136">
                  <c:v>0.055788368658391</c:v>
                </c:pt>
                <c:pt idx="137">
                  <c:v>0.058667403663079</c:v>
                </c:pt>
                <c:pt idx="138">
                  <c:v>0.061676030826479</c:v>
                </c:pt>
                <c:pt idx="139">
                  <c:v>0.064818996927342</c:v>
                </c:pt>
                <c:pt idx="140">
                  <c:v>0.068101164231784</c:v>
                </c:pt>
                <c:pt idx="141">
                  <c:v>0.071527510242342</c:v>
                </c:pt>
                <c:pt idx="142">
                  <c:v>0.075103127252548</c:v>
                </c:pt>
                <c:pt idx="143">
                  <c:v>0.078833221698012</c:v>
                </c:pt>
                <c:pt idx="144">
                  <c:v>0.082723113295007</c:v>
                </c:pt>
                <c:pt idx="145">
                  <c:v>0.086778233957565</c:v>
                </c:pt>
                <c:pt idx="146">
                  <c:v>0.091004126484129</c:v>
                </c:pt>
                <c:pt idx="147">
                  <c:v>0.095406443004878</c:v>
                </c:pt>
                <c:pt idx="148">
                  <c:v>0.09999094318094</c:v>
                </c:pt>
                <c:pt idx="149">
                  <c:v>0.1047634921468</c:v>
                </c:pt>
                <c:pt idx="150">
                  <c:v>0.10973005818736</c:v>
                </c:pt>
                <c:pt idx="151">
                  <c:v>0.1148967101414</c:v>
                </c:pt>
                <c:pt idx="152">
                  <c:v>0.12026961452305</c:v>
                </c:pt>
                <c:pt idx="153">
                  <c:v>0.12585503235365</c:v>
                </c:pt>
                <c:pt idx="154">
                  <c:v>0.13165931569609</c:v>
                </c:pt>
                <c:pt idx="155">
                  <c:v>0.13768890388446</c:v>
                </c:pt>
                <c:pt idx="156">
                  <c:v>0.14395031944178</c:v>
                </c:pt>
                <c:pt idx="157">
                  <c:v>0.15045016367938</c:v>
                </c:pt>
                <c:pt idx="158">
                  <c:v>0.15719511197141</c:v>
                </c:pt>
                <c:pt idx="159">
                  <c:v>0.16419190869884</c:v>
                </c:pt>
                <c:pt idx="160">
                  <c:v>0.17144736185743</c:v>
                </c:pt>
                <c:pt idx="161">
                  <c:v>0.17896833732483</c:v>
                </c:pt>
                <c:pt idx="162">
                  <c:v>0.18676175278248</c:v>
                </c:pt>
                <c:pt idx="163">
                  <c:v>0.19483457128849</c:v>
                </c:pt>
                <c:pt idx="164">
                  <c:v>0.20319379449836</c:v>
                </c:pt>
                <c:pt idx="165">
                  <c:v>0.21184645553086</c:v>
                </c:pt>
                <c:pt idx="166">
                  <c:v>0.22079961147741</c:v>
                </c:pt>
                <c:pt idx="167">
                  <c:v>0.23006033555361</c:v>
                </c:pt>
                <c:pt idx="168">
                  <c:v>0.23963570889247</c:v>
                </c:pt>
                <c:pt idx="169">
                  <c:v>0.24953281197985</c:v>
                </c:pt>
                <c:pt idx="170">
                  <c:v>0.25975871573302</c:v>
                </c:pt>
                <c:pt idx="171">
                  <c:v>0.27032047222445</c:v>
                </c:pt>
                <c:pt idx="172">
                  <c:v>0.28122510505361</c:v>
                </c:pt>
                <c:pt idx="173">
                  <c:v>0.29247959937046</c:v>
                </c:pt>
                <c:pt idx="174">
                  <c:v>0.30409089155529</c:v>
                </c:pt>
                <c:pt idx="175">
                  <c:v>0.3160658585605</c:v>
                </c:pt>
                <c:pt idx="176">
                  <c:v>0.32841130692084</c:v>
                </c:pt>
                <c:pt idx="177">
                  <c:v>0.34113396143958</c:v>
                </c:pt>
                <c:pt idx="178">
                  <c:v>0.35424045355926</c:v>
                </c:pt>
                <c:pt idx="179">
                  <c:v>0.36773730942647</c:v>
                </c:pt>
                <c:pt idx="180">
                  <c:v>0.38163093766139</c:v>
                </c:pt>
                <c:pt idx="181">
                  <c:v>0.39592761684356</c:v>
                </c:pt>
                <c:pt idx="182">
                  <c:v>0.41063348272687</c:v>
                </c:pt>
                <c:pt idx="183">
                  <c:v>0.42575451519732</c:v>
                </c:pt>
                <c:pt idx="184">
                  <c:v>0.44129652498867</c:v>
                </c:pt>
                <c:pt idx="185">
                  <c:v>0.45726514017176</c:v>
                </c:pt>
                <c:pt idx="186">
                  <c:v>0.47366579243477</c:v>
                </c:pt>
                <c:pt idx="187">
                  <c:v>0.49050370317231</c:v>
                </c:pt>
                <c:pt idx="188">
                  <c:v>0.50778386940291</c:v>
                </c:pt>
                <c:pt idx="189">
                  <c:v>0.52551104953485</c:v>
                </c:pt>
                <c:pt idx="190">
                  <c:v>0.54368974900197</c:v>
                </c:pt>
                <c:pt idx="191">
                  <c:v>0.56232420579168</c:v>
                </c:pt>
                <c:pt idx="192">
                  <c:v>0.58141837588869</c:v>
                </c:pt>
                <c:pt idx="193">
                  <c:v>0.6009759186588</c:v>
                </c:pt>
                <c:pt idx="194">
                  <c:v>0.62100018219818</c:v>
                </c:pt>
                <c:pt idx="195">
                  <c:v>0.64149418867454</c:v>
                </c:pt>
                <c:pt idx="196">
                  <c:v>0.66246061968718</c:v>
                </c:pt>
                <c:pt idx="197">
                  <c:v>0.68390180167436</c:v>
                </c:pt>
                <c:pt idx="198">
                  <c:v>0.70581969139671</c:v>
                </c:pt>
                <c:pt idx="199">
                  <c:v>0.7282158615264</c:v>
                </c:pt>
                <c:pt idx="200">
                  <c:v>0.7510914863726</c:v>
                </c:pt>
                <c:pt idx="201">
                  <c:v>0.77444732777442</c:v>
                </c:pt>
                <c:pt idx="202">
                  <c:v>0.79828372119288</c:v>
                </c:pt>
                <c:pt idx="203">
                  <c:v>0.82260056203445</c:v>
                </c:pt>
                <c:pt idx="204">
                  <c:v>0.84739729223894</c:v>
                </c:pt>
                <c:pt idx="205">
                  <c:v>0.87267288716491</c:v>
                </c:pt>
                <c:pt idx="206">
                  <c:v>0.89842584280639</c:v>
                </c:pt>
                <c:pt idx="207">
                  <c:v>0.92465416337471</c:v>
                </c:pt>
                <c:pt idx="208">
                  <c:v>0.95135534927972</c:v>
                </c:pt>
                <c:pt idx="209">
                  <c:v>0.97852638554459</c:v>
                </c:pt>
                <c:pt idx="210">
                  <c:v>1.0061637306886</c:v>
                </c:pt>
                <c:pt idx="211">
                  <c:v>1.0342633061122</c:v>
                </c:pt>
                <c:pt idx="212">
                  <c:v>1.0628204860186</c:v>
                </c:pt>
                <c:pt idx="213">
                  <c:v>1.0918300879059</c:v>
                </c:pt>
                <c:pt idx="214">
                  <c:v>1.1212863636637</c:v>
                </c:pt>
                <c:pt idx="215">
                  <c:v>1.1511829913067</c:v>
                </c:pt>
                <c:pt idx="216">
                  <c:v>1.1815130673796</c:v>
                </c:pt>
                <c:pt idx="217">
                  <c:v>1.212269100064</c:v>
                </c:pt>
                <c:pt idx="218">
                  <c:v>1.2434430030202</c:v>
                </c:pt>
                <c:pt idx="219">
                  <c:v>1.275026089994</c:v>
                </c:pt>
                <c:pt idx="220">
                  <c:v>1.3070090702191</c:v>
                </c:pt>
                <c:pt idx="221">
                  <c:v>1.3393820446432</c:v>
                </c:pt>
                <c:pt idx="222">
                  <c:v>1.3721345030068</c:v>
                </c:pt>
                <c:pt idx="223">
                  <c:v>1.4052553218013</c:v>
                </c:pt>
                <c:pt idx="224">
                  <c:v>1.4387327631315</c:v>
                </c:pt>
                <c:pt idx="225">
                  <c:v>1.4725544745067</c:v>
                </c:pt>
                <c:pt idx="226">
                  <c:v>1.5067074895848</c:v>
                </c:pt>
                <c:pt idx="227">
                  <c:v>1.5411782298878</c:v>
                </c:pt>
                <c:pt idx="228">
                  <c:v>1.5759525075115</c:v>
                </c:pt>
                <c:pt idx="229">
                  <c:v>1.6110155288448</c:v>
                </c:pt>
                <c:pt idx="230">
                  <c:v>1.6463518993165</c:v>
                </c:pt>
                <c:pt idx="231">
                  <c:v>1.6819456291829</c:v>
                </c:pt>
                <c:pt idx="232">
                  <c:v>1.7177801403695</c:v>
                </c:pt>
                <c:pt idx="233">
                  <c:v>1.7538382743752</c:v>
                </c:pt>
                <c:pt idx="234">
                  <c:v>1.7901023012505</c:v>
                </c:pt>
                <c:pt idx="235">
                  <c:v>1.8265539296521</c:v>
                </c:pt>
                <c:pt idx="236">
                  <c:v>1.8631743179808</c:v>
                </c:pt>
                <c:pt idx="237">
                  <c:v>1.8999440866026</c:v>
                </c:pt>
                <c:pt idx="238">
                  <c:v>1.9368433311523</c:v>
                </c:pt>
                <c:pt idx="239">
                  <c:v>1.9738516369181</c:v>
                </c:pt>
                <c:pt idx="240">
                  <c:v>2.0109480942992</c:v>
                </c:pt>
                <c:pt idx="241">
                  <c:v>2.0481113153307</c:v>
                </c:pt>
                <c:pt idx="242">
                  <c:v>2.085319451264</c:v>
                </c:pt>
                <c:pt idx="243">
                  <c:v>2.1225502111906</c:v>
                </c:pt>
                <c:pt idx="244">
                  <c:v>2.1597808816935</c:v>
                </c:pt>
                <c:pt idx="245">
                  <c:v>2.1969883475076</c:v>
                </c:pt>
                <c:pt idx="246">
                  <c:v>2.2341491131703</c:v>
                </c:pt>
                <c:pt idx="247">
                  <c:v>2.2712393256378</c:v>
                </c:pt>
                <c:pt idx="248">
                  <c:v>2.3082347978424</c:v>
                </c:pt>
                <c:pt idx="249">
                  <c:v>2.3451110331627</c:v>
                </c:pt>
                <c:pt idx="250">
                  <c:v>2.3818432507758</c:v>
                </c:pt>
                <c:pt idx="251">
                  <c:v>2.4184064118601</c:v>
                </c:pt>
                <c:pt idx="252">
                  <c:v>2.4547752466117</c:v>
                </c:pt>
                <c:pt idx="253">
                  <c:v>2.4909242820381</c:v>
                </c:pt>
                <c:pt idx="254">
                  <c:v>2.5268278704893</c:v>
                </c:pt>
                <c:pt idx="255">
                  <c:v>2.5624602188838</c:v>
                </c:pt>
                <c:pt idx="256">
                  <c:v>2.597795418586</c:v>
                </c:pt>
                <c:pt idx="257">
                  <c:v>2.6328074758883</c:v>
                </c:pt>
                <c:pt idx="258">
                  <c:v>2.6674703430503</c:v>
                </c:pt>
                <c:pt idx="259">
                  <c:v>2.7017579498445</c:v>
                </c:pt>
                <c:pt idx="260">
                  <c:v>2.7356442355571</c:v>
                </c:pt>
                <c:pt idx="261">
                  <c:v>2.7691031813907</c:v>
                </c:pt>
                <c:pt idx="262">
                  <c:v>2.8021088432131</c:v>
                </c:pt>
                <c:pt idx="263">
                  <c:v>2.8346353845959</c:v>
                </c:pt>
                <c:pt idx="264">
                  <c:v>2.8666571100862</c:v>
                </c:pt>
                <c:pt idx="265">
                  <c:v>2.8981484986504</c:v>
                </c:pt>
                <c:pt idx="266">
                  <c:v>2.929084237232</c:v>
                </c:pt>
                <c:pt idx="267">
                  <c:v>2.959439254361</c:v>
                </c:pt>
                <c:pt idx="268">
                  <c:v>2.9891887537538</c:v>
                </c:pt>
                <c:pt idx="269">
                  <c:v>3.0183082478405</c:v>
                </c:pt>
                <c:pt idx="270">
                  <c:v>3.0467735911579</c:v>
                </c:pt>
                <c:pt idx="271">
                  <c:v>3.0745610135432</c:v>
                </c:pt>
                <c:pt idx="272">
                  <c:v>3.1016471530662</c:v>
                </c:pt>
                <c:pt idx="273">
                  <c:v>3.1280090886359</c:v>
                </c:pt>
                <c:pt idx="274">
                  <c:v>3.1536243722183</c:v>
                </c:pt>
                <c:pt idx="275">
                  <c:v>3.1784710606017</c:v>
                </c:pt>
                <c:pt idx="276">
                  <c:v>3.202527746648</c:v>
                </c:pt>
                <c:pt idx="277">
                  <c:v>3.2257735899659</c:v>
                </c:pt>
                <c:pt idx="278">
                  <c:v>3.2481883469469</c:v>
                </c:pt>
                <c:pt idx="279">
                  <c:v>3.2697524001016</c:v>
                </c:pt>
                <c:pt idx="280">
                  <c:v>3.2904467866383</c:v>
                </c:pt>
                <c:pt idx="281">
                  <c:v>3.3102532262251</c:v>
                </c:pt>
                <c:pt idx="282">
                  <c:v>3.329154147878</c:v>
                </c:pt>
                <c:pt idx="283">
                  <c:v>3.3471327159215</c:v>
                </c:pt>
                <c:pt idx="284">
                  <c:v>3.3641728549664</c:v>
                </c:pt>
                <c:pt idx="285">
                  <c:v>3.3802592738529</c:v>
                </c:pt>
                <c:pt idx="286">
                  <c:v>3.3953774885108</c:v>
                </c:pt>
                <c:pt idx="287">
                  <c:v>3.4095138436872</c:v>
                </c:pt>
                <c:pt idx="288">
                  <c:v>3.4226555334967</c:v>
                </c:pt>
                <c:pt idx="289">
                  <c:v>3.4347906207515</c:v>
                </c:pt>
                <c:pt idx="290">
                  <c:v>3.4459080550286</c:v>
                </c:pt>
                <c:pt idx="291">
                  <c:v>3.455997689439</c:v>
                </c:pt>
                <c:pt idx="292">
                  <c:v>3.4650502960599</c:v>
                </c:pt>
                <c:pt idx="293">
                  <c:v>3.4730575799992</c:v>
                </c:pt>
                <c:pt idx="294">
                  <c:v>3.4800121920615</c:v>
                </c:pt>
                <c:pt idx="295">
                  <c:v>3.485907739989</c:v>
                </c:pt>
                <c:pt idx="296">
                  <c:v>3.4907387982528</c:v>
                </c:pt>
                <c:pt idx="297">
                  <c:v>3.4945009163732</c:v>
                </c:pt>
                <c:pt idx="298">
                  <c:v>3.4971906257525</c:v>
                </c:pt>
                <c:pt idx="299">
                  <c:v>3.4988054450045</c:v>
                </c:pt>
                <c:pt idx="300">
                  <c:v>3.499343883769</c:v>
                </c:pt>
                <c:pt idx="301">
                  <c:v>3.4988054450045</c:v>
                </c:pt>
                <c:pt idx="302">
                  <c:v>3.4971906257525</c:v>
                </c:pt>
                <c:pt idx="303">
                  <c:v>3.4945009163732</c:v>
                </c:pt>
                <c:pt idx="304">
                  <c:v>3.4907387982528</c:v>
                </c:pt>
                <c:pt idx="305">
                  <c:v>3.485907739989</c:v>
                </c:pt>
                <c:pt idx="306">
                  <c:v>3.4800121920615</c:v>
                </c:pt>
                <c:pt idx="307">
                  <c:v>3.4730575799992</c:v>
                </c:pt>
                <c:pt idx="308">
                  <c:v>3.4650502960599</c:v>
                </c:pt>
                <c:pt idx="309">
                  <c:v>3.455997689439</c:v>
                </c:pt>
                <c:pt idx="310">
                  <c:v>3.4459080550286</c:v>
                </c:pt>
                <c:pt idx="311">
                  <c:v>3.4347906207515</c:v>
                </c:pt>
                <c:pt idx="312">
                  <c:v>3.4226555334967</c:v>
                </c:pt>
                <c:pt idx="313">
                  <c:v>3.4095138436872</c:v>
                </c:pt>
                <c:pt idx="314">
                  <c:v>3.3953774885108</c:v>
                </c:pt>
                <c:pt idx="315">
                  <c:v>3.3802592738529</c:v>
                </c:pt>
                <c:pt idx="316">
                  <c:v>3.3641728549664</c:v>
                </c:pt>
                <c:pt idx="317">
                  <c:v>3.3471327159215</c:v>
                </c:pt>
                <c:pt idx="318">
                  <c:v>3.329154147878</c:v>
                </c:pt>
                <c:pt idx="319">
                  <c:v>3.3102532262251</c:v>
                </c:pt>
                <c:pt idx="320">
                  <c:v>3.2904467866383</c:v>
                </c:pt>
                <c:pt idx="321">
                  <c:v>3.2697524001016</c:v>
                </c:pt>
                <c:pt idx="322">
                  <c:v>3.2481883469469</c:v>
                </c:pt>
                <c:pt idx="323">
                  <c:v>3.2257735899659</c:v>
                </c:pt>
                <c:pt idx="324">
                  <c:v>3.202527746648</c:v>
                </c:pt>
                <c:pt idx="325">
                  <c:v>3.1784710606017</c:v>
                </c:pt>
                <c:pt idx="326">
                  <c:v>3.1536243722183</c:v>
                </c:pt>
                <c:pt idx="327">
                  <c:v>3.1280090886359</c:v>
                </c:pt>
                <c:pt idx="328">
                  <c:v>3.1016471530662</c:v>
                </c:pt>
                <c:pt idx="329">
                  <c:v>3.0745610135432</c:v>
                </c:pt>
                <c:pt idx="330">
                  <c:v>3.0467735911579</c:v>
                </c:pt>
                <c:pt idx="331">
                  <c:v>3.0183082478405</c:v>
                </c:pt>
                <c:pt idx="332">
                  <c:v>2.9891887537538</c:v>
                </c:pt>
                <c:pt idx="333">
                  <c:v>2.959439254361</c:v>
                </c:pt>
                <c:pt idx="334">
                  <c:v>2.929084237232</c:v>
                </c:pt>
                <c:pt idx="335">
                  <c:v>2.8981484986504</c:v>
                </c:pt>
                <c:pt idx="336">
                  <c:v>2.8666571100862</c:v>
                </c:pt>
                <c:pt idx="337">
                  <c:v>2.8346353845959</c:v>
                </c:pt>
                <c:pt idx="338">
                  <c:v>2.8021088432131</c:v>
                </c:pt>
                <c:pt idx="339">
                  <c:v>2.7691031813907</c:v>
                </c:pt>
                <c:pt idx="340">
                  <c:v>2.7356442355571</c:v>
                </c:pt>
                <c:pt idx="341">
                  <c:v>2.7017579498445</c:v>
                </c:pt>
                <c:pt idx="342">
                  <c:v>2.6674703430503</c:v>
                </c:pt>
                <c:pt idx="343">
                  <c:v>2.6328074758883</c:v>
                </c:pt>
                <c:pt idx="344">
                  <c:v>2.597795418586</c:v>
                </c:pt>
                <c:pt idx="345">
                  <c:v>2.5624602188838</c:v>
                </c:pt>
                <c:pt idx="346">
                  <c:v>2.5268278704893</c:v>
                </c:pt>
                <c:pt idx="347">
                  <c:v>2.4909242820381</c:v>
                </c:pt>
                <c:pt idx="348">
                  <c:v>2.4547752466117</c:v>
                </c:pt>
                <c:pt idx="349">
                  <c:v>2.4184064118601</c:v>
                </c:pt>
                <c:pt idx="350">
                  <c:v>2.3818432507758</c:v>
                </c:pt>
                <c:pt idx="351">
                  <c:v>2.3451110331627</c:v>
                </c:pt>
                <c:pt idx="352">
                  <c:v>2.3082347978424</c:v>
                </c:pt>
                <c:pt idx="353">
                  <c:v>2.2712393256378</c:v>
                </c:pt>
                <c:pt idx="354">
                  <c:v>2.2341491131703</c:v>
                </c:pt>
                <c:pt idx="355">
                  <c:v>2.1969883475076</c:v>
                </c:pt>
                <c:pt idx="356">
                  <c:v>2.1597808816935</c:v>
                </c:pt>
                <c:pt idx="357">
                  <c:v>2.1225502111906</c:v>
                </c:pt>
                <c:pt idx="358">
                  <c:v>2.085319451264</c:v>
                </c:pt>
                <c:pt idx="359">
                  <c:v>2.0481113153307</c:v>
                </c:pt>
                <c:pt idx="360">
                  <c:v>2.0109480942992</c:v>
                </c:pt>
                <c:pt idx="361">
                  <c:v>1.9738516369181</c:v>
                </c:pt>
                <c:pt idx="362">
                  <c:v>1.9368433311523</c:v>
                </c:pt>
                <c:pt idx="363">
                  <c:v>1.8999440866026</c:v>
                </c:pt>
                <c:pt idx="364">
                  <c:v>1.8631743179808</c:v>
                </c:pt>
                <c:pt idx="365">
                  <c:v>1.8265539296521</c:v>
                </c:pt>
                <c:pt idx="366">
                  <c:v>1.7901023012505</c:v>
                </c:pt>
                <c:pt idx="367">
                  <c:v>1.7538382743752</c:v>
                </c:pt>
                <c:pt idx="368">
                  <c:v>1.7177801403695</c:v>
                </c:pt>
                <c:pt idx="369">
                  <c:v>1.6819456291829</c:v>
                </c:pt>
                <c:pt idx="370">
                  <c:v>1.6463518993165</c:v>
                </c:pt>
                <c:pt idx="371">
                  <c:v>1.6110155288448</c:v>
                </c:pt>
                <c:pt idx="372">
                  <c:v>1.5759525075115</c:v>
                </c:pt>
                <c:pt idx="373">
                  <c:v>1.5411782298878</c:v>
                </c:pt>
                <c:pt idx="374">
                  <c:v>1.5067074895848</c:v>
                </c:pt>
                <c:pt idx="375">
                  <c:v>1.4725544745067</c:v>
                </c:pt>
                <c:pt idx="376">
                  <c:v>1.4387327631315</c:v>
                </c:pt>
                <c:pt idx="377">
                  <c:v>1.4052553218013</c:v>
                </c:pt>
                <c:pt idx="378">
                  <c:v>1.3721345030068</c:v>
                </c:pt>
                <c:pt idx="379">
                  <c:v>1.3393820446432</c:v>
                </c:pt>
                <c:pt idx="380">
                  <c:v>1.3070090702191</c:v>
                </c:pt>
                <c:pt idx="381">
                  <c:v>1.275026089994</c:v>
                </c:pt>
                <c:pt idx="382">
                  <c:v>1.2434430030202</c:v>
                </c:pt>
                <c:pt idx="383">
                  <c:v>1.212269100064</c:v>
                </c:pt>
                <c:pt idx="384">
                  <c:v>1.1815130673796</c:v>
                </c:pt>
                <c:pt idx="385">
                  <c:v>1.1511829913067</c:v>
                </c:pt>
                <c:pt idx="386">
                  <c:v>1.1212863636637</c:v>
                </c:pt>
                <c:pt idx="387">
                  <c:v>1.0918300879059</c:v>
                </c:pt>
                <c:pt idx="388">
                  <c:v>1.0628204860186</c:v>
                </c:pt>
                <c:pt idx="389">
                  <c:v>1.0342633061122</c:v>
                </c:pt>
                <c:pt idx="390">
                  <c:v>1.0061637306886</c:v>
                </c:pt>
                <c:pt idx="391">
                  <c:v>0.97852638554459</c:v>
                </c:pt>
                <c:pt idx="392">
                  <c:v>0.95135534927972</c:v>
                </c:pt>
                <c:pt idx="393">
                  <c:v>0.92465416337471</c:v>
                </c:pt>
                <c:pt idx="394">
                  <c:v>0.89842584280639</c:v>
                </c:pt>
                <c:pt idx="395">
                  <c:v>0.87267288716491</c:v>
                </c:pt>
                <c:pt idx="396">
                  <c:v>0.84739729223894</c:v>
                </c:pt>
                <c:pt idx="397">
                  <c:v>0.82260056203445</c:v>
                </c:pt>
                <c:pt idx="398">
                  <c:v>0.79828372119287</c:v>
                </c:pt>
                <c:pt idx="399">
                  <c:v>0.77444732777442</c:v>
                </c:pt>
                <c:pt idx="400">
                  <c:v>0.7510914863726</c:v>
                </c:pt>
                <c:pt idx="401">
                  <c:v>0.72821586152639</c:v>
                </c:pt>
                <c:pt idx="402">
                  <c:v>0.70581969139671</c:v>
                </c:pt>
                <c:pt idx="403">
                  <c:v>0.68390180167436</c:v>
                </c:pt>
                <c:pt idx="404">
                  <c:v>0.66246061968717</c:v>
                </c:pt>
                <c:pt idx="405">
                  <c:v>0.64149418867454</c:v>
                </c:pt>
                <c:pt idx="406">
                  <c:v>0.62100018219818</c:v>
                </c:pt>
                <c:pt idx="407">
                  <c:v>0.60097591865879</c:v>
                </c:pt>
                <c:pt idx="408">
                  <c:v>0.58141837588869</c:v>
                </c:pt>
                <c:pt idx="409">
                  <c:v>0.56232420579168</c:v>
                </c:pt>
                <c:pt idx="410">
                  <c:v>0.54368974900197</c:v>
                </c:pt>
                <c:pt idx="411">
                  <c:v>0.52551104953485</c:v>
                </c:pt>
                <c:pt idx="412">
                  <c:v>0.50778386940291</c:v>
                </c:pt>
                <c:pt idx="413">
                  <c:v>0.49050370317231</c:v>
                </c:pt>
                <c:pt idx="414">
                  <c:v>0.47366579243476</c:v>
                </c:pt>
                <c:pt idx="415">
                  <c:v>0.45726514017176</c:v>
                </c:pt>
                <c:pt idx="416">
                  <c:v>0.44129652498866</c:v>
                </c:pt>
                <c:pt idx="417">
                  <c:v>0.42575451519732</c:v>
                </c:pt>
                <c:pt idx="418">
                  <c:v>0.41063348272687</c:v>
                </c:pt>
                <c:pt idx="419">
                  <c:v>0.39592761684356</c:v>
                </c:pt>
                <c:pt idx="420">
                  <c:v>0.38163093766139</c:v>
                </c:pt>
                <c:pt idx="421">
                  <c:v>0.36773730942647</c:v>
                </c:pt>
                <c:pt idx="422">
                  <c:v>0.35424045355926</c:v>
                </c:pt>
                <c:pt idx="423">
                  <c:v>0.34113396143958</c:v>
                </c:pt>
                <c:pt idx="424">
                  <c:v>0.32841130692084</c:v>
                </c:pt>
                <c:pt idx="425">
                  <c:v>0.3160658585605</c:v>
                </c:pt>
                <c:pt idx="426">
                  <c:v>0.30409089155529</c:v>
                </c:pt>
                <c:pt idx="427">
                  <c:v>0.29247959937046</c:v>
                </c:pt>
                <c:pt idx="428">
                  <c:v>0.28122510505361</c:v>
                </c:pt>
                <c:pt idx="429">
                  <c:v>0.27032047222445</c:v>
                </c:pt>
                <c:pt idx="430">
                  <c:v>0.25975871573302</c:v>
                </c:pt>
                <c:pt idx="431">
                  <c:v>0.24953281197985</c:v>
                </c:pt>
                <c:pt idx="432">
                  <c:v>0.23963570889247</c:v>
                </c:pt>
                <c:pt idx="433">
                  <c:v>0.23006033555361</c:v>
                </c:pt>
                <c:pt idx="434">
                  <c:v>0.22079961147741</c:v>
                </c:pt>
                <c:pt idx="435">
                  <c:v>0.21184645553086</c:v>
                </c:pt>
                <c:pt idx="436">
                  <c:v>0.20319379449836</c:v>
                </c:pt>
                <c:pt idx="437">
                  <c:v>0.19483457128849</c:v>
                </c:pt>
                <c:pt idx="438">
                  <c:v>0.18676175278248</c:v>
                </c:pt>
                <c:pt idx="439">
                  <c:v>0.17896833732483</c:v>
                </c:pt>
                <c:pt idx="440">
                  <c:v>0.17144736185743</c:v>
                </c:pt>
                <c:pt idx="441">
                  <c:v>0.16419190869884</c:v>
                </c:pt>
                <c:pt idx="442">
                  <c:v>0.15719511197141</c:v>
                </c:pt>
                <c:pt idx="443">
                  <c:v>0.15045016367938</c:v>
                </c:pt>
                <c:pt idx="444">
                  <c:v>0.14395031944178</c:v>
                </c:pt>
                <c:pt idx="445">
                  <c:v>0.13768890388446</c:v>
                </c:pt>
                <c:pt idx="446">
                  <c:v>0.13165931569609</c:v>
                </c:pt>
                <c:pt idx="447">
                  <c:v>0.12585503235365</c:v>
                </c:pt>
                <c:pt idx="448">
                  <c:v>0.12026961452305</c:v>
                </c:pt>
                <c:pt idx="449">
                  <c:v>0.1148967101414</c:v>
                </c:pt>
                <c:pt idx="450">
                  <c:v>0.10973005818736</c:v>
                </c:pt>
                <c:pt idx="451">
                  <c:v>0.1047634921468</c:v>
                </c:pt>
                <c:pt idx="452">
                  <c:v>0.09999094318094</c:v>
                </c:pt>
                <c:pt idx="453">
                  <c:v>0.095406443004878</c:v>
                </c:pt>
                <c:pt idx="454">
                  <c:v>0.091004126484129</c:v>
                </c:pt>
                <c:pt idx="455">
                  <c:v>0.086778233957565</c:v>
                </c:pt>
                <c:pt idx="456">
                  <c:v>0.082723113295007</c:v>
                </c:pt>
                <c:pt idx="457">
                  <c:v>0.078833221698011</c:v>
                </c:pt>
                <c:pt idx="458">
                  <c:v>0.075103127252548</c:v>
                </c:pt>
                <c:pt idx="459">
                  <c:v>0.071527510242342</c:v>
                </c:pt>
                <c:pt idx="460">
                  <c:v>0.068101164231784</c:v>
                </c:pt>
                <c:pt idx="461">
                  <c:v>0.064818996927342</c:v>
                </c:pt>
                <c:pt idx="462">
                  <c:v>0.061676030826479</c:v>
                </c:pt>
                <c:pt idx="463">
                  <c:v>0.058667403663079</c:v>
                </c:pt>
                <c:pt idx="464">
                  <c:v>0.05578836865839</c:v>
                </c:pt>
                <c:pt idx="465">
                  <c:v>0.053034294586451</c:v>
                </c:pt>
                <c:pt idx="466">
                  <c:v>0.050400665662943</c:v>
                </c:pt>
                <c:pt idx="467">
                  <c:v>0.047883081266328</c:v>
                </c:pt>
                <c:pt idx="468">
                  <c:v>0.04547725550005</c:v>
                </c:pt>
                <c:pt idx="469">
                  <c:v>0.04317901660448</c:v>
                </c:pt>
                <c:pt idx="470">
                  <c:v>0.040984306227168</c:v>
                </c:pt>
                <c:pt idx="471">
                  <c:v>0.038889178559835</c:v>
                </c:pt>
                <c:pt idx="472">
                  <c:v>0.036889799350388</c:v>
                </c:pt>
                <c:pt idx="473">
                  <c:v>0.034982444798087</c:v>
                </c:pt>
                <c:pt idx="474">
                  <c:v>0.033163500339823</c:v>
                </c:pt>
                <c:pt idx="475">
                  <c:v>0.031429459335292</c:v>
                </c:pt>
                <c:pt idx="476">
                  <c:v>0.029776921658643</c:v>
                </c:pt>
                <c:pt idx="477">
                  <c:v>0.028202592204009</c:v>
                </c:pt>
                <c:pt idx="478">
                  <c:v>0.026703279312097</c:v>
                </c:pt>
                <c:pt idx="479">
                  <c:v>0.025275893124824</c:v>
                </c:pt>
                <c:pt idx="480">
                  <c:v>0.023917443874751</c:v>
                </c:pt>
                <c:pt idx="481">
                  <c:v>0.022625040115857</c:v>
                </c:pt>
                <c:pt idx="482">
                  <c:v>0.021395886901966</c:v>
                </c:pt>
                <c:pt idx="483">
                  <c:v>0.020227283918915</c:v>
                </c:pt>
                <c:pt idx="484">
                  <c:v>0.019116623576308</c:v>
                </c:pt>
                <c:pt idx="485">
                  <c:v>0.01806138906448</c:v>
                </c:pt>
                <c:pt idx="486">
                  <c:v>0.01705915238207</c:v>
                </c:pt>
                <c:pt idx="487">
                  <c:v>0.016107572339336</c:v>
                </c:pt>
                <c:pt idx="488">
                  <c:v>0.01520439254215</c:v>
                </c:pt>
                <c:pt idx="489">
                  <c:v>0.01434743936136</c:v>
                </c:pt>
                <c:pt idx="490">
                  <c:v>0.013534619891969</c:v>
                </c:pt>
                <c:pt idx="491">
                  <c:v>0.012763919906374</c:v>
                </c:pt>
                <c:pt idx="492">
                  <c:v>0.012033401805663</c:v>
                </c:pt>
                <c:pt idx="493">
                  <c:v>0.011341202572758</c:v>
                </c:pt>
                <c:pt idx="494">
                  <c:v>0.01068553173096</c:v>
                </c:pt>
                <c:pt idx="495">
                  <c:v>0.010064669311264</c:v>
                </c:pt>
                <c:pt idx="496">
                  <c:v>0.009476963831561</c:v>
                </c:pt>
                <c:pt idx="497">
                  <c:v>0.0089208302906805</c:v>
                </c:pt>
                <c:pt idx="498">
                  <c:v>0.0083947481799912</c:v>
                </c:pt>
                <c:pt idx="499">
                  <c:v>0.0078972595151067</c:v>
                </c:pt>
                <c:pt idx="500">
                  <c:v>0.0074269668900376</c:v>
                </c:pt>
                <c:pt idx="501">
                  <c:v>0.0069825315559524</c:v>
                </c:pt>
                <c:pt idx="502">
                  <c:v>0.0065626715265296</c:v>
                </c:pt>
                <c:pt idx="503">
                  <c:v>0.0061661597117098</c:v>
                </c:pt>
                <c:pt idx="504">
                  <c:v>0.0057918220814902</c:v>
                </c:pt>
                <c:pt idx="505">
                  <c:v>0.0054385358612399</c:v>
                </c:pt>
                <c:pt idx="506">
                  <c:v>0.0051052277598644</c:v>
                </c:pt>
                <c:pt idx="507">
                  <c:v>0.0047908722319928</c:v>
                </c:pt>
                <c:pt idx="508">
                  <c:v>0.0044944897752242</c:v>
                </c:pt>
                <c:pt idx="509">
                  <c:v>0.0042151452633298</c:v>
                </c:pt>
                <c:pt idx="510">
                  <c:v>0.0039519463161771</c:v>
                </c:pt>
                <c:pt idx="511">
                  <c:v>0.0037040417070228</c:v>
                </c:pt>
                <c:pt idx="512">
                  <c:v>0.0034706198076959</c:v>
                </c:pt>
                <c:pt idx="513">
                  <c:v>0.0032509070720885</c:v>
                </c:pt>
                <c:pt idx="514">
                  <c:v>0.0030441665582605</c:v>
                </c:pt>
                <c:pt idx="515">
                  <c:v>0.0028496964893663</c:v>
                </c:pt>
                <c:pt idx="516">
                  <c:v>0.0026668288535188</c:v>
                </c:pt>
                <c:pt idx="517">
                  <c:v>0.0024949280426152</c:v>
                </c:pt>
                <c:pt idx="518">
                  <c:v>0.0023333895300681</c:v>
                </c:pt>
                <c:pt idx="519">
                  <c:v>0.0021816385873076</c:v>
                </c:pt>
                <c:pt idx="520">
                  <c:v>0.0020391290388468</c:v>
                </c:pt>
                <c:pt idx="521">
                  <c:v>0.0019053420556385</c:v>
                </c:pt>
                <c:pt idx="522">
                  <c:v>0.001779784986385</c:v>
                </c:pt>
                <c:pt idx="523">
                  <c:v>0.0016619902264119</c:v>
                </c:pt>
                <c:pt idx="524">
                  <c:v>0.0015515141236566</c:v>
                </c:pt>
                <c:pt idx="525">
                  <c:v>0.001447935921281</c:v>
                </c:pt>
                <c:pt idx="526">
                  <c:v>0.0013508567363703</c:v>
                </c:pt>
                <c:pt idx="527">
                  <c:v>0.001259898574141</c:v>
                </c:pt>
                <c:pt idx="528">
                  <c:v>0.0011747033770478</c:v>
                </c:pt>
                <c:pt idx="529">
                  <c:v>0.0010949321081435</c:v>
                </c:pt>
                <c:pt idx="530">
                  <c:v>0.0010202638680222</c:v>
                </c:pt>
                <c:pt idx="531">
                  <c:v>0.00095039504464832</c:v>
                </c:pt>
                <c:pt idx="532">
                  <c:v>0.00088503849535474</c:v>
                </c:pt>
                <c:pt idx="533">
                  <c:v>0.00082392276027416</c:v>
                </c:pt>
                <c:pt idx="534">
                  <c:v>0.00076679130645326</c:v>
                </c:pt>
                <c:pt idx="535">
                  <c:v>0.00071340180188672</c:v>
                </c:pt>
                <c:pt idx="536">
                  <c:v>0.00066352541869857</c:v>
                </c:pt>
                <c:pt idx="537">
                  <c:v>0.0006169461646913</c:v>
                </c:pt>
                <c:pt idx="538">
                  <c:v>0.00057346024247826</c:v>
                </c:pt>
                <c:pt idx="539">
                  <c:v>0.00053287543541239</c:v>
                </c:pt>
                <c:pt idx="540">
                  <c:v>0.00049501051952369</c:v>
                </c:pt>
                <c:pt idx="541">
                  <c:v>0.00045969470067941</c:v>
                </c:pt>
                <c:pt idx="542">
                  <c:v>0.00042676707618367</c:v>
                </c:pt>
                <c:pt idx="543">
                  <c:v>0.00039607612003865</c:v>
                </c:pt>
                <c:pt idx="544">
                  <c:v>0.00036747919109495</c:v>
                </c:pt>
                <c:pt idx="545">
                  <c:v>0.00034084206332726</c:v>
                </c:pt>
                <c:pt idx="546">
                  <c:v>0.00031603847747958</c:v>
                </c:pt>
                <c:pt idx="547">
                  <c:v>0.00029294971333498</c:v>
                </c:pt>
                <c:pt idx="548">
                  <c:v>0.0002714641818757</c:v>
                </c:pt>
                <c:pt idx="549">
                  <c:v>0.00025147703661123</c:v>
                </c:pt>
                <c:pt idx="550">
                  <c:v>0.00023288980336556</c:v>
                </c:pt>
                <c:pt idx="551">
                  <c:v>0.00021561002782759</c:v>
                </c:pt>
                <c:pt idx="552">
                  <c:v>0.00019955094018366</c:v>
                </c:pt>
                <c:pt idx="553">
                  <c:v>0.00018463113616561</c:v>
                </c:pt>
                <c:pt idx="554">
                  <c:v>0.0001707742738632</c:v>
                </c:pt>
                <c:pt idx="555">
                  <c:v>0.00015790878566554</c:v>
                </c:pt>
                <c:pt idx="556">
                  <c:v>0.000145967604712</c:v>
                </c:pt>
                <c:pt idx="557">
                  <c:v>0.00013488790524981</c:v>
                </c:pt>
                <c:pt idx="558">
                  <c:v>0.00012461085631156</c:v>
                </c:pt>
                <c:pt idx="559">
                  <c:v>0.00011508138814298</c:v>
                </c:pt>
                <c:pt idx="560">
                  <c:v>0.0001062479708278</c:v>
                </c:pt>
                <c:pt idx="561">
                  <c:v>9.8062404573432E-05</c:v>
                </c:pt>
                <c:pt idx="562">
                  <c:v>9.0479621138071E-05</c:v>
                </c:pt>
                <c:pt idx="563">
                  <c:v>8.3457495896298E-05</c:v>
                </c:pt>
                <c:pt idx="564">
                  <c:v>7.6956670057201E-05</c:v>
                </c:pt>
                <c:pt idx="565">
                  <c:v>7.0940382565335E-05</c:v>
                </c:pt>
                <c:pt idx="566">
                  <c:v>6.5374311231259E-05</c:v>
                </c:pt>
                <c:pt idx="567">
                  <c:v>6.022642265452E-05</c:v>
                </c:pt>
                <c:pt idx="568">
                  <c:v>5.5466830517873E-05</c:v>
                </c:pt>
                <c:pt idx="569">
                  <c:v>5.1067661847196E-05</c:v>
                </c:pt>
                <c:pt idx="570">
                  <c:v>4.7002930846972E-05</c:v>
                </c:pt>
                <c:pt idx="571">
                  <c:v>4.3248419936282E-05</c:v>
                </c:pt>
                <c:pt idx="572">
                  <c:v>3.9781567625116E-05</c:v>
                </c:pt>
                <c:pt idx="573">
                  <c:v>3.6581362885228E-05</c:v>
                </c:pt>
                <c:pt idx="574">
                  <c:v>3.3628245683938E-05</c:v>
                </c:pt>
                <c:pt idx="575">
                  <c:v>3.0904013363074E-05</c:v>
                </c:pt>
                <c:pt idx="576">
                  <c:v>2.8391732558687E-05</c:v>
                </c:pt>
                <c:pt idx="577">
                  <c:v>2.6075656370248E-05</c:v>
                </c:pt>
                <c:pt idx="578">
                  <c:v>2.3941146500747E-05</c:v>
                </c:pt>
                <c:pt idx="579">
                  <c:v>2.1974600101471E-05</c:v>
                </c:pt>
                <c:pt idx="580">
                  <c:v>2.0163381067159E-05</c:v>
                </c:pt>
                <c:pt idx="581">
                  <c:v>1.8495755538881E-05</c:v>
                </c:pt>
                <c:pt idx="582">
                  <c:v>1.696083138313E-05</c:v>
                </c:pt>
                <c:pt idx="583">
                  <c:v>1.5548501426528E-05</c:v>
                </c:pt>
                <c:pt idx="584">
                  <c:v>1.424939023594E-05</c:v>
                </c:pt>
                <c:pt idx="585">
                  <c:v>1.3054804243946E-05</c:v>
                </c:pt>
                <c:pt idx="586">
                  <c:v>1.1956685029298E-05</c:v>
                </c:pt>
                <c:pt idx="587">
                  <c:v>1.0947565571407E-05</c:v>
                </c:pt>
                <c:pt idx="588">
                  <c:v>1.0020529306863E-05</c:v>
                </c:pt>
                <c:pt idx="589">
                  <c:v>9.1691718247049E-06</c:v>
                </c:pt>
                <c:pt idx="590">
                  <c:v>8.3875650454339E-06</c:v>
                </c:pt>
                <c:pt idx="591">
                  <c:v>7.6702237367694E-06</c:v>
                </c:pt>
                <c:pt idx="592">
                  <c:v>7.0120742267867E-06</c:v>
                </c:pt>
                <c:pt idx="593">
                  <c:v>6.4084251824109E-06</c:v>
                </c:pt>
                <c:pt idx="594">
                  <c:v>5.8549403282537E-06</c:v>
                </c:pt>
                <c:pt idx="595">
                  <c:v>5.3476129874938E-06</c:v>
                </c:pt>
                <c:pt idx="596">
                  <c:v>4.8827423329112E-06</c:v>
                </c:pt>
                <c:pt idx="597">
                  <c:v>4.4569112423133E-06</c:v>
                </c:pt>
                <c:pt idx="598">
                  <c:v>4.0669656584332E-06</c:v>
                </c:pt>
                <c:pt idx="599">
                  <c:v>3.7099953589541E-06</c:v>
                </c:pt>
                <c:pt idx="600">
                  <c:v>3.3833160476265E-06</c:v>
                </c:pt>
              </c:numCache>
            </c:numRef>
          </c:yVal>
        </c:ser>
        <c:dLbls>
          <c:txPr>
            <a:bodyPr xmlns:a="http://schemas.openxmlformats.org/drawingml/2006/main" anchorCtr="1"/>
            <a:lstStyle xmlns:a="http://schemas.openxmlformats.org/drawingml/2006/main"/>
            <a:p xmlns:a="http://schemas.openxmlformats.org/drawingml/2006/main">
              <a:pPr>
                <a:defRPr>
                  <a:latin typeface="Georgia"/>
                  <a:ea typeface="Georgia"/>
                  <a:cs typeface="Georgia"/>
                </a:defRPr>
              </a:pPr>
            </a:p>
          </c:txPr>
          <c:showLegendKey val="0"/>
          <c:showVal val="0"/>
          <c:showCatName val="0"/>
          <c:showSerName val="0"/>
          <c:showPercent val="0"/>
          <c:showBubbleSize val="0"/>
          <c:showLeaderLines val="0"/>
        </c:dLbls>
        <c:axId val="48650112"/>
        <c:axId val="48672768"/>
      </c:scatterChart>
      <c:valAx>
        <c:axId val="48672768"/>
        <c:scaling>
          <c:orientation val="minMax"/>
          <c:max val="4"/>
          <c:min val="0"/>
        </c:scaling>
        <c:delete val="0"/>
        <c:axPos val="l"/>
        <c:majorGridlines>
          <c:spPr>
            <a:ln xmlns:a="http://schemas.openxmlformats.org/drawingml/2006/main" w="6668">
              <a:solidFill>
                <a:srgbClr val="D5CEC1"/>
              </a:solidFill>
            </a:ln>
          </c:spPr>
        </c:majorGridlines>
        <c:title>
          <c:tx>
            <c:rich>
              <a:bodyPr xmlns:a="http://schemas.openxmlformats.org/drawingml/2006/main"/>
              <a:lstStyle xmlns:a="http://schemas.openxmlformats.org/drawingml/2006/main"/>
              <a:p xmlns:a="http://schemas.openxmlformats.org/drawingml/2006/main">
                <a:r>
                  <a:rPr>
                    <a:latin typeface="Georgia"/>
                    <a:ea typeface="Georgia"/>
                    <a:cs typeface="Georgia"/>
                  </a:rPr>
                  <a:t>Normalized profile (1/MHz)</a:t>
                </a:r>
              </a:p>
            </c:rich>
          </c:tx>
          <c:overlay val="0"/>
          <c:txPr>
            <a:bodyPr xmlns:a="http://schemas.openxmlformats.org/drawingml/2006/main" anchorCtr="1"/>
            <a:lstStyle xmlns:a="http://schemas.openxmlformats.org/drawingml/2006/main"/>
            <a:p xmlns:a="http://schemas.openxmlformats.org/drawingml/2006/main">
              <a:pPr>
                <a:defRPr>
                  <a:latin typeface="Georgia"/>
                  <a:ea typeface="Georgia"/>
                  <a:cs typeface="Georgia"/>
                </a:defRPr>
              </a:pPr>
            </a:p>
          </c:txPr>
        </c:title>
        <c:numFmt formatCode="0.0"/>
        <c:majorTickMark val="none"/>
        <c:minorTickMark val="none"/>
        <c:spPr>
          <a:ln xmlns:a="http://schemas.openxmlformats.org/drawingml/2006/main" w="9525">
            <a:solidFill>
              <a:srgbClr val="6E6A61"/>
            </a:solidFill>
          </a:ln>
        </c:spPr>
        <c:txPr>
          <a:bodyPr xmlns:a="http://schemas.openxmlformats.org/drawingml/2006/main" anchorCtr="1"/>
          <a:lstStyle xmlns:a="http://schemas.openxmlformats.org/drawingml/2006/main"/>
          <a:p xmlns:a="http://schemas.openxmlformats.org/drawingml/2006/main">
            <a:pPr>
              <a:defRPr sz="1500">
                <a:solidFill>
                  <a:srgbClr val="242421"/>
                </a:solidFill>
                <a:latin typeface="Georgia"/>
                <a:ea typeface="Georgia"/>
                <a:cs typeface="Georgia"/>
              </a:defRPr>
            </a:pPr>
          </a:p>
        </c:txPr>
        <c:crossAx val="48650112"/>
        <c:majorUnit val="1"/>
      </c:valAx>
      <c:valAx>
        <c:axId val="48650112"/>
        <c:scaling>
          <c:orientation val="minMax"/>
          <c:max val="0.6"/>
          <c:min val="-0.6"/>
        </c:scaling>
        <c:delete val="0"/>
        <c:axPos val="b"/>
        <c:title>
          <c:tx>
            <c:rich>
              <a:bodyPr xmlns:a="http://schemas.openxmlformats.org/drawingml/2006/main"/>
              <a:lstStyle xmlns:a="http://schemas.openxmlformats.org/drawingml/2006/main"/>
              <a:p xmlns:a="http://schemas.openxmlformats.org/drawingml/2006/main">
                <a:r>
                  <a:rPr>
                    <a:latin typeface="Georgia"/>
                    <a:ea typeface="Georgia"/>
                    <a:cs typeface="Georgia"/>
                  </a:rPr>
                  <a:t>Frequency offset (MHz)</a:t>
                </a:r>
              </a:p>
            </c:rich>
          </c:tx>
          <c:overlay val="0"/>
          <c:txPr>
            <a:bodyPr xmlns:a="http://schemas.openxmlformats.org/drawingml/2006/main" anchorCtr="1"/>
            <a:lstStyle xmlns:a="http://schemas.openxmlformats.org/drawingml/2006/main"/>
            <a:p xmlns:a="http://schemas.openxmlformats.org/drawingml/2006/main">
              <a:pPr>
                <a:defRPr>
                  <a:latin typeface="Georgia"/>
                  <a:ea typeface="Georgia"/>
                  <a:cs typeface="Georgia"/>
                </a:defRPr>
              </a:pPr>
            </a:p>
          </c:txPr>
        </c:title>
        <c:numFmt formatCode="0.0"/>
        <c:majorTickMark val="none"/>
        <c:minorTickMark val="none"/>
        <c:spPr>
          <a:ln xmlns:a="http://schemas.openxmlformats.org/drawingml/2006/main" w="9525">
            <a:solidFill>
              <a:srgbClr val="6E6A61"/>
            </a:solidFill>
          </a:ln>
        </c:spPr>
        <c:txPr>
          <a:bodyPr xmlns:a="http://schemas.openxmlformats.org/drawingml/2006/main" anchorCtr="1"/>
          <a:lstStyle xmlns:a="http://schemas.openxmlformats.org/drawingml/2006/main"/>
          <a:p xmlns:a="http://schemas.openxmlformats.org/drawingml/2006/main">
            <a:pPr>
              <a:defRPr sz="1500">
                <a:solidFill>
                  <a:srgbClr val="242421"/>
                </a:solidFill>
                <a:latin typeface="Georgia"/>
                <a:ea typeface="Georgia"/>
                <a:cs typeface="Georgia"/>
              </a:defRPr>
            </a:pPr>
          </a:p>
        </c:txPr>
        <c:crossAx val="48672768"/>
        <c:majorUnit val="0.3"/>
      </c:valAx>
      <c:spPr>
        <a:solidFill xmlns:a="http://schemas.openxmlformats.org/drawingml/2006/main">
          <a:srgbClr val="F4F0E8"/>
        </a:solidFill>
        <a:ln xmlns:a="http://schemas.openxmlformats.org/drawingml/2006/main" w="0">
          <a:noFill/>
        </a:ln>
      </c:spPr>
    </c:plotArea>
    <c:plotVisOnly val="1"/>
  </c:chart>
  <c:spPr>
    <a:solidFill xmlns:a="http://schemas.openxmlformats.org/drawingml/2006/main">
      <a:srgbClr val="F4F0E8"/>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scatterChart>
        <c:scatterStyle val="line"/>
        <c:varyColors val="0"/>
        <c:ser>
          <c:idx val="0"/>
          <c:order val="0"/>
          <c:tx>
            <c:v>1 atm</c:v>
          </c:tx>
          <c:spPr>
            <a:ln xmlns:a="http://schemas.openxmlformats.org/drawingml/2006/main" w="28575">
              <a:solidFill>
                <a:srgbClr val="B4472B"/>
              </a:solidFill>
            </a:ln>
          </c:spPr>
          <c:marker>
            <c:symbol val="none"/>
          </c:marker>
          <c:xVal>
            <c:numRef>
              <c:f>'Chart Data'!$A$2:$A$1002</c:f>
              <c:numCache>
                <c:formatCode>General</c:formatCode>
                <c:ptCount val="1001"/>
                <c:pt idx="0">
                  <c:v>105</c:v>
                </c:pt>
                <c:pt idx="1">
                  <c:v>105.02</c:v>
                </c:pt>
                <c:pt idx="2">
                  <c:v>105.04</c:v>
                </c:pt>
                <c:pt idx="3">
                  <c:v>105.06</c:v>
                </c:pt>
                <c:pt idx="4">
                  <c:v>105.08</c:v>
                </c:pt>
                <c:pt idx="5">
                  <c:v>105.1</c:v>
                </c:pt>
                <c:pt idx="6">
                  <c:v>105.12</c:v>
                </c:pt>
                <c:pt idx="7">
                  <c:v>105.14</c:v>
                </c:pt>
                <c:pt idx="8">
                  <c:v>105.16</c:v>
                </c:pt>
                <c:pt idx="9">
                  <c:v>105.18</c:v>
                </c:pt>
                <c:pt idx="10">
                  <c:v>105.2</c:v>
                </c:pt>
                <c:pt idx="11">
                  <c:v>105.22</c:v>
                </c:pt>
                <c:pt idx="12">
                  <c:v>105.24</c:v>
                </c:pt>
                <c:pt idx="13">
                  <c:v>105.26</c:v>
                </c:pt>
                <c:pt idx="14">
                  <c:v>105.28</c:v>
                </c:pt>
                <c:pt idx="15">
                  <c:v>105.3</c:v>
                </c:pt>
                <c:pt idx="16">
                  <c:v>105.32</c:v>
                </c:pt>
                <c:pt idx="17">
                  <c:v>105.34</c:v>
                </c:pt>
                <c:pt idx="18">
                  <c:v>105.36</c:v>
                </c:pt>
                <c:pt idx="19">
                  <c:v>105.38</c:v>
                </c:pt>
                <c:pt idx="20">
                  <c:v>105.4</c:v>
                </c:pt>
                <c:pt idx="21">
                  <c:v>105.42</c:v>
                </c:pt>
                <c:pt idx="22">
                  <c:v>105.44</c:v>
                </c:pt>
                <c:pt idx="23">
                  <c:v>105.46</c:v>
                </c:pt>
                <c:pt idx="24">
                  <c:v>105.48</c:v>
                </c:pt>
                <c:pt idx="25">
                  <c:v>105.5</c:v>
                </c:pt>
                <c:pt idx="26">
                  <c:v>105.52</c:v>
                </c:pt>
                <c:pt idx="27">
                  <c:v>105.54</c:v>
                </c:pt>
                <c:pt idx="28">
                  <c:v>105.56</c:v>
                </c:pt>
                <c:pt idx="29">
                  <c:v>105.58</c:v>
                </c:pt>
                <c:pt idx="30">
                  <c:v>105.6</c:v>
                </c:pt>
                <c:pt idx="31">
                  <c:v>105.62</c:v>
                </c:pt>
                <c:pt idx="32">
                  <c:v>105.64</c:v>
                </c:pt>
                <c:pt idx="33">
                  <c:v>105.66</c:v>
                </c:pt>
                <c:pt idx="34">
                  <c:v>105.68</c:v>
                </c:pt>
                <c:pt idx="35">
                  <c:v>105.7</c:v>
                </c:pt>
                <c:pt idx="36">
                  <c:v>105.72</c:v>
                </c:pt>
                <c:pt idx="37">
                  <c:v>105.74</c:v>
                </c:pt>
                <c:pt idx="38">
                  <c:v>105.76</c:v>
                </c:pt>
                <c:pt idx="39">
                  <c:v>105.78</c:v>
                </c:pt>
                <c:pt idx="40">
                  <c:v>105.8</c:v>
                </c:pt>
                <c:pt idx="41">
                  <c:v>105.82</c:v>
                </c:pt>
                <c:pt idx="42">
                  <c:v>105.84</c:v>
                </c:pt>
                <c:pt idx="43">
                  <c:v>105.86</c:v>
                </c:pt>
                <c:pt idx="44">
                  <c:v>105.88</c:v>
                </c:pt>
                <c:pt idx="45">
                  <c:v>105.9</c:v>
                </c:pt>
                <c:pt idx="46">
                  <c:v>105.92</c:v>
                </c:pt>
                <c:pt idx="47">
                  <c:v>105.94</c:v>
                </c:pt>
                <c:pt idx="48">
                  <c:v>105.96</c:v>
                </c:pt>
                <c:pt idx="49">
                  <c:v>105.98</c:v>
                </c:pt>
                <c:pt idx="50">
                  <c:v>106</c:v>
                </c:pt>
                <c:pt idx="51">
                  <c:v>106.02</c:v>
                </c:pt>
                <c:pt idx="52">
                  <c:v>106.04</c:v>
                </c:pt>
                <c:pt idx="53">
                  <c:v>106.06</c:v>
                </c:pt>
                <c:pt idx="54">
                  <c:v>106.08</c:v>
                </c:pt>
                <c:pt idx="55">
                  <c:v>106.1</c:v>
                </c:pt>
                <c:pt idx="56">
                  <c:v>106.12</c:v>
                </c:pt>
                <c:pt idx="57">
                  <c:v>106.14</c:v>
                </c:pt>
                <c:pt idx="58">
                  <c:v>106.16</c:v>
                </c:pt>
                <c:pt idx="59">
                  <c:v>106.18</c:v>
                </c:pt>
                <c:pt idx="60">
                  <c:v>106.2</c:v>
                </c:pt>
                <c:pt idx="61">
                  <c:v>106.22</c:v>
                </c:pt>
                <c:pt idx="62">
                  <c:v>106.24</c:v>
                </c:pt>
                <c:pt idx="63">
                  <c:v>106.26</c:v>
                </c:pt>
                <c:pt idx="64">
                  <c:v>106.28</c:v>
                </c:pt>
                <c:pt idx="65">
                  <c:v>106.3</c:v>
                </c:pt>
                <c:pt idx="66">
                  <c:v>106.32</c:v>
                </c:pt>
                <c:pt idx="67">
                  <c:v>106.34</c:v>
                </c:pt>
                <c:pt idx="68">
                  <c:v>106.36</c:v>
                </c:pt>
                <c:pt idx="69">
                  <c:v>106.38</c:v>
                </c:pt>
                <c:pt idx="70">
                  <c:v>106.4</c:v>
                </c:pt>
                <c:pt idx="71">
                  <c:v>106.42</c:v>
                </c:pt>
                <c:pt idx="72">
                  <c:v>106.44</c:v>
                </c:pt>
                <c:pt idx="73">
                  <c:v>106.46</c:v>
                </c:pt>
                <c:pt idx="74">
                  <c:v>106.48</c:v>
                </c:pt>
                <c:pt idx="75">
                  <c:v>106.5</c:v>
                </c:pt>
                <c:pt idx="76">
                  <c:v>106.52</c:v>
                </c:pt>
                <c:pt idx="77">
                  <c:v>106.54</c:v>
                </c:pt>
                <c:pt idx="78">
                  <c:v>106.56</c:v>
                </c:pt>
                <c:pt idx="79">
                  <c:v>106.58</c:v>
                </c:pt>
                <c:pt idx="80">
                  <c:v>106.6</c:v>
                </c:pt>
                <c:pt idx="81">
                  <c:v>106.62</c:v>
                </c:pt>
                <c:pt idx="82">
                  <c:v>106.64</c:v>
                </c:pt>
                <c:pt idx="83">
                  <c:v>106.66</c:v>
                </c:pt>
                <c:pt idx="84">
                  <c:v>106.68</c:v>
                </c:pt>
                <c:pt idx="85">
                  <c:v>106.7</c:v>
                </c:pt>
                <c:pt idx="86">
                  <c:v>106.72</c:v>
                </c:pt>
                <c:pt idx="87">
                  <c:v>106.74</c:v>
                </c:pt>
                <c:pt idx="88">
                  <c:v>106.76</c:v>
                </c:pt>
                <c:pt idx="89">
                  <c:v>106.78</c:v>
                </c:pt>
                <c:pt idx="90">
                  <c:v>106.8</c:v>
                </c:pt>
                <c:pt idx="91">
                  <c:v>106.82</c:v>
                </c:pt>
                <c:pt idx="92">
                  <c:v>106.84</c:v>
                </c:pt>
                <c:pt idx="93">
                  <c:v>106.86</c:v>
                </c:pt>
                <c:pt idx="94">
                  <c:v>106.88</c:v>
                </c:pt>
                <c:pt idx="95">
                  <c:v>106.9</c:v>
                </c:pt>
                <c:pt idx="96">
                  <c:v>106.92</c:v>
                </c:pt>
                <c:pt idx="97">
                  <c:v>106.94</c:v>
                </c:pt>
                <c:pt idx="98">
                  <c:v>106.96</c:v>
                </c:pt>
                <c:pt idx="99">
                  <c:v>106.98</c:v>
                </c:pt>
                <c:pt idx="100">
                  <c:v>107</c:v>
                </c:pt>
                <c:pt idx="101">
                  <c:v>107.02</c:v>
                </c:pt>
                <c:pt idx="102">
                  <c:v>107.04</c:v>
                </c:pt>
                <c:pt idx="103">
                  <c:v>107.06</c:v>
                </c:pt>
                <c:pt idx="104">
                  <c:v>107.08</c:v>
                </c:pt>
                <c:pt idx="105">
                  <c:v>107.1</c:v>
                </c:pt>
                <c:pt idx="106">
                  <c:v>107.12</c:v>
                </c:pt>
                <c:pt idx="107">
                  <c:v>107.14</c:v>
                </c:pt>
                <c:pt idx="108">
                  <c:v>107.16</c:v>
                </c:pt>
                <c:pt idx="109">
                  <c:v>107.18</c:v>
                </c:pt>
                <c:pt idx="110">
                  <c:v>107.2</c:v>
                </c:pt>
                <c:pt idx="111">
                  <c:v>107.22</c:v>
                </c:pt>
                <c:pt idx="112">
                  <c:v>107.24</c:v>
                </c:pt>
                <c:pt idx="113">
                  <c:v>107.26</c:v>
                </c:pt>
                <c:pt idx="114">
                  <c:v>107.28</c:v>
                </c:pt>
                <c:pt idx="115">
                  <c:v>107.3</c:v>
                </c:pt>
                <c:pt idx="116">
                  <c:v>107.32</c:v>
                </c:pt>
                <c:pt idx="117">
                  <c:v>107.34</c:v>
                </c:pt>
                <c:pt idx="118">
                  <c:v>107.36</c:v>
                </c:pt>
                <c:pt idx="119">
                  <c:v>107.38</c:v>
                </c:pt>
                <c:pt idx="120">
                  <c:v>107.4</c:v>
                </c:pt>
                <c:pt idx="121">
                  <c:v>107.42</c:v>
                </c:pt>
                <c:pt idx="122">
                  <c:v>107.44</c:v>
                </c:pt>
                <c:pt idx="123">
                  <c:v>107.46</c:v>
                </c:pt>
                <c:pt idx="124">
                  <c:v>107.48</c:v>
                </c:pt>
                <c:pt idx="125">
                  <c:v>107.5</c:v>
                </c:pt>
                <c:pt idx="126">
                  <c:v>107.52</c:v>
                </c:pt>
                <c:pt idx="127">
                  <c:v>107.54</c:v>
                </c:pt>
                <c:pt idx="128">
                  <c:v>107.56</c:v>
                </c:pt>
                <c:pt idx="129">
                  <c:v>107.58</c:v>
                </c:pt>
                <c:pt idx="130">
                  <c:v>107.6</c:v>
                </c:pt>
                <c:pt idx="131">
                  <c:v>107.62</c:v>
                </c:pt>
                <c:pt idx="132">
                  <c:v>107.64</c:v>
                </c:pt>
                <c:pt idx="133">
                  <c:v>107.66</c:v>
                </c:pt>
                <c:pt idx="134">
                  <c:v>107.68</c:v>
                </c:pt>
                <c:pt idx="135">
                  <c:v>107.7</c:v>
                </c:pt>
                <c:pt idx="136">
                  <c:v>107.72</c:v>
                </c:pt>
                <c:pt idx="137">
                  <c:v>107.74</c:v>
                </c:pt>
                <c:pt idx="138">
                  <c:v>107.76</c:v>
                </c:pt>
                <c:pt idx="139">
                  <c:v>107.78</c:v>
                </c:pt>
                <c:pt idx="140">
                  <c:v>107.8</c:v>
                </c:pt>
                <c:pt idx="141">
                  <c:v>107.82</c:v>
                </c:pt>
                <c:pt idx="142">
                  <c:v>107.84</c:v>
                </c:pt>
                <c:pt idx="143">
                  <c:v>107.86</c:v>
                </c:pt>
                <c:pt idx="144">
                  <c:v>107.88</c:v>
                </c:pt>
                <c:pt idx="145">
                  <c:v>107.9</c:v>
                </c:pt>
                <c:pt idx="146">
                  <c:v>107.92</c:v>
                </c:pt>
                <c:pt idx="147">
                  <c:v>107.94</c:v>
                </c:pt>
                <c:pt idx="148">
                  <c:v>107.96</c:v>
                </c:pt>
                <c:pt idx="149">
                  <c:v>107.98</c:v>
                </c:pt>
                <c:pt idx="150">
                  <c:v>108</c:v>
                </c:pt>
                <c:pt idx="151">
                  <c:v>108.02</c:v>
                </c:pt>
                <c:pt idx="152">
                  <c:v>108.04</c:v>
                </c:pt>
                <c:pt idx="153">
                  <c:v>108.06</c:v>
                </c:pt>
                <c:pt idx="154">
                  <c:v>108.08</c:v>
                </c:pt>
                <c:pt idx="155">
                  <c:v>108.1</c:v>
                </c:pt>
                <c:pt idx="156">
                  <c:v>108.12</c:v>
                </c:pt>
                <c:pt idx="157">
                  <c:v>108.14</c:v>
                </c:pt>
                <c:pt idx="158">
                  <c:v>108.16</c:v>
                </c:pt>
                <c:pt idx="159">
                  <c:v>108.18</c:v>
                </c:pt>
                <c:pt idx="160">
                  <c:v>108.2</c:v>
                </c:pt>
                <c:pt idx="161">
                  <c:v>108.22</c:v>
                </c:pt>
                <c:pt idx="162">
                  <c:v>108.24</c:v>
                </c:pt>
                <c:pt idx="163">
                  <c:v>108.26</c:v>
                </c:pt>
                <c:pt idx="164">
                  <c:v>108.28</c:v>
                </c:pt>
                <c:pt idx="165">
                  <c:v>108.3</c:v>
                </c:pt>
                <c:pt idx="166">
                  <c:v>108.32</c:v>
                </c:pt>
                <c:pt idx="167">
                  <c:v>108.34</c:v>
                </c:pt>
                <c:pt idx="168">
                  <c:v>108.36</c:v>
                </c:pt>
                <c:pt idx="169">
                  <c:v>108.38</c:v>
                </c:pt>
                <c:pt idx="170">
                  <c:v>108.4</c:v>
                </c:pt>
                <c:pt idx="171">
                  <c:v>108.42</c:v>
                </c:pt>
                <c:pt idx="172">
                  <c:v>108.44</c:v>
                </c:pt>
                <c:pt idx="173">
                  <c:v>108.46</c:v>
                </c:pt>
                <c:pt idx="174">
                  <c:v>108.48</c:v>
                </c:pt>
                <c:pt idx="175">
                  <c:v>108.5</c:v>
                </c:pt>
                <c:pt idx="176">
                  <c:v>108.52</c:v>
                </c:pt>
                <c:pt idx="177">
                  <c:v>108.54</c:v>
                </c:pt>
                <c:pt idx="178">
                  <c:v>108.56</c:v>
                </c:pt>
                <c:pt idx="179">
                  <c:v>108.58</c:v>
                </c:pt>
                <c:pt idx="180">
                  <c:v>108.6</c:v>
                </c:pt>
                <c:pt idx="181">
                  <c:v>108.62</c:v>
                </c:pt>
                <c:pt idx="182">
                  <c:v>108.64</c:v>
                </c:pt>
                <c:pt idx="183">
                  <c:v>108.66</c:v>
                </c:pt>
                <c:pt idx="184">
                  <c:v>108.68</c:v>
                </c:pt>
                <c:pt idx="185">
                  <c:v>108.7</c:v>
                </c:pt>
                <c:pt idx="186">
                  <c:v>108.72</c:v>
                </c:pt>
                <c:pt idx="187">
                  <c:v>108.74</c:v>
                </c:pt>
                <c:pt idx="188">
                  <c:v>108.76</c:v>
                </c:pt>
                <c:pt idx="189">
                  <c:v>108.78</c:v>
                </c:pt>
                <c:pt idx="190">
                  <c:v>108.8</c:v>
                </c:pt>
                <c:pt idx="191">
                  <c:v>108.82</c:v>
                </c:pt>
                <c:pt idx="192">
                  <c:v>108.84</c:v>
                </c:pt>
                <c:pt idx="193">
                  <c:v>108.86</c:v>
                </c:pt>
                <c:pt idx="194">
                  <c:v>108.88</c:v>
                </c:pt>
                <c:pt idx="195">
                  <c:v>108.9</c:v>
                </c:pt>
                <c:pt idx="196">
                  <c:v>108.92</c:v>
                </c:pt>
                <c:pt idx="197">
                  <c:v>108.94</c:v>
                </c:pt>
                <c:pt idx="198">
                  <c:v>108.96</c:v>
                </c:pt>
                <c:pt idx="199">
                  <c:v>108.98</c:v>
                </c:pt>
                <c:pt idx="200">
                  <c:v>109</c:v>
                </c:pt>
                <c:pt idx="201">
                  <c:v>109.02</c:v>
                </c:pt>
                <c:pt idx="202">
                  <c:v>109.04</c:v>
                </c:pt>
                <c:pt idx="203">
                  <c:v>109.06</c:v>
                </c:pt>
                <c:pt idx="204">
                  <c:v>109.08</c:v>
                </c:pt>
                <c:pt idx="205">
                  <c:v>109.1</c:v>
                </c:pt>
                <c:pt idx="206">
                  <c:v>109.12</c:v>
                </c:pt>
                <c:pt idx="207">
                  <c:v>109.14</c:v>
                </c:pt>
                <c:pt idx="208">
                  <c:v>109.16</c:v>
                </c:pt>
                <c:pt idx="209">
                  <c:v>109.18</c:v>
                </c:pt>
                <c:pt idx="210">
                  <c:v>109.2</c:v>
                </c:pt>
                <c:pt idx="211">
                  <c:v>109.22</c:v>
                </c:pt>
                <c:pt idx="212">
                  <c:v>109.24</c:v>
                </c:pt>
                <c:pt idx="213">
                  <c:v>109.26</c:v>
                </c:pt>
                <c:pt idx="214">
                  <c:v>109.28</c:v>
                </c:pt>
                <c:pt idx="215">
                  <c:v>109.3</c:v>
                </c:pt>
                <c:pt idx="216">
                  <c:v>109.32</c:v>
                </c:pt>
                <c:pt idx="217">
                  <c:v>109.34</c:v>
                </c:pt>
                <c:pt idx="218">
                  <c:v>109.36</c:v>
                </c:pt>
                <c:pt idx="219">
                  <c:v>109.38</c:v>
                </c:pt>
                <c:pt idx="220">
                  <c:v>109.4</c:v>
                </c:pt>
                <c:pt idx="221">
                  <c:v>109.42</c:v>
                </c:pt>
                <c:pt idx="222">
                  <c:v>109.44</c:v>
                </c:pt>
                <c:pt idx="223">
                  <c:v>109.46</c:v>
                </c:pt>
                <c:pt idx="224">
                  <c:v>109.48</c:v>
                </c:pt>
                <c:pt idx="225">
                  <c:v>109.5</c:v>
                </c:pt>
                <c:pt idx="226">
                  <c:v>109.52</c:v>
                </c:pt>
                <c:pt idx="227">
                  <c:v>109.54</c:v>
                </c:pt>
                <c:pt idx="228">
                  <c:v>109.56</c:v>
                </c:pt>
                <c:pt idx="229">
                  <c:v>109.58</c:v>
                </c:pt>
                <c:pt idx="230">
                  <c:v>109.6</c:v>
                </c:pt>
                <c:pt idx="231">
                  <c:v>109.62</c:v>
                </c:pt>
                <c:pt idx="232">
                  <c:v>109.64</c:v>
                </c:pt>
                <c:pt idx="233">
                  <c:v>109.66</c:v>
                </c:pt>
                <c:pt idx="234">
                  <c:v>109.68</c:v>
                </c:pt>
                <c:pt idx="235">
                  <c:v>109.7</c:v>
                </c:pt>
                <c:pt idx="236">
                  <c:v>109.72</c:v>
                </c:pt>
                <c:pt idx="237">
                  <c:v>109.74</c:v>
                </c:pt>
                <c:pt idx="238">
                  <c:v>109.76</c:v>
                </c:pt>
                <c:pt idx="239">
                  <c:v>109.78</c:v>
                </c:pt>
                <c:pt idx="240">
                  <c:v>109.8</c:v>
                </c:pt>
                <c:pt idx="241">
                  <c:v>109.82</c:v>
                </c:pt>
                <c:pt idx="242">
                  <c:v>109.84</c:v>
                </c:pt>
                <c:pt idx="243">
                  <c:v>109.86</c:v>
                </c:pt>
                <c:pt idx="244">
                  <c:v>109.88</c:v>
                </c:pt>
                <c:pt idx="245">
                  <c:v>109.9</c:v>
                </c:pt>
                <c:pt idx="246">
                  <c:v>109.92</c:v>
                </c:pt>
                <c:pt idx="247">
                  <c:v>109.94</c:v>
                </c:pt>
                <c:pt idx="248">
                  <c:v>109.96</c:v>
                </c:pt>
                <c:pt idx="249">
                  <c:v>109.98</c:v>
                </c:pt>
                <c:pt idx="250">
                  <c:v>110</c:v>
                </c:pt>
                <c:pt idx="251">
                  <c:v>110.02</c:v>
                </c:pt>
                <c:pt idx="252">
                  <c:v>110.04</c:v>
                </c:pt>
                <c:pt idx="253">
                  <c:v>110.06</c:v>
                </c:pt>
                <c:pt idx="254">
                  <c:v>110.08</c:v>
                </c:pt>
                <c:pt idx="255">
                  <c:v>110.1</c:v>
                </c:pt>
                <c:pt idx="256">
                  <c:v>110.12</c:v>
                </c:pt>
                <c:pt idx="257">
                  <c:v>110.14</c:v>
                </c:pt>
                <c:pt idx="258">
                  <c:v>110.16</c:v>
                </c:pt>
                <c:pt idx="259">
                  <c:v>110.18</c:v>
                </c:pt>
                <c:pt idx="260">
                  <c:v>110.2</c:v>
                </c:pt>
                <c:pt idx="261">
                  <c:v>110.22</c:v>
                </c:pt>
                <c:pt idx="262">
                  <c:v>110.24</c:v>
                </c:pt>
                <c:pt idx="263">
                  <c:v>110.26</c:v>
                </c:pt>
                <c:pt idx="264">
                  <c:v>110.28</c:v>
                </c:pt>
                <c:pt idx="265">
                  <c:v>110.3</c:v>
                </c:pt>
                <c:pt idx="266">
                  <c:v>110.32</c:v>
                </c:pt>
                <c:pt idx="267">
                  <c:v>110.34</c:v>
                </c:pt>
                <c:pt idx="268">
                  <c:v>110.36</c:v>
                </c:pt>
                <c:pt idx="269">
                  <c:v>110.38</c:v>
                </c:pt>
                <c:pt idx="270">
                  <c:v>110.4</c:v>
                </c:pt>
                <c:pt idx="271">
                  <c:v>110.42</c:v>
                </c:pt>
                <c:pt idx="272">
                  <c:v>110.44</c:v>
                </c:pt>
                <c:pt idx="273">
                  <c:v>110.46</c:v>
                </c:pt>
                <c:pt idx="274">
                  <c:v>110.48</c:v>
                </c:pt>
                <c:pt idx="275">
                  <c:v>110.5</c:v>
                </c:pt>
                <c:pt idx="276">
                  <c:v>110.52</c:v>
                </c:pt>
                <c:pt idx="277">
                  <c:v>110.54</c:v>
                </c:pt>
                <c:pt idx="278">
                  <c:v>110.56</c:v>
                </c:pt>
                <c:pt idx="279">
                  <c:v>110.58</c:v>
                </c:pt>
                <c:pt idx="280">
                  <c:v>110.6</c:v>
                </c:pt>
                <c:pt idx="281">
                  <c:v>110.62</c:v>
                </c:pt>
                <c:pt idx="282">
                  <c:v>110.64</c:v>
                </c:pt>
                <c:pt idx="283">
                  <c:v>110.66</c:v>
                </c:pt>
                <c:pt idx="284">
                  <c:v>110.68</c:v>
                </c:pt>
                <c:pt idx="285">
                  <c:v>110.7</c:v>
                </c:pt>
                <c:pt idx="286">
                  <c:v>110.72</c:v>
                </c:pt>
                <c:pt idx="287">
                  <c:v>110.74</c:v>
                </c:pt>
                <c:pt idx="288">
                  <c:v>110.76</c:v>
                </c:pt>
                <c:pt idx="289">
                  <c:v>110.78</c:v>
                </c:pt>
                <c:pt idx="290">
                  <c:v>110.8</c:v>
                </c:pt>
                <c:pt idx="291">
                  <c:v>110.82</c:v>
                </c:pt>
                <c:pt idx="292">
                  <c:v>110.84</c:v>
                </c:pt>
                <c:pt idx="293">
                  <c:v>110.86</c:v>
                </c:pt>
                <c:pt idx="294">
                  <c:v>110.88</c:v>
                </c:pt>
                <c:pt idx="295">
                  <c:v>110.9</c:v>
                </c:pt>
                <c:pt idx="296">
                  <c:v>110.92</c:v>
                </c:pt>
                <c:pt idx="297">
                  <c:v>110.94</c:v>
                </c:pt>
                <c:pt idx="298">
                  <c:v>110.96</c:v>
                </c:pt>
                <c:pt idx="299">
                  <c:v>110.98</c:v>
                </c:pt>
                <c:pt idx="300">
                  <c:v>111</c:v>
                </c:pt>
                <c:pt idx="301">
                  <c:v>111.02</c:v>
                </c:pt>
                <c:pt idx="302">
                  <c:v>111.04</c:v>
                </c:pt>
                <c:pt idx="303">
                  <c:v>111.06</c:v>
                </c:pt>
                <c:pt idx="304">
                  <c:v>111.08</c:v>
                </c:pt>
                <c:pt idx="305">
                  <c:v>111.1</c:v>
                </c:pt>
                <c:pt idx="306">
                  <c:v>111.12</c:v>
                </c:pt>
                <c:pt idx="307">
                  <c:v>111.14</c:v>
                </c:pt>
                <c:pt idx="308">
                  <c:v>111.16</c:v>
                </c:pt>
                <c:pt idx="309">
                  <c:v>111.18</c:v>
                </c:pt>
                <c:pt idx="310">
                  <c:v>111.2</c:v>
                </c:pt>
                <c:pt idx="311">
                  <c:v>111.22</c:v>
                </c:pt>
                <c:pt idx="312">
                  <c:v>111.24</c:v>
                </c:pt>
                <c:pt idx="313">
                  <c:v>111.26</c:v>
                </c:pt>
                <c:pt idx="314">
                  <c:v>111.28</c:v>
                </c:pt>
                <c:pt idx="315">
                  <c:v>111.3</c:v>
                </c:pt>
                <c:pt idx="316">
                  <c:v>111.32</c:v>
                </c:pt>
                <c:pt idx="317">
                  <c:v>111.34</c:v>
                </c:pt>
                <c:pt idx="318">
                  <c:v>111.36</c:v>
                </c:pt>
                <c:pt idx="319">
                  <c:v>111.38</c:v>
                </c:pt>
                <c:pt idx="320">
                  <c:v>111.4</c:v>
                </c:pt>
                <c:pt idx="321">
                  <c:v>111.42</c:v>
                </c:pt>
                <c:pt idx="322">
                  <c:v>111.44</c:v>
                </c:pt>
                <c:pt idx="323">
                  <c:v>111.46</c:v>
                </c:pt>
                <c:pt idx="324">
                  <c:v>111.48</c:v>
                </c:pt>
                <c:pt idx="325">
                  <c:v>111.5</c:v>
                </c:pt>
                <c:pt idx="326">
                  <c:v>111.52</c:v>
                </c:pt>
                <c:pt idx="327">
                  <c:v>111.54</c:v>
                </c:pt>
                <c:pt idx="328">
                  <c:v>111.56</c:v>
                </c:pt>
                <c:pt idx="329">
                  <c:v>111.58</c:v>
                </c:pt>
                <c:pt idx="330">
                  <c:v>111.6</c:v>
                </c:pt>
                <c:pt idx="331">
                  <c:v>111.62</c:v>
                </c:pt>
                <c:pt idx="332">
                  <c:v>111.64</c:v>
                </c:pt>
                <c:pt idx="333">
                  <c:v>111.66</c:v>
                </c:pt>
                <c:pt idx="334">
                  <c:v>111.68</c:v>
                </c:pt>
                <c:pt idx="335">
                  <c:v>111.7</c:v>
                </c:pt>
                <c:pt idx="336">
                  <c:v>111.72</c:v>
                </c:pt>
                <c:pt idx="337">
                  <c:v>111.74</c:v>
                </c:pt>
                <c:pt idx="338">
                  <c:v>111.76</c:v>
                </c:pt>
                <c:pt idx="339">
                  <c:v>111.78</c:v>
                </c:pt>
                <c:pt idx="340">
                  <c:v>111.8</c:v>
                </c:pt>
                <c:pt idx="341">
                  <c:v>111.82</c:v>
                </c:pt>
                <c:pt idx="342">
                  <c:v>111.84</c:v>
                </c:pt>
                <c:pt idx="343">
                  <c:v>111.86</c:v>
                </c:pt>
                <c:pt idx="344">
                  <c:v>111.88</c:v>
                </c:pt>
                <c:pt idx="345">
                  <c:v>111.9</c:v>
                </c:pt>
                <c:pt idx="346">
                  <c:v>111.92</c:v>
                </c:pt>
                <c:pt idx="347">
                  <c:v>111.94</c:v>
                </c:pt>
                <c:pt idx="348">
                  <c:v>111.96</c:v>
                </c:pt>
                <c:pt idx="349">
                  <c:v>111.98</c:v>
                </c:pt>
                <c:pt idx="350">
                  <c:v>112</c:v>
                </c:pt>
                <c:pt idx="351">
                  <c:v>112.02</c:v>
                </c:pt>
                <c:pt idx="352">
                  <c:v>112.04</c:v>
                </c:pt>
                <c:pt idx="353">
                  <c:v>112.06</c:v>
                </c:pt>
                <c:pt idx="354">
                  <c:v>112.08</c:v>
                </c:pt>
                <c:pt idx="355">
                  <c:v>112.1</c:v>
                </c:pt>
                <c:pt idx="356">
                  <c:v>112.12</c:v>
                </c:pt>
                <c:pt idx="357">
                  <c:v>112.14</c:v>
                </c:pt>
                <c:pt idx="358">
                  <c:v>112.16</c:v>
                </c:pt>
                <c:pt idx="359">
                  <c:v>112.18</c:v>
                </c:pt>
                <c:pt idx="360">
                  <c:v>112.2</c:v>
                </c:pt>
                <c:pt idx="361">
                  <c:v>112.22</c:v>
                </c:pt>
                <c:pt idx="362">
                  <c:v>112.24</c:v>
                </c:pt>
                <c:pt idx="363">
                  <c:v>112.26</c:v>
                </c:pt>
                <c:pt idx="364">
                  <c:v>112.28</c:v>
                </c:pt>
                <c:pt idx="365">
                  <c:v>112.3</c:v>
                </c:pt>
                <c:pt idx="366">
                  <c:v>112.32</c:v>
                </c:pt>
                <c:pt idx="367">
                  <c:v>112.34</c:v>
                </c:pt>
                <c:pt idx="368">
                  <c:v>112.36</c:v>
                </c:pt>
                <c:pt idx="369">
                  <c:v>112.38</c:v>
                </c:pt>
                <c:pt idx="370">
                  <c:v>112.4</c:v>
                </c:pt>
                <c:pt idx="371">
                  <c:v>112.42</c:v>
                </c:pt>
                <c:pt idx="372">
                  <c:v>112.44</c:v>
                </c:pt>
                <c:pt idx="373">
                  <c:v>112.46</c:v>
                </c:pt>
                <c:pt idx="374">
                  <c:v>112.48</c:v>
                </c:pt>
                <c:pt idx="375">
                  <c:v>112.5</c:v>
                </c:pt>
                <c:pt idx="376">
                  <c:v>112.52</c:v>
                </c:pt>
                <c:pt idx="377">
                  <c:v>112.54</c:v>
                </c:pt>
                <c:pt idx="378">
                  <c:v>112.56</c:v>
                </c:pt>
                <c:pt idx="379">
                  <c:v>112.58</c:v>
                </c:pt>
                <c:pt idx="380">
                  <c:v>112.6</c:v>
                </c:pt>
                <c:pt idx="381">
                  <c:v>112.62</c:v>
                </c:pt>
                <c:pt idx="382">
                  <c:v>112.64</c:v>
                </c:pt>
                <c:pt idx="383">
                  <c:v>112.66</c:v>
                </c:pt>
                <c:pt idx="384">
                  <c:v>112.68</c:v>
                </c:pt>
                <c:pt idx="385">
                  <c:v>112.7</c:v>
                </c:pt>
                <c:pt idx="386">
                  <c:v>112.72</c:v>
                </c:pt>
                <c:pt idx="387">
                  <c:v>112.74</c:v>
                </c:pt>
                <c:pt idx="388">
                  <c:v>112.76</c:v>
                </c:pt>
                <c:pt idx="389">
                  <c:v>112.78</c:v>
                </c:pt>
                <c:pt idx="390">
                  <c:v>112.8</c:v>
                </c:pt>
                <c:pt idx="391">
                  <c:v>112.82</c:v>
                </c:pt>
                <c:pt idx="392">
                  <c:v>112.84</c:v>
                </c:pt>
                <c:pt idx="393">
                  <c:v>112.86</c:v>
                </c:pt>
                <c:pt idx="394">
                  <c:v>112.88</c:v>
                </c:pt>
                <c:pt idx="395">
                  <c:v>112.9</c:v>
                </c:pt>
                <c:pt idx="396">
                  <c:v>112.92</c:v>
                </c:pt>
                <c:pt idx="397">
                  <c:v>112.94</c:v>
                </c:pt>
                <c:pt idx="398">
                  <c:v>112.96</c:v>
                </c:pt>
                <c:pt idx="399">
                  <c:v>112.98</c:v>
                </c:pt>
                <c:pt idx="400">
                  <c:v>113</c:v>
                </c:pt>
                <c:pt idx="401">
                  <c:v>113.02</c:v>
                </c:pt>
                <c:pt idx="402">
                  <c:v>113.04</c:v>
                </c:pt>
                <c:pt idx="403">
                  <c:v>113.06</c:v>
                </c:pt>
                <c:pt idx="404">
                  <c:v>113.08</c:v>
                </c:pt>
                <c:pt idx="405">
                  <c:v>113.1</c:v>
                </c:pt>
                <c:pt idx="406">
                  <c:v>113.12</c:v>
                </c:pt>
                <c:pt idx="407">
                  <c:v>113.14</c:v>
                </c:pt>
                <c:pt idx="408">
                  <c:v>113.16</c:v>
                </c:pt>
                <c:pt idx="409">
                  <c:v>113.18</c:v>
                </c:pt>
                <c:pt idx="410">
                  <c:v>113.2</c:v>
                </c:pt>
                <c:pt idx="411">
                  <c:v>113.22</c:v>
                </c:pt>
                <c:pt idx="412">
                  <c:v>113.24</c:v>
                </c:pt>
                <c:pt idx="413">
                  <c:v>113.26</c:v>
                </c:pt>
                <c:pt idx="414">
                  <c:v>113.28</c:v>
                </c:pt>
                <c:pt idx="415">
                  <c:v>113.3</c:v>
                </c:pt>
                <c:pt idx="416">
                  <c:v>113.32</c:v>
                </c:pt>
                <c:pt idx="417">
                  <c:v>113.34</c:v>
                </c:pt>
                <c:pt idx="418">
                  <c:v>113.36</c:v>
                </c:pt>
                <c:pt idx="419">
                  <c:v>113.38</c:v>
                </c:pt>
                <c:pt idx="420">
                  <c:v>113.4</c:v>
                </c:pt>
                <c:pt idx="421">
                  <c:v>113.42</c:v>
                </c:pt>
                <c:pt idx="422">
                  <c:v>113.44</c:v>
                </c:pt>
                <c:pt idx="423">
                  <c:v>113.46</c:v>
                </c:pt>
                <c:pt idx="424">
                  <c:v>113.48</c:v>
                </c:pt>
                <c:pt idx="425">
                  <c:v>113.5</c:v>
                </c:pt>
                <c:pt idx="426">
                  <c:v>113.52</c:v>
                </c:pt>
                <c:pt idx="427">
                  <c:v>113.54</c:v>
                </c:pt>
                <c:pt idx="428">
                  <c:v>113.56</c:v>
                </c:pt>
                <c:pt idx="429">
                  <c:v>113.58</c:v>
                </c:pt>
                <c:pt idx="430">
                  <c:v>113.6</c:v>
                </c:pt>
                <c:pt idx="431">
                  <c:v>113.62</c:v>
                </c:pt>
                <c:pt idx="432">
                  <c:v>113.64</c:v>
                </c:pt>
                <c:pt idx="433">
                  <c:v>113.66</c:v>
                </c:pt>
                <c:pt idx="434">
                  <c:v>113.68</c:v>
                </c:pt>
                <c:pt idx="435">
                  <c:v>113.7</c:v>
                </c:pt>
                <c:pt idx="436">
                  <c:v>113.72</c:v>
                </c:pt>
                <c:pt idx="437">
                  <c:v>113.74</c:v>
                </c:pt>
                <c:pt idx="438">
                  <c:v>113.76</c:v>
                </c:pt>
                <c:pt idx="439">
                  <c:v>113.78</c:v>
                </c:pt>
                <c:pt idx="440">
                  <c:v>113.8</c:v>
                </c:pt>
                <c:pt idx="441">
                  <c:v>113.82</c:v>
                </c:pt>
                <c:pt idx="442">
                  <c:v>113.84</c:v>
                </c:pt>
                <c:pt idx="443">
                  <c:v>113.86</c:v>
                </c:pt>
                <c:pt idx="444">
                  <c:v>113.88</c:v>
                </c:pt>
                <c:pt idx="445">
                  <c:v>113.9</c:v>
                </c:pt>
                <c:pt idx="446">
                  <c:v>113.92</c:v>
                </c:pt>
                <c:pt idx="447">
                  <c:v>113.94</c:v>
                </c:pt>
                <c:pt idx="448">
                  <c:v>113.96</c:v>
                </c:pt>
                <c:pt idx="449">
                  <c:v>113.98</c:v>
                </c:pt>
                <c:pt idx="450">
                  <c:v>114</c:v>
                </c:pt>
                <c:pt idx="451">
                  <c:v>114.02</c:v>
                </c:pt>
                <c:pt idx="452">
                  <c:v>114.04</c:v>
                </c:pt>
                <c:pt idx="453">
                  <c:v>114.06</c:v>
                </c:pt>
                <c:pt idx="454">
                  <c:v>114.08</c:v>
                </c:pt>
                <c:pt idx="455">
                  <c:v>114.1</c:v>
                </c:pt>
                <c:pt idx="456">
                  <c:v>114.12</c:v>
                </c:pt>
                <c:pt idx="457">
                  <c:v>114.14</c:v>
                </c:pt>
                <c:pt idx="458">
                  <c:v>114.16</c:v>
                </c:pt>
                <c:pt idx="459">
                  <c:v>114.18</c:v>
                </c:pt>
                <c:pt idx="460">
                  <c:v>114.2</c:v>
                </c:pt>
                <c:pt idx="461">
                  <c:v>114.22</c:v>
                </c:pt>
                <c:pt idx="462">
                  <c:v>114.24</c:v>
                </c:pt>
                <c:pt idx="463">
                  <c:v>114.26</c:v>
                </c:pt>
                <c:pt idx="464">
                  <c:v>114.28</c:v>
                </c:pt>
                <c:pt idx="465">
                  <c:v>114.3</c:v>
                </c:pt>
                <c:pt idx="466">
                  <c:v>114.32</c:v>
                </c:pt>
                <c:pt idx="467">
                  <c:v>114.34</c:v>
                </c:pt>
                <c:pt idx="468">
                  <c:v>114.36</c:v>
                </c:pt>
                <c:pt idx="469">
                  <c:v>114.38</c:v>
                </c:pt>
                <c:pt idx="470">
                  <c:v>114.4</c:v>
                </c:pt>
                <c:pt idx="471">
                  <c:v>114.42</c:v>
                </c:pt>
                <c:pt idx="472">
                  <c:v>114.44</c:v>
                </c:pt>
                <c:pt idx="473">
                  <c:v>114.46</c:v>
                </c:pt>
                <c:pt idx="474">
                  <c:v>114.48</c:v>
                </c:pt>
                <c:pt idx="475">
                  <c:v>114.5</c:v>
                </c:pt>
                <c:pt idx="476">
                  <c:v>114.52</c:v>
                </c:pt>
                <c:pt idx="477">
                  <c:v>114.54</c:v>
                </c:pt>
                <c:pt idx="478">
                  <c:v>114.56</c:v>
                </c:pt>
                <c:pt idx="479">
                  <c:v>114.58</c:v>
                </c:pt>
                <c:pt idx="480">
                  <c:v>114.6</c:v>
                </c:pt>
                <c:pt idx="481">
                  <c:v>114.62</c:v>
                </c:pt>
                <c:pt idx="482">
                  <c:v>114.64</c:v>
                </c:pt>
                <c:pt idx="483">
                  <c:v>114.66</c:v>
                </c:pt>
                <c:pt idx="484">
                  <c:v>114.68</c:v>
                </c:pt>
                <c:pt idx="485">
                  <c:v>114.7</c:v>
                </c:pt>
                <c:pt idx="486">
                  <c:v>114.72</c:v>
                </c:pt>
                <c:pt idx="487">
                  <c:v>114.74</c:v>
                </c:pt>
                <c:pt idx="488">
                  <c:v>114.76</c:v>
                </c:pt>
                <c:pt idx="489">
                  <c:v>114.78</c:v>
                </c:pt>
                <c:pt idx="490">
                  <c:v>114.8</c:v>
                </c:pt>
                <c:pt idx="491">
                  <c:v>114.82</c:v>
                </c:pt>
                <c:pt idx="492">
                  <c:v>114.84</c:v>
                </c:pt>
                <c:pt idx="493">
                  <c:v>114.86</c:v>
                </c:pt>
                <c:pt idx="494">
                  <c:v>114.88</c:v>
                </c:pt>
                <c:pt idx="495">
                  <c:v>114.9</c:v>
                </c:pt>
                <c:pt idx="496">
                  <c:v>114.92</c:v>
                </c:pt>
                <c:pt idx="497">
                  <c:v>114.94</c:v>
                </c:pt>
                <c:pt idx="498">
                  <c:v>114.96</c:v>
                </c:pt>
                <c:pt idx="499">
                  <c:v>114.98</c:v>
                </c:pt>
                <c:pt idx="500">
                  <c:v>115</c:v>
                </c:pt>
                <c:pt idx="501">
                  <c:v>115.02</c:v>
                </c:pt>
                <c:pt idx="502">
                  <c:v>115.04</c:v>
                </c:pt>
                <c:pt idx="503">
                  <c:v>115.06</c:v>
                </c:pt>
                <c:pt idx="504">
                  <c:v>115.08</c:v>
                </c:pt>
                <c:pt idx="505">
                  <c:v>115.1</c:v>
                </c:pt>
                <c:pt idx="506">
                  <c:v>115.12</c:v>
                </c:pt>
                <c:pt idx="507">
                  <c:v>115.14</c:v>
                </c:pt>
                <c:pt idx="508">
                  <c:v>115.16</c:v>
                </c:pt>
                <c:pt idx="509">
                  <c:v>115.18</c:v>
                </c:pt>
                <c:pt idx="510">
                  <c:v>115.2</c:v>
                </c:pt>
                <c:pt idx="511">
                  <c:v>115.22</c:v>
                </c:pt>
                <c:pt idx="512">
                  <c:v>115.24</c:v>
                </c:pt>
                <c:pt idx="513">
                  <c:v>115.26</c:v>
                </c:pt>
                <c:pt idx="514">
                  <c:v>115.28</c:v>
                </c:pt>
                <c:pt idx="515">
                  <c:v>115.3</c:v>
                </c:pt>
                <c:pt idx="516">
                  <c:v>115.32</c:v>
                </c:pt>
                <c:pt idx="517">
                  <c:v>115.34</c:v>
                </c:pt>
                <c:pt idx="518">
                  <c:v>115.36</c:v>
                </c:pt>
                <c:pt idx="519">
                  <c:v>115.38</c:v>
                </c:pt>
                <c:pt idx="520">
                  <c:v>115.4</c:v>
                </c:pt>
                <c:pt idx="521">
                  <c:v>115.42</c:v>
                </c:pt>
                <c:pt idx="522">
                  <c:v>115.44</c:v>
                </c:pt>
                <c:pt idx="523">
                  <c:v>115.46</c:v>
                </c:pt>
                <c:pt idx="524">
                  <c:v>115.48</c:v>
                </c:pt>
                <c:pt idx="525">
                  <c:v>115.5</c:v>
                </c:pt>
                <c:pt idx="526">
                  <c:v>115.52</c:v>
                </c:pt>
                <c:pt idx="527">
                  <c:v>115.54</c:v>
                </c:pt>
                <c:pt idx="528">
                  <c:v>115.56</c:v>
                </c:pt>
                <c:pt idx="529">
                  <c:v>115.58</c:v>
                </c:pt>
                <c:pt idx="530">
                  <c:v>115.6</c:v>
                </c:pt>
                <c:pt idx="531">
                  <c:v>115.62</c:v>
                </c:pt>
                <c:pt idx="532">
                  <c:v>115.64</c:v>
                </c:pt>
                <c:pt idx="533">
                  <c:v>115.66</c:v>
                </c:pt>
                <c:pt idx="534">
                  <c:v>115.68</c:v>
                </c:pt>
                <c:pt idx="535">
                  <c:v>115.7</c:v>
                </c:pt>
                <c:pt idx="536">
                  <c:v>115.72</c:v>
                </c:pt>
                <c:pt idx="537">
                  <c:v>115.74</c:v>
                </c:pt>
                <c:pt idx="538">
                  <c:v>115.76</c:v>
                </c:pt>
                <c:pt idx="539">
                  <c:v>115.78</c:v>
                </c:pt>
                <c:pt idx="540">
                  <c:v>115.8</c:v>
                </c:pt>
                <c:pt idx="541">
                  <c:v>115.82</c:v>
                </c:pt>
                <c:pt idx="542">
                  <c:v>115.84</c:v>
                </c:pt>
                <c:pt idx="543">
                  <c:v>115.86</c:v>
                </c:pt>
                <c:pt idx="544">
                  <c:v>115.88</c:v>
                </c:pt>
                <c:pt idx="545">
                  <c:v>115.9</c:v>
                </c:pt>
                <c:pt idx="546">
                  <c:v>115.92</c:v>
                </c:pt>
                <c:pt idx="547">
                  <c:v>115.94</c:v>
                </c:pt>
                <c:pt idx="548">
                  <c:v>115.96</c:v>
                </c:pt>
                <c:pt idx="549">
                  <c:v>115.98</c:v>
                </c:pt>
                <c:pt idx="550">
                  <c:v>116</c:v>
                </c:pt>
                <c:pt idx="551">
                  <c:v>116.02</c:v>
                </c:pt>
                <c:pt idx="552">
                  <c:v>116.04</c:v>
                </c:pt>
                <c:pt idx="553">
                  <c:v>116.06</c:v>
                </c:pt>
                <c:pt idx="554">
                  <c:v>116.08</c:v>
                </c:pt>
                <c:pt idx="555">
                  <c:v>116.1</c:v>
                </c:pt>
                <c:pt idx="556">
                  <c:v>116.12</c:v>
                </c:pt>
                <c:pt idx="557">
                  <c:v>116.14</c:v>
                </c:pt>
                <c:pt idx="558">
                  <c:v>116.16</c:v>
                </c:pt>
                <c:pt idx="559">
                  <c:v>116.18</c:v>
                </c:pt>
                <c:pt idx="560">
                  <c:v>116.2</c:v>
                </c:pt>
                <c:pt idx="561">
                  <c:v>116.22</c:v>
                </c:pt>
                <c:pt idx="562">
                  <c:v>116.24</c:v>
                </c:pt>
                <c:pt idx="563">
                  <c:v>116.26</c:v>
                </c:pt>
                <c:pt idx="564">
                  <c:v>116.28</c:v>
                </c:pt>
                <c:pt idx="565">
                  <c:v>116.3</c:v>
                </c:pt>
                <c:pt idx="566">
                  <c:v>116.32</c:v>
                </c:pt>
                <c:pt idx="567">
                  <c:v>116.34</c:v>
                </c:pt>
                <c:pt idx="568">
                  <c:v>116.36</c:v>
                </c:pt>
                <c:pt idx="569">
                  <c:v>116.38</c:v>
                </c:pt>
                <c:pt idx="570">
                  <c:v>116.4</c:v>
                </c:pt>
                <c:pt idx="571">
                  <c:v>116.42</c:v>
                </c:pt>
                <c:pt idx="572">
                  <c:v>116.44</c:v>
                </c:pt>
                <c:pt idx="573">
                  <c:v>116.46</c:v>
                </c:pt>
                <c:pt idx="574">
                  <c:v>116.48</c:v>
                </c:pt>
                <c:pt idx="575">
                  <c:v>116.5</c:v>
                </c:pt>
                <c:pt idx="576">
                  <c:v>116.52</c:v>
                </c:pt>
                <c:pt idx="577">
                  <c:v>116.54</c:v>
                </c:pt>
                <c:pt idx="578">
                  <c:v>116.56</c:v>
                </c:pt>
                <c:pt idx="579">
                  <c:v>116.58</c:v>
                </c:pt>
                <c:pt idx="580">
                  <c:v>116.6</c:v>
                </c:pt>
                <c:pt idx="581">
                  <c:v>116.62</c:v>
                </c:pt>
                <c:pt idx="582">
                  <c:v>116.64</c:v>
                </c:pt>
                <c:pt idx="583">
                  <c:v>116.66</c:v>
                </c:pt>
                <c:pt idx="584">
                  <c:v>116.68</c:v>
                </c:pt>
                <c:pt idx="585">
                  <c:v>116.7</c:v>
                </c:pt>
                <c:pt idx="586">
                  <c:v>116.72</c:v>
                </c:pt>
                <c:pt idx="587">
                  <c:v>116.74</c:v>
                </c:pt>
                <c:pt idx="588">
                  <c:v>116.76</c:v>
                </c:pt>
                <c:pt idx="589">
                  <c:v>116.78</c:v>
                </c:pt>
                <c:pt idx="590">
                  <c:v>116.8</c:v>
                </c:pt>
                <c:pt idx="591">
                  <c:v>116.82</c:v>
                </c:pt>
                <c:pt idx="592">
                  <c:v>116.84</c:v>
                </c:pt>
                <c:pt idx="593">
                  <c:v>116.86</c:v>
                </c:pt>
                <c:pt idx="594">
                  <c:v>116.88</c:v>
                </c:pt>
                <c:pt idx="595">
                  <c:v>116.9</c:v>
                </c:pt>
                <c:pt idx="596">
                  <c:v>116.92</c:v>
                </c:pt>
                <c:pt idx="597">
                  <c:v>116.94</c:v>
                </c:pt>
                <c:pt idx="598">
                  <c:v>116.96</c:v>
                </c:pt>
                <c:pt idx="599">
                  <c:v>116.98</c:v>
                </c:pt>
                <c:pt idx="600">
                  <c:v>117</c:v>
                </c:pt>
                <c:pt idx="601">
                  <c:v>117.02</c:v>
                </c:pt>
                <c:pt idx="602">
                  <c:v>117.04</c:v>
                </c:pt>
                <c:pt idx="603">
                  <c:v>117.06</c:v>
                </c:pt>
                <c:pt idx="604">
                  <c:v>117.08</c:v>
                </c:pt>
                <c:pt idx="605">
                  <c:v>117.1</c:v>
                </c:pt>
                <c:pt idx="606">
                  <c:v>117.12</c:v>
                </c:pt>
                <c:pt idx="607">
                  <c:v>117.14</c:v>
                </c:pt>
                <c:pt idx="608">
                  <c:v>117.16</c:v>
                </c:pt>
                <c:pt idx="609">
                  <c:v>117.18</c:v>
                </c:pt>
                <c:pt idx="610">
                  <c:v>117.2</c:v>
                </c:pt>
                <c:pt idx="611">
                  <c:v>117.22</c:v>
                </c:pt>
                <c:pt idx="612">
                  <c:v>117.24</c:v>
                </c:pt>
                <c:pt idx="613">
                  <c:v>117.26</c:v>
                </c:pt>
                <c:pt idx="614">
                  <c:v>117.28</c:v>
                </c:pt>
                <c:pt idx="615">
                  <c:v>117.3</c:v>
                </c:pt>
                <c:pt idx="616">
                  <c:v>117.32</c:v>
                </c:pt>
                <c:pt idx="617">
                  <c:v>117.34</c:v>
                </c:pt>
                <c:pt idx="618">
                  <c:v>117.36</c:v>
                </c:pt>
                <c:pt idx="619">
                  <c:v>117.38</c:v>
                </c:pt>
                <c:pt idx="620">
                  <c:v>117.4</c:v>
                </c:pt>
                <c:pt idx="621">
                  <c:v>117.42</c:v>
                </c:pt>
                <c:pt idx="622">
                  <c:v>117.44</c:v>
                </c:pt>
                <c:pt idx="623">
                  <c:v>117.46</c:v>
                </c:pt>
                <c:pt idx="624">
                  <c:v>117.48</c:v>
                </c:pt>
                <c:pt idx="625">
                  <c:v>117.5</c:v>
                </c:pt>
                <c:pt idx="626">
                  <c:v>117.52</c:v>
                </c:pt>
                <c:pt idx="627">
                  <c:v>117.54</c:v>
                </c:pt>
                <c:pt idx="628">
                  <c:v>117.56</c:v>
                </c:pt>
                <c:pt idx="629">
                  <c:v>117.58</c:v>
                </c:pt>
                <c:pt idx="630">
                  <c:v>117.6</c:v>
                </c:pt>
                <c:pt idx="631">
                  <c:v>117.62</c:v>
                </c:pt>
                <c:pt idx="632">
                  <c:v>117.64</c:v>
                </c:pt>
                <c:pt idx="633">
                  <c:v>117.66</c:v>
                </c:pt>
                <c:pt idx="634">
                  <c:v>117.68</c:v>
                </c:pt>
                <c:pt idx="635">
                  <c:v>117.7</c:v>
                </c:pt>
                <c:pt idx="636">
                  <c:v>117.72</c:v>
                </c:pt>
                <c:pt idx="637">
                  <c:v>117.74</c:v>
                </c:pt>
                <c:pt idx="638">
                  <c:v>117.76</c:v>
                </c:pt>
                <c:pt idx="639">
                  <c:v>117.78</c:v>
                </c:pt>
                <c:pt idx="640">
                  <c:v>117.8</c:v>
                </c:pt>
                <c:pt idx="641">
                  <c:v>117.82</c:v>
                </c:pt>
                <c:pt idx="642">
                  <c:v>117.84</c:v>
                </c:pt>
                <c:pt idx="643">
                  <c:v>117.86</c:v>
                </c:pt>
                <c:pt idx="644">
                  <c:v>117.88</c:v>
                </c:pt>
                <c:pt idx="645">
                  <c:v>117.9</c:v>
                </c:pt>
                <c:pt idx="646">
                  <c:v>117.92</c:v>
                </c:pt>
                <c:pt idx="647">
                  <c:v>117.94</c:v>
                </c:pt>
                <c:pt idx="648">
                  <c:v>117.96</c:v>
                </c:pt>
                <c:pt idx="649">
                  <c:v>117.98</c:v>
                </c:pt>
                <c:pt idx="650">
                  <c:v>118</c:v>
                </c:pt>
                <c:pt idx="651">
                  <c:v>118.02</c:v>
                </c:pt>
                <c:pt idx="652">
                  <c:v>118.04</c:v>
                </c:pt>
                <c:pt idx="653">
                  <c:v>118.06</c:v>
                </c:pt>
                <c:pt idx="654">
                  <c:v>118.08</c:v>
                </c:pt>
                <c:pt idx="655">
                  <c:v>118.1</c:v>
                </c:pt>
                <c:pt idx="656">
                  <c:v>118.12</c:v>
                </c:pt>
                <c:pt idx="657">
                  <c:v>118.14</c:v>
                </c:pt>
                <c:pt idx="658">
                  <c:v>118.16</c:v>
                </c:pt>
                <c:pt idx="659">
                  <c:v>118.18</c:v>
                </c:pt>
                <c:pt idx="660">
                  <c:v>118.2</c:v>
                </c:pt>
                <c:pt idx="661">
                  <c:v>118.22</c:v>
                </c:pt>
                <c:pt idx="662">
                  <c:v>118.24</c:v>
                </c:pt>
                <c:pt idx="663">
                  <c:v>118.26</c:v>
                </c:pt>
                <c:pt idx="664">
                  <c:v>118.28</c:v>
                </c:pt>
                <c:pt idx="665">
                  <c:v>118.3</c:v>
                </c:pt>
                <c:pt idx="666">
                  <c:v>118.32</c:v>
                </c:pt>
                <c:pt idx="667">
                  <c:v>118.34</c:v>
                </c:pt>
                <c:pt idx="668">
                  <c:v>118.36</c:v>
                </c:pt>
                <c:pt idx="669">
                  <c:v>118.38</c:v>
                </c:pt>
                <c:pt idx="670">
                  <c:v>118.4</c:v>
                </c:pt>
                <c:pt idx="671">
                  <c:v>118.42</c:v>
                </c:pt>
                <c:pt idx="672">
                  <c:v>118.44</c:v>
                </c:pt>
                <c:pt idx="673">
                  <c:v>118.46</c:v>
                </c:pt>
                <c:pt idx="674">
                  <c:v>118.48</c:v>
                </c:pt>
                <c:pt idx="675">
                  <c:v>118.5</c:v>
                </c:pt>
                <c:pt idx="676">
                  <c:v>118.52</c:v>
                </c:pt>
                <c:pt idx="677">
                  <c:v>118.54</c:v>
                </c:pt>
                <c:pt idx="678">
                  <c:v>118.56</c:v>
                </c:pt>
                <c:pt idx="679">
                  <c:v>118.58</c:v>
                </c:pt>
                <c:pt idx="680">
                  <c:v>118.6</c:v>
                </c:pt>
                <c:pt idx="681">
                  <c:v>118.62</c:v>
                </c:pt>
                <c:pt idx="682">
                  <c:v>118.64</c:v>
                </c:pt>
                <c:pt idx="683">
                  <c:v>118.66</c:v>
                </c:pt>
                <c:pt idx="684">
                  <c:v>118.68</c:v>
                </c:pt>
                <c:pt idx="685">
                  <c:v>118.7</c:v>
                </c:pt>
                <c:pt idx="686">
                  <c:v>118.72</c:v>
                </c:pt>
                <c:pt idx="687">
                  <c:v>118.74</c:v>
                </c:pt>
                <c:pt idx="688">
                  <c:v>118.76</c:v>
                </c:pt>
                <c:pt idx="689">
                  <c:v>118.78</c:v>
                </c:pt>
                <c:pt idx="690">
                  <c:v>118.8</c:v>
                </c:pt>
                <c:pt idx="691">
                  <c:v>118.82</c:v>
                </c:pt>
                <c:pt idx="692">
                  <c:v>118.84</c:v>
                </c:pt>
                <c:pt idx="693">
                  <c:v>118.86</c:v>
                </c:pt>
                <c:pt idx="694">
                  <c:v>118.88</c:v>
                </c:pt>
                <c:pt idx="695">
                  <c:v>118.9</c:v>
                </c:pt>
                <c:pt idx="696">
                  <c:v>118.92</c:v>
                </c:pt>
                <c:pt idx="697">
                  <c:v>118.94</c:v>
                </c:pt>
                <c:pt idx="698">
                  <c:v>118.96</c:v>
                </c:pt>
                <c:pt idx="699">
                  <c:v>118.98</c:v>
                </c:pt>
                <c:pt idx="700">
                  <c:v>119</c:v>
                </c:pt>
                <c:pt idx="701">
                  <c:v>119.02</c:v>
                </c:pt>
                <c:pt idx="702">
                  <c:v>119.04</c:v>
                </c:pt>
                <c:pt idx="703">
                  <c:v>119.06</c:v>
                </c:pt>
                <c:pt idx="704">
                  <c:v>119.08</c:v>
                </c:pt>
                <c:pt idx="705">
                  <c:v>119.1</c:v>
                </c:pt>
                <c:pt idx="706">
                  <c:v>119.12</c:v>
                </c:pt>
                <c:pt idx="707">
                  <c:v>119.14</c:v>
                </c:pt>
                <c:pt idx="708">
                  <c:v>119.16</c:v>
                </c:pt>
                <c:pt idx="709">
                  <c:v>119.18</c:v>
                </c:pt>
                <c:pt idx="710">
                  <c:v>119.2</c:v>
                </c:pt>
                <c:pt idx="711">
                  <c:v>119.22</c:v>
                </c:pt>
                <c:pt idx="712">
                  <c:v>119.24</c:v>
                </c:pt>
                <c:pt idx="713">
                  <c:v>119.26</c:v>
                </c:pt>
                <c:pt idx="714">
                  <c:v>119.28</c:v>
                </c:pt>
                <c:pt idx="715">
                  <c:v>119.3</c:v>
                </c:pt>
                <c:pt idx="716">
                  <c:v>119.32</c:v>
                </c:pt>
                <c:pt idx="717">
                  <c:v>119.34</c:v>
                </c:pt>
                <c:pt idx="718">
                  <c:v>119.36</c:v>
                </c:pt>
                <c:pt idx="719">
                  <c:v>119.38</c:v>
                </c:pt>
                <c:pt idx="720">
                  <c:v>119.4</c:v>
                </c:pt>
                <c:pt idx="721">
                  <c:v>119.42</c:v>
                </c:pt>
                <c:pt idx="722">
                  <c:v>119.44</c:v>
                </c:pt>
                <c:pt idx="723">
                  <c:v>119.46</c:v>
                </c:pt>
                <c:pt idx="724">
                  <c:v>119.48</c:v>
                </c:pt>
                <c:pt idx="725">
                  <c:v>119.5</c:v>
                </c:pt>
                <c:pt idx="726">
                  <c:v>119.52</c:v>
                </c:pt>
                <c:pt idx="727">
                  <c:v>119.54</c:v>
                </c:pt>
                <c:pt idx="728">
                  <c:v>119.56</c:v>
                </c:pt>
                <c:pt idx="729">
                  <c:v>119.58</c:v>
                </c:pt>
                <c:pt idx="730">
                  <c:v>119.6</c:v>
                </c:pt>
                <c:pt idx="731">
                  <c:v>119.62</c:v>
                </c:pt>
                <c:pt idx="732">
                  <c:v>119.64</c:v>
                </c:pt>
                <c:pt idx="733">
                  <c:v>119.66</c:v>
                </c:pt>
                <c:pt idx="734">
                  <c:v>119.68</c:v>
                </c:pt>
                <c:pt idx="735">
                  <c:v>119.7</c:v>
                </c:pt>
                <c:pt idx="736">
                  <c:v>119.72</c:v>
                </c:pt>
                <c:pt idx="737">
                  <c:v>119.74</c:v>
                </c:pt>
                <c:pt idx="738">
                  <c:v>119.76</c:v>
                </c:pt>
                <c:pt idx="739">
                  <c:v>119.78</c:v>
                </c:pt>
                <c:pt idx="740">
                  <c:v>119.8</c:v>
                </c:pt>
                <c:pt idx="741">
                  <c:v>119.82</c:v>
                </c:pt>
                <c:pt idx="742">
                  <c:v>119.84</c:v>
                </c:pt>
                <c:pt idx="743">
                  <c:v>119.86</c:v>
                </c:pt>
                <c:pt idx="744">
                  <c:v>119.88</c:v>
                </c:pt>
                <c:pt idx="745">
                  <c:v>119.9</c:v>
                </c:pt>
                <c:pt idx="746">
                  <c:v>119.92</c:v>
                </c:pt>
                <c:pt idx="747">
                  <c:v>119.94</c:v>
                </c:pt>
                <c:pt idx="748">
                  <c:v>119.96</c:v>
                </c:pt>
                <c:pt idx="749">
                  <c:v>119.98</c:v>
                </c:pt>
                <c:pt idx="750">
                  <c:v>120</c:v>
                </c:pt>
                <c:pt idx="751">
                  <c:v>120.02</c:v>
                </c:pt>
                <c:pt idx="752">
                  <c:v>120.04</c:v>
                </c:pt>
                <c:pt idx="753">
                  <c:v>120.06</c:v>
                </c:pt>
                <c:pt idx="754">
                  <c:v>120.08</c:v>
                </c:pt>
                <c:pt idx="755">
                  <c:v>120.1</c:v>
                </c:pt>
                <c:pt idx="756">
                  <c:v>120.12</c:v>
                </c:pt>
                <c:pt idx="757">
                  <c:v>120.14</c:v>
                </c:pt>
                <c:pt idx="758">
                  <c:v>120.16</c:v>
                </c:pt>
                <c:pt idx="759">
                  <c:v>120.18</c:v>
                </c:pt>
                <c:pt idx="760">
                  <c:v>120.2</c:v>
                </c:pt>
                <c:pt idx="761">
                  <c:v>120.22</c:v>
                </c:pt>
                <c:pt idx="762">
                  <c:v>120.24</c:v>
                </c:pt>
                <c:pt idx="763">
                  <c:v>120.26</c:v>
                </c:pt>
                <c:pt idx="764">
                  <c:v>120.28</c:v>
                </c:pt>
                <c:pt idx="765">
                  <c:v>120.3</c:v>
                </c:pt>
                <c:pt idx="766">
                  <c:v>120.32</c:v>
                </c:pt>
                <c:pt idx="767">
                  <c:v>120.34</c:v>
                </c:pt>
                <c:pt idx="768">
                  <c:v>120.36</c:v>
                </c:pt>
                <c:pt idx="769">
                  <c:v>120.38</c:v>
                </c:pt>
                <c:pt idx="770">
                  <c:v>120.4</c:v>
                </c:pt>
                <c:pt idx="771">
                  <c:v>120.42</c:v>
                </c:pt>
                <c:pt idx="772">
                  <c:v>120.44</c:v>
                </c:pt>
                <c:pt idx="773">
                  <c:v>120.46</c:v>
                </c:pt>
                <c:pt idx="774">
                  <c:v>120.48</c:v>
                </c:pt>
                <c:pt idx="775">
                  <c:v>120.5</c:v>
                </c:pt>
                <c:pt idx="776">
                  <c:v>120.52</c:v>
                </c:pt>
                <c:pt idx="777">
                  <c:v>120.54</c:v>
                </c:pt>
                <c:pt idx="778">
                  <c:v>120.56</c:v>
                </c:pt>
                <c:pt idx="779">
                  <c:v>120.58</c:v>
                </c:pt>
                <c:pt idx="780">
                  <c:v>120.6</c:v>
                </c:pt>
                <c:pt idx="781">
                  <c:v>120.62</c:v>
                </c:pt>
                <c:pt idx="782">
                  <c:v>120.64</c:v>
                </c:pt>
                <c:pt idx="783">
                  <c:v>120.66</c:v>
                </c:pt>
                <c:pt idx="784">
                  <c:v>120.68</c:v>
                </c:pt>
                <c:pt idx="785">
                  <c:v>120.7</c:v>
                </c:pt>
                <c:pt idx="786">
                  <c:v>120.72</c:v>
                </c:pt>
                <c:pt idx="787">
                  <c:v>120.74</c:v>
                </c:pt>
                <c:pt idx="788">
                  <c:v>120.76</c:v>
                </c:pt>
                <c:pt idx="789">
                  <c:v>120.78</c:v>
                </c:pt>
                <c:pt idx="790">
                  <c:v>120.8</c:v>
                </c:pt>
                <c:pt idx="791">
                  <c:v>120.82</c:v>
                </c:pt>
                <c:pt idx="792">
                  <c:v>120.84</c:v>
                </c:pt>
                <c:pt idx="793">
                  <c:v>120.86</c:v>
                </c:pt>
                <c:pt idx="794">
                  <c:v>120.88</c:v>
                </c:pt>
                <c:pt idx="795">
                  <c:v>120.9</c:v>
                </c:pt>
                <c:pt idx="796">
                  <c:v>120.92</c:v>
                </c:pt>
                <c:pt idx="797">
                  <c:v>120.94</c:v>
                </c:pt>
                <c:pt idx="798">
                  <c:v>120.96</c:v>
                </c:pt>
                <c:pt idx="799">
                  <c:v>120.98</c:v>
                </c:pt>
                <c:pt idx="800">
                  <c:v>121</c:v>
                </c:pt>
                <c:pt idx="801">
                  <c:v>121.02</c:v>
                </c:pt>
                <c:pt idx="802">
                  <c:v>121.04</c:v>
                </c:pt>
                <c:pt idx="803">
                  <c:v>121.06</c:v>
                </c:pt>
                <c:pt idx="804">
                  <c:v>121.08</c:v>
                </c:pt>
                <c:pt idx="805">
                  <c:v>121.1</c:v>
                </c:pt>
                <c:pt idx="806">
                  <c:v>121.12</c:v>
                </c:pt>
                <c:pt idx="807">
                  <c:v>121.14</c:v>
                </c:pt>
                <c:pt idx="808">
                  <c:v>121.16</c:v>
                </c:pt>
                <c:pt idx="809">
                  <c:v>121.18</c:v>
                </c:pt>
                <c:pt idx="810">
                  <c:v>121.2</c:v>
                </c:pt>
                <c:pt idx="811">
                  <c:v>121.22</c:v>
                </c:pt>
                <c:pt idx="812">
                  <c:v>121.24</c:v>
                </c:pt>
                <c:pt idx="813">
                  <c:v>121.26</c:v>
                </c:pt>
                <c:pt idx="814">
                  <c:v>121.28</c:v>
                </c:pt>
                <c:pt idx="815">
                  <c:v>121.3</c:v>
                </c:pt>
                <c:pt idx="816">
                  <c:v>121.32</c:v>
                </c:pt>
                <c:pt idx="817">
                  <c:v>121.34</c:v>
                </c:pt>
                <c:pt idx="818">
                  <c:v>121.36</c:v>
                </c:pt>
                <c:pt idx="819">
                  <c:v>121.38</c:v>
                </c:pt>
                <c:pt idx="820">
                  <c:v>121.4</c:v>
                </c:pt>
                <c:pt idx="821">
                  <c:v>121.42</c:v>
                </c:pt>
                <c:pt idx="822">
                  <c:v>121.44</c:v>
                </c:pt>
                <c:pt idx="823">
                  <c:v>121.46</c:v>
                </c:pt>
                <c:pt idx="824">
                  <c:v>121.48</c:v>
                </c:pt>
                <c:pt idx="825">
                  <c:v>121.5</c:v>
                </c:pt>
                <c:pt idx="826">
                  <c:v>121.52</c:v>
                </c:pt>
                <c:pt idx="827">
                  <c:v>121.54</c:v>
                </c:pt>
                <c:pt idx="828">
                  <c:v>121.56</c:v>
                </c:pt>
                <c:pt idx="829">
                  <c:v>121.58</c:v>
                </c:pt>
                <c:pt idx="830">
                  <c:v>121.6</c:v>
                </c:pt>
                <c:pt idx="831">
                  <c:v>121.62</c:v>
                </c:pt>
                <c:pt idx="832">
                  <c:v>121.64</c:v>
                </c:pt>
                <c:pt idx="833">
                  <c:v>121.66</c:v>
                </c:pt>
                <c:pt idx="834">
                  <c:v>121.68</c:v>
                </c:pt>
                <c:pt idx="835">
                  <c:v>121.7</c:v>
                </c:pt>
                <c:pt idx="836">
                  <c:v>121.72</c:v>
                </c:pt>
                <c:pt idx="837">
                  <c:v>121.74</c:v>
                </c:pt>
                <c:pt idx="838">
                  <c:v>121.76</c:v>
                </c:pt>
                <c:pt idx="839">
                  <c:v>121.78</c:v>
                </c:pt>
                <c:pt idx="840">
                  <c:v>121.8</c:v>
                </c:pt>
                <c:pt idx="841">
                  <c:v>121.82</c:v>
                </c:pt>
                <c:pt idx="842">
                  <c:v>121.84</c:v>
                </c:pt>
                <c:pt idx="843">
                  <c:v>121.86</c:v>
                </c:pt>
                <c:pt idx="844">
                  <c:v>121.88</c:v>
                </c:pt>
                <c:pt idx="845">
                  <c:v>121.9</c:v>
                </c:pt>
                <c:pt idx="846">
                  <c:v>121.92</c:v>
                </c:pt>
                <c:pt idx="847">
                  <c:v>121.94</c:v>
                </c:pt>
                <c:pt idx="848">
                  <c:v>121.96</c:v>
                </c:pt>
                <c:pt idx="849">
                  <c:v>121.98</c:v>
                </c:pt>
                <c:pt idx="850">
                  <c:v>122</c:v>
                </c:pt>
                <c:pt idx="851">
                  <c:v>122.02</c:v>
                </c:pt>
                <c:pt idx="852">
                  <c:v>122.04</c:v>
                </c:pt>
                <c:pt idx="853">
                  <c:v>122.06</c:v>
                </c:pt>
                <c:pt idx="854">
                  <c:v>122.08</c:v>
                </c:pt>
                <c:pt idx="855">
                  <c:v>122.1</c:v>
                </c:pt>
                <c:pt idx="856">
                  <c:v>122.12</c:v>
                </c:pt>
                <c:pt idx="857">
                  <c:v>122.14</c:v>
                </c:pt>
                <c:pt idx="858">
                  <c:v>122.16</c:v>
                </c:pt>
                <c:pt idx="859">
                  <c:v>122.18</c:v>
                </c:pt>
                <c:pt idx="860">
                  <c:v>122.2</c:v>
                </c:pt>
                <c:pt idx="861">
                  <c:v>122.22</c:v>
                </c:pt>
                <c:pt idx="862">
                  <c:v>122.24</c:v>
                </c:pt>
                <c:pt idx="863">
                  <c:v>122.26</c:v>
                </c:pt>
                <c:pt idx="864">
                  <c:v>122.28</c:v>
                </c:pt>
                <c:pt idx="865">
                  <c:v>122.3</c:v>
                </c:pt>
                <c:pt idx="866">
                  <c:v>122.32</c:v>
                </c:pt>
                <c:pt idx="867">
                  <c:v>122.34</c:v>
                </c:pt>
                <c:pt idx="868">
                  <c:v>122.36</c:v>
                </c:pt>
                <c:pt idx="869">
                  <c:v>122.38</c:v>
                </c:pt>
                <c:pt idx="870">
                  <c:v>122.4</c:v>
                </c:pt>
                <c:pt idx="871">
                  <c:v>122.42</c:v>
                </c:pt>
                <c:pt idx="872">
                  <c:v>122.44</c:v>
                </c:pt>
                <c:pt idx="873">
                  <c:v>122.46</c:v>
                </c:pt>
                <c:pt idx="874">
                  <c:v>122.48</c:v>
                </c:pt>
                <c:pt idx="875">
                  <c:v>122.5</c:v>
                </c:pt>
                <c:pt idx="876">
                  <c:v>122.52</c:v>
                </c:pt>
                <c:pt idx="877">
                  <c:v>122.54</c:v>
                </c:pt>
                <c:pt idx="878">
                  <c:v>122.56</c:v>
                </c:pt>
                <c:pt idx="879">
                  <c:v>122.58</c:v>
                </c:pt>
                <c:pt idx="880">
                  <c:v>122.6</c:v>
                </c:pt>
                <c:pt idx="881">
                  <c:v>122.62</c:v>
                </c:pt>
                <c:pt idx="882">
                  <c:v>122.64</c:v>
                </c:pt>
                <c:pt idx="883">
                  <c:v>122.66</c:v>
                </c:pt>
                <c:pt idx="884">
                  <c:v>122.68</c:v>
                </c:pt>
                <c:pt idx="885">
                  <c:v>122.7</c:v>
                </c:pt>
                <c:pt idx="886">
                  <c:v>122.72</c:v>
                </c:pt>
                <c:pt idx="887">
                  <c:v>122.74</c:v>
                </c:pt>
                <c:pt idx="888">
                  <c:v>122.76</c:v>
                </c:pt>
                <c:pt idx="889">
                  <c:v>122.78</c:v>
                </c:pt>
                <c:pt idx="890">
                  <c:v>122.8</c:v>
                </c:pt>
                <c:pt idx="891">
                  <c:v>122.82</c:v>
                </c:pt>
                <c:pt idx="892">
                  <c:v>122.84</c:v>
                </c:pt>
                <c:pt idx="893">
                  <c:v>122.86</c:v>
                </c:pt>
                <c:pt idx="894">
                  <c:v>122.88</c:v>
                </c:pt>
                <c:pt idx="895">
                  <c:v>122.9</c:v>
                </c:pt>
                <c:pt idx="896">
                  <c:v>122.92</c:v>
                </c:pt>
                <c:pt idx="897">
                  <c:v>122.94</c:v>
                </c:pt>
                <c:pt idx="898">
                  <c:v>122.96</c:v>
                </c:pt>
                <c:pt idx="899">
                  <c:v>122.98</c:v>
                </c:pt>
                <c:pt idx="900">
                  <c:v>123</c:v>
                </c:pt>
                <c:pt idx="901">
                  <c:v>123.02</c:v>
                </c:pt>
                <c:pt idx="902">
                  <c:v>123.04</c:v>
                </c:pt>
                <c:pt idx="903">
                  <c:v>123.06</c:v>
                </c:pt>
                <c:pt idx="904">
                  <c:v>123.08</c:v>
                </c:pt>
                <c:pt idx="905">
                  <c:v>123.1</c:v>
                </c:pt>
                <c:pt idx="906">
                  <c:v>123.12</c:v>
                </c:pt>
                <c:pt idx="907">
                  <c:v>123.14</c:v>
                </c:pt>
                <c:pt idx="908">
                  <c:v>123.16</c:v>
                </c:pt>
                <c:pt idx="909">
                  <c:v>123.18</c:v>
                </c:pt>
                <c:pt idx="910">
                  <c:v>123.2</c:v>
                </c:pt>
                <c:pt idx="911">
                  <c:v>123.22</c:v>
                </c:pt>
                <c:pt idx="912">
                  <c:v>123.24</c:v>
                </c:pt>
                <c:pt idx="913">
                  <c:v>123.26</c:v>
                </c:pt>
                <c:pt idx="914">
                  <c:v>123.28</c:v>
                </c:pt>
                <c:pt idx="915">
                  <c:v>123.3</c:v>
                </c:pt>
                <c:pt idx="916">
                  <c:v>123.32</c:v>
                </c:pt>
                <c:pt idx="917">
                  <c:v>123.34</c:v>
                </c:pt>
                <c:pt idx="918">
                  <c:v>123.36</c:v>
                </c:pt>
                <c:pt idx="919">
                  <c:v>123.38</c:v>
                </c:pt>
                <c:pt idx="920">
                  <c:v>123.4</c:v>
                </c:pt>
                <c:pt idx="921">
                  <c:v>123.42</c:v>
                </c:pt>
                <c:pt idx="922">
                  <c:v>123.44</c:v>
                </c:pt>
                <c:pt idx="923">
                  <c:v>123.46</c:v>
                </c:pt>
                <c:pt idx="924">
                  <c:v>123.48</c:v>
                </c:pt>
                <c:pt idx="925">
                  <c:v>123.5</c:v>
                </c:pt>
                <c:pt idx="926">
                  <c:v>123.52</c:v>
                </c:pt>
                <c:pt idx="927">
                  <c:v>123.54</c:v>
                </c:pt>
                <c:pt idx="928">
                  <c:v>123.56</c:v>
                </c:pt>
                <c:pt idx="929">
                  <c:v>123.58</c:v>
                </c:pt>
                <c:pt idx="930">
                  <c:v>123.6</c:v>
                </c:pt>
                <c:pt idx="931">
                  <c:v>123.62</c:v>
                </c:pt>
                <c:pt idx="932">
                  <c:v>123.64</c:v>
                </c:pt>
                <c:pt idx="933">
                  <c:v>123.66</c:v>
                </c:pt>
                <c:pt idx="934">
                  <c:v>123.68</c:v>
                </c:pt>
                <c:pt idx="935">
                  <c:v>123.7</c:v>
                </c:pt>
                <c:pt idx="936">
                  <c:v>123.72</c:v>
                </c:pt>
                <c:pt idx="937">
                  <c:v>123.74</c:v>
                </c:pt>
                <c:pt idx="938">
                  <c:v>123.76</c:v>
                </c:pt>
                <c:pt idx="939">
                  <c:v>123.78</c:v>
                </c:pt>
                <c:pt idx="940">
                  <c:v>123.8</c:v>
                </c:pt>
                <c:pt idx="941">
                  <c:v>123.82</c:v>
                </c:pt>
                <c:pt idx="942">
                  <c:v>123.84</c:v>
                </c:pt>
                <c:pt idx="943">
                  <c:v>123.86</c:v>
                </c:pt>
                <c:pt idx="944">
                  <c:v>123.88</c:v>
                </c:pt>
                <c:pt idx="945">
                  <c:v>123.9</c:v>
                </c:pt>
                <c:pt idx="946">
                  <c:v>123.92</c:v>
                </c:pt>
                <c:pt idx="947">
                  <c:v>123.94</c:v>
                </c:pt>
                <c:pt idx="948">
                  <c:v>123.96</c:v>
                </c:pt>
                <c:pt idx="949">
                  <c:v>123.98</c:v>
                </c:pt>
                <c:pt idx="950">
                  <c:v>124</c:v>
                </c:pt>
                <c:pt idx="951">
                  <c:v>124.02</c:v>
                </c:pt>
                <c:pt idx="952">
                  <c:v>124.04</c:v>
                </c:pt>
                <c:pt idx="953">
                  <c:v>124.06</c:v>
                </c:pt>
                <c:pt idx="954">
                  <c:v>124.08</c:v>
                </c:pt>
                <c:pt idx="955">
                  <c:v>124.1</c:v>
                </c:pt>
                <c:pt idx="956">
                  <c:v>124.12</c:v>
                </c:pt>
                <c:pt idx="957">
                  <c:v>124.14</c:v>
                </c:pt>
                <c:pt idx="958">
                  <c:v>124.16</c:v>
                </c:pt>
                <c:pt idx="959">
                  <c:v>124.18</c:v>
                </c:pt>
                <c:pt idx="960">
                  <c:v>124.2</c:v>
                </c:pt>
                <c:pt idx="961">
                  <c:v>124.22</c:v>
                </c:pt>
                <c:pt idx="962">
                  <c:v>124.24</c:v>
                </c:pt>
                <c:pt idx="963">
                  <c:v>124.26</c:v>
                </c:pt>
                <c:pt idx="964">
                  <c:v>124.28</c:v>
                </c:pt>
                <c:pt idx="965">
                  <c:v>124.3</c:v>
                </c:pt>
                <c:pt idx="966">
                  <c:v>124.32</c:v>
                </c:pt>
                <c:pt idx="967">
                  <c:v>124.34</c:v>
                </c:pt>
                <c:pt idx="968">
                  <c:v>124.36</c:v>
                </c:pt>
                <c:pt idx="969">
                  <c:v>124.38</c:v>
                </c:pt>
                <c:pt idx="970">
                  <c:v>124.4</c:v>
                </c:pt>
                <c:pt idx="971">
                  <c:v>124.42</c:v>
                </c:pt>
                <c:pt idx="972">
                  <c:v>124.44</c:v>
                </c:pt>
                <c:pt idx="973">
                  <c:v>124.46</c:v>
                </c:pt>
                <c:pt idx="974">
                  <c:v>124.48</c:v>
                </c:pt>
                <c:pt idx="975">
                  <c:v>124.5</c:v>
                </c:pt>
                <c:pt idx="976">
                  <c:v>124.52</c:v>
                </c:pt>
                <c:pt idx="977">
                  <c:v>124.54</c:v>
                </c:pt>
                <c:pt idx="978">
                  <c:v>124.56</c:v>
                </c:pt>
                <c:pt idx="979">
                  <c:v>124.58</c:v>
                </c:pt>
                <c:pt idx="980">
                  <c:v>124.6</c:v>
                </c:pt>
                <c:pt idx="981">
                  <c:v>124.62</c:v>
                </c:pt>
                <c:pt idx="982">
                  <c:v>124.64</c:v>
                </c:pt>
                <c:pt idx="983">
                  <c:v>124.66</c:v>
                </c:pt>
                <c:pt idx="984">
                  <c:v>124.68</c:v>
                </c:pt>
                <c:pt idx="985">
                  <c:v>124.7</c:v>
                </c:pt>
                <c:pt idx="986">
                  <c:v>124.72</c:v>
                </c:pt>
                <c:pt idx="987">
                  <c:v>124.74</c:v>
                </c:pt>
                <c:pt idx="988">
                  <c:v>124.76</c:v>
                </c:pt>
                <c:pt idx="989">
                  <c:v>124.78</c:v>
                </c:pt>
                <c:pt idx="990">
                  <c:v>124.8</c:v>
                </c:pt>
                <c:pt idx="991">
                  <c:v>124.82</c:v>
                </c:pt>
                <c:pt idx="992">
                  <c:v>124.84</c:v>
                </c:pt>
                <c:pt idx="993">
                  <c:v>124.86</c:v>
                </c:pt>
                <c:pt idx="994">
                  <c:v>124.88</c:v>
                </c:pt>
                <c:pt idx="995">
                  <c:v>124.9</c:v>
                </c:pt>
                <c:pt idx="996">
                  <c:v>124.92</c:v>
                </c:pt>
                <c:pt idx="997">
                  <c:v>124.94</c:v>
                </c:pt>
                <c:pt idx="998">
                  <c:v>124.96</c:v>
                </c:pt>
                <c:pt idx="999">
                  <c:v>124.98</c:v>
                </c:pt>
                <c:pt idx="1000">
                  <c:v>125</c:v>
                </c:pt>
              </c:numCache>
            </c:numRef>
          </c:xVal>
          <c:yVal>
            <c:numRef>
              <c:f>'Chart Data'!$B$2:$B$1002</c:f>
              <c:numCache>
                <c:formatCode>0.00</c:formatCode>
                <c:ptCount val="1001"/>
                <c:pt idx="0">
                  <c:v>0.0069035423572512</c:v>
                </c:pt>
                <c:pt idx="1">
                  <c:v>0.0069291290268963</c:v>
                </c:pt>
                <c:pt idx="2">
                  <c:v>0.0069548555673566</c:v>
                </c:pt>
                <c:pt idx="3">
                  <c:v>0.0069807229798884</c:v>
                </c:pt>
                <c:pt idx="4">
                  <c:v>0.0070067322745315</c:v>
                </c:pt>
                <c:pt idx="5">
                  <c:v>0.007032884470199</c:v>
                </c:pt>
                <c:pt idx="6">
                  <c:v>0.0070591805947692</c:v>
                </c:pt>
                <c:pt idx="7">
                  <c:v>0.0070856216851781</c:v>
                </c:pt>
                <c:pt idx="8">
                  <c:v>0.0071122087875127</c:v>
                </c:pt>
                <c:pt idx="9">
                  <c:v>0.0071389429571062</c:v>
                </c:pt>
                <c:pt idx="10">
                  <c:v>0.0071658252586333</c:v>
                </c:pt>
                <c:pt idx="11">
                  <c:v>0.0071928567662075</c:v>
                </c:pt>
                <c:pt idx="12">
                  <c:v>0.0072200385634791</c:v>
                </c:pt>
                <c:pt idx="13">
                  <c:v>0.0072473717437343</c:v>
                </c:pt>
                <c:pt idx="14">
                  <c:v>0.007274857409996</c:v>
                </c:pt>
                <c:pt idx="15">
                  <c:v>0.0073024966751248</c:v>
                </c:pt>
                <c:pt idx="16">
                  <c:v>0.0073302906619225</c:v>
                </c:pt>
                <c:pt idx="17">
                  <c:v>0.0073582405032358</c:v>
                </c:pt>
                <c:pt idx="18">
                  <c:v>0.0073863473420613</c:v>
                </c:pt>
                <c:pt idx="19">
                  <c:v>0.0074146123316523</c:v>
                </c:pt>
                <c:pt idx="20">
                  <c:v>0.0074430366356269</c:v>
                </c:pt>
                <c:pt idx="21">
                  <c:v>0.0074716214280763</c:v>
                </c:pt>
                <c:pt idx="22">
                  <c:v>0.0075003678936758</c:v>
                </c:pt>
                <c:pt idx="23">
                  <c:v>0.0075292772277963</c:v>
                </c:pt>
                <c:pt idx="24">
                  <c:v>0.0075583506366171</c:v>
                </c:pt>
                <c:pt idx="25">
                  <c:v>0.0075875893372406</c:v>
                </c:pt>
                <c:pt idx="26">
                  <c:v>0.0076169945578078</c:v>
                </c:pt>
                <c:pt idx="27">
                  <c:v>0.0076465675376156</c:v>
                </c:pt>
                <c:pt idx="28">
                  <c:v>0.007676309527235</c:v>
                </c:pt>
                <c:pt idx="29">
                  <c:v>0.0077062217886317</c:v>
                </c:pt>
                <c:pt idx="30">
                  <c:v>0.0077363055952866</c:v>
                </c:pt>
                <c:pt idx="31">
                  <c:v>0.0077665622323198</c:v>
                </c:pt>
                <c:pt idx="32">
                  <c:v>0.0077969929966136</c:v>
                </c:pt>
                <c:pt idx="33">
                  <c:v>0.0078275991969396</c:v>
                </c:pt>
                <c:pt idx="34">
                  <c:v>0.0078583821540854</c:v>
                </c:pt>
                <c:pt idx="35">
                  <c:v>0.0078893432009835</c:v>
                </c:pt>
                <c:pt idx="36">
                  <c:v>0.007920483682842</c:v>
                </c:pt>
                <c:pt idx="37">
                  <c:v>0.0079518049572766</c:v>
                </c:pt>
                <c:pt idx="38">
                  <c:v>0.0079833083944443</c:v>
                </c:pt>
                <c:pt idx="39">
                  <c:v>0.0080149953771786</c:v>
                </c:pt>
                <c:pt idx="40">
                  <c:v>0.0080468673011263</c:v>
                </c:pt>
                <c:pt idx="41">
                  <c:v>0.0080789255748864</c:v>
                </c:pt>
                <c:pt idx="42">
                  <c:v>0.0081111716201506</c:v>
                </c:pt>
                <c:pt idx="43">
                  <c:v>0.0081436068718443</c:v>
                </c:pt>
                <c:pt idx="44">
                  <c:v>0.0081762327782716</c:v>
                </c:pt>
                <c:pt idx="45">
                  <c:v>0.00820905080126</c:v>
                </c:pt>
                <c:pt idx="46">
                  <c:v>0.008242062416308</c:v>
                </c:pt>
                <c:pt idx="47">
                  <c:v>0.0082752691127342</c:v>
                </c:pt>
                <c:pt idx="48">
                  <c:v>0.0083086723938281</c:v>
                </c:pt>
                <c:pt idx="49">
                  <c:v>0.0083422737770029</c:v>
                </c:pt>
                <c:pt idx="50">
                  <c:v>0.0083760747939504</c:v>
                </c:pt>
                <c:pt idx="51">
                  <c:v>0.0084100769907974</c:v>
                </c:pt>
                <c:pt idx="52">
                  <c:v>0.0084442819282641</c:v>
                </c:pt>
                <c:pt idx="53">
                  <c:v>0.0084786911818249</c:v>
                </c:pt>
                <c:pt idx="54">
                  <c:v>0.0085133063418705</c:v>
                </c:pt>
                <c:pt idx="55">
                  <c:v>0.0085481290138726</c:v>
                </c:pt>
                <c:pt idx="56">
                  <c:v>0.0085831608185504</c:v>
                </c:pt>
                <c:pt idx="57">
                  <c:v>0.0086184033920391</c:v>
                </c:pt>
                <c:pt idx="58">
                  <c:v>0.0086538583860606</c:v>
                </c:pt>
                <c:pt idx="59">
                  <c:v>0.0086895274680963</c:v>
                </c:pt>
                <c:pt idx="60">
                  <c:v>0.0087254123215618</c:v>
                </c:pt>
                <c:pt idx="61">
                  <c:v>0.0087615146459847</c:v>
                </c:pt>
                <c:pt idx="62">
                  <c:v>0.0087978361571831</c:v>
                </c:pt>
                <c:pt idx="63">
                  <c:v>0.0088343785874479</c:v>
                </c:pt>
                <c:pt idx="64">
                  <c:v>0.0088711436857259</c:v>
                </c:pt>
                <c:pt idx="65">
                  <c:v>0.0089081332178069</c:v>
                </c:pt>
                <c:pt idx="66">
                  <c:v>0.0089453489665113</c:v>
                </c:pt>
                <c:pt idx="67">
                  <c:v>0.0089827927318812</c:v>
                </c:pt>
                <c:pt idx="68">
                  <c:v>0.0090204663313741</c:v>
                </c:pt>
                <c:pt idx="69">
                  <c:v>0.009058371600058</c:v>
                </c:pt>
                <c:pt idx="70">
                  <c:v>0.0090965103908098</c:v>
                </c:pt>
                <c:pt idx="71">
                  <c:v>0.0091348845745157</c:v>
                </c:pt>
                <c:pt idx="72">
                  <c:v>0.0091734960402749</c:v>
                </c:pt>
                <c:pt idx="73">
                  <c:v>0.0092123466956046</c:v>
                </c:pt>
                <c:pt idx="74">
                  <c:v>0.0092514384666489</c:v>
                </c:pt>
                <c:pt idx="75">
                  <c:v>0.0092907732983895</c:v>
                </c:pt>
                <c:pt idx="76">
                  <c:v>0.0093303531548593</c:v>
                </c:pt>
                <c:pt idx="77">
                  <c:v>0.0093701800193589</c:v>
                </c:pt>
                <c:pt idx="78">
                  <c:v>0.0094102558946755</c:v>
                </c:pt>
                <c:pt idx="79">
                  <c:v>0.0094505828033051</c:v>
                </c:pt>
                <c:pt idx="80">
                  <c:v>0.0094911627876764</c:v>
                </c:pt>
                <c:pt idx="81">
                  <c:v>0.0095319979103795</c:v>
                </c:pt>
                <c:pt idx="82">
                  <c:v>0.0095730902543952</c:v>
                </c:pt>
                <c:pt idx="83">
                  <c:v>0.0096144419233291</c:v>
                </c:pt>
                <c:pt idx="84">
                  <c:v>0.0096560550416479</c:v>
                </c:pt>
                <c:pt idx="85">
                  <c:v>0.0096979317549182</c:v>
                </c:pt>
                <c:pt idx="86">
                  <c:v>0.0097400742300496</c:v>
                </c:pt>
                <c:pt idx="87">
                  <c:v>0.0097824846555399</c:v>
                </c:pt>
                <c:pt idx="88">
                  <c:v>0.0098251652417238</c:v>
                </c:pt>
                <c:pt idx="89">
                  <c:v>0.0098681182210247</c:v>
                </c:pt>
                <c:pt idx="90">
                  <c:v>0.0099113458482101</c:v>
                </c:pt>
                <c:pt idx="91">
                  <c:v>0.0099548504006495</c:v>
                </c:pt>
                <c:pt idx="92">
                  <c:v>0.0099986341785765</c:v>
                </c:pt>
                <c:pt idx="93">
                  <c:v>0.010042699505353</c:v>
                </c:pt>
                <c:pt idx="94">
                  <c:v>0.01008704872774</c:v>
                </c:pt>
                <c:pt idx="95">
                  <c:v>0.010131684216166</c:v>
                </c:pt>
                <c:pt idx="96">
                  <c:v>0.010176608365005</c:v>
                </c:pt>
                <c:pt idx="97">
                  <c:v>0.010221823592855</c:v>
                </c:pt>
                <c:pt idx="98">
                  <c:v>0.01026733234282</c:v>
                </c:pt>
                <c:pt idx="99">
                  <c:v>0.010313137082796</c:v>
                </c:pt>
                <c:pt idx="100">
                  <c:v>0.010359240305763</c:v>
                </c:pt>
                <c:pt idx="101">
                  <c:v>0.010405644530075</c:v>
                </c:pt>
                <c:pt idx="102">
                  <c:v>0.010452352299762</c:v>
                </c:pt>
                <c:pt idx="103">
                  <c:v>0.010499366184827</c:v>
                </c:pt>
                <c:pt idx="104">
                  <c:v>0.010546688781554</c:v>
                </c:pt>
                <c:pt idx="105">
                  <c:v>0.010594322712818</c:v>
                </c:pt>
                <c:pt idx="106">
                  <c:v>0.010642270628394</c:v>
                </c:pt>
                <c:pt idx="107">
                  <c:v>0.010690535205278</c:v>
                </c:pt>
                <c:pt idx="108">
                  <c:v>0.010739119148008</c:v>
                </c:pt>
                <c:pt idx="109">
                  <c:v>0.010788025188988</c:v>
                </c:pt>
                <c:pt idx="110">
                  <c:v>0.010837256088821</c:v>
                </c:pt>
                <c:pt idx="111">
                  <c:v>0.010886814636638</c:v>
                </c:pt>
                <c:pt idx="112">
                  <c:v>0.010936703650442</c:v>
                </c:pt>
                <c:pt idx="113">
                  <c:v>0.010986925977448</c:v>
                </c:pt>
                <c:pt idx="114">
                  <c:v>0.011037484494429</c:v>
                </c:pt>
                <c:pt idx="115">
                  <c:v>0.011088382108073</c:v>
                </c:pt>
                <c:pt idx="116">
                  <c:v>0.011139621755334</c:v>
                </c:pt>
                <c:pt idx="117">
                  <c:v>0.011191206403796</c:v>
                </c:pt>
                <c:pt idx="118">
                  <c:v>0.01124313905204</c:v>
                </c:pt>
                <c:pt idx="119">
                  <c:v>0.011295422730011</c:v>
                </c:pt>
                <c:pt idx="120">
                  <c:v>0.011348060499399</c:v>
                </c:pt>
                <c:pt idx="121">
                  <c:v>0.011401055454013</c:v>
                </c:pt>
                <c:pt idx="122">
                  <c:v>0.011454410720172</c:v>
                </c:pt>
                <c:pt idx="123">
                  <c:v>0.011508129457092</c:v>
                </c:pt>
                <c:pt idx="124">
                  <c:v>0.011562214857287</c:v>
                </c:pt>
                <c:pt idx="125">
                  <c:v>0.01161667014696</c:v>
                </c:pt>
                <c:pt idx="126">
                  <c:v>0.011671498586421</c:v>
                </c:pt>
                <c:pt idx="127">
                  <c:v>0.011726703470488</c:v>
                </c:pt>
                <c:pt idx="128">
                  <c:v>0.011782288128913</c:v>
                </c:pt>
                <c:pt idx="129">
                  <c:v>0.011838255926797</c:v>
                </c:pt>
                <c:pt idx="130">
                  <c:v>0.011894610265022</c:v>
                </c:pt>
                <c:pt idx="131">
                  <c:v>0.011951354580683</c:v>
                </c:pt>
                <c:pt idx="132">
                  <c:v>0.012008492347529</c:v>
                </c:pt>
                <c:pt idx="133">
                  <c:v>0.012066027076406</c:v>
                </c:pt>
                <c:pt idx="134">
                  <c:v>0.01212396231571</c:v>
                </c:pt>
                <c:pt idx="135">
                  <c:v>0.012182301651841</c:v>
                </c:pt>
                <c:pt idx="136">
                  <c:v>0.012241048709669</c:v>
                </c:pt>
                <c:pt idx="137">
                  <c:v>0.012300207153002</c:v>
                </c:pt>
                <c:pt idx="138">
                  <c:v>0.012359780685059</c:v>
                </c:pt>
                <c:pt idx="139">
                  <c:v>0.012419773048955</c:v>
                </c:pt>
                <c:pt idx="140">
                  <c:v>0.012480188028188</c:v>
                </c:pt>
                <c:pt idx="141">
                  <c:v>0.012541029447129</c:v>
                </c:pt>
                <c:pt idx="142">
                  <c:v>0.01260230117153</c:v>
                </c:pt>
                <c:pt idx="143">
                  <c:v>0.012664007109025</c:v>
                </c:pt>
                <c:pt idx="144">
                  <c:v>0.012726151209647</c:v>
                </c:pt>
                <c:pt idx="145">
                  <c:v>0.01278873746635</c:v>
                </c:pt>
                <c:pt idx="146">
                  <c:v>0.012851769915532</c:v>
                </c:pt>
                <c:pt idx="147">
                  <c:v>0.012915252637576</c:v>
                </c:pt>
                <c:pt idx="148">
                  <c:v>0.012979189757386</c:v>
                </c:pt>
                <c:pt idx="149">
                  <c:v>0.01304358544494</c:v>
                </c:pt>
                <c:pt idx="150">
                  <c:v>0.013108443915844</c:v>
                </c:pt>
                <c:pt idx="151">
                  <c:v>0.013173769431895</c:v>
                </c:pt>
                <c:pt idx="152">
                  <c:v>0.013239566301654</c:v>
                </c:pt>
                <c:pt idx="153">
                  <c:v>0.013305838881022</c:v>
                </c:pt>
                <c:pt idx="154">
                  <c:v>0.013372591573828</c:v>
                </c:pt>
                <c:pt idx="155">
                  <c:v>0.01343982883242</c:v>
                </c:pt>
                <c:pt idx="156">
                  <c:v>0.01350755515827</c:v>
                </c:pt>
                <c:pt idx="157">
                  <c:v>0.013575775102582</c:v>
                </c:pt>
                <c:pt idx="158">
                  <c:v>0.013644493266907</c:v>
                </c:pt>
                <c:pt idx="159">
                  <c:v>0.013713714303772</c:v>
                </c:pt>
                <c:pt idx="160">
                  <c:v>0.013783442917312</c:v>
                </c:pt>
                <c:pt idx="161">
                  <c:v>0.013853683863914</c:v>
                </c:pt>
                <c:pt idx="162">
                  <c:v>0.013924441952862</c:v>
                </c:pt>
                <c:pt idx="163">
                  <c:v>0.013995722047005</c:v>
                </c:pt>
                <c:pt idx="164">
                  <c:v>0.014067529063417</c:v>
                </c:pt>
                <c:pt idx="165">
                  <c:v>0.014139867974075</c:v>
                </c:pt>
                <c:pt idx="166">
                  <c:v>0.014212743806549</c:v>
                </c:pt>
                <c:pt idx="167">
                  <c:v>0.014286161644688</c:v>
                </c:pt>
                <c:pt idx="168">
                  <c:v>0.014360126629331</c:v>
                </c:pt>
                <c:pt idx="169">
                  <c:v>0.014434643959015</c:v>
                </c:pt>
                <c:pt idx="170">
                  <c:v>0.014509718890699</c:v>
                </c:pt>
                <c:pt idx="171">
                  <c:v>0.014585356740493</c:v>
                </c:pt>
                <c:pt idx="172">
                  <c:v>0.0146615628844</c:v>
                </c:pt>
                <c:pt idx="173">
                  <c:v>0.014738342759066</c:v>
                </c:pt>
                <c:pt idx="174">
                  <c:v>0.014815701862541</c:v>
                </c:pt>
                <c:pt idx="175">
                  <c:v>0.014893645755047</c:v>
                </c:pt>
                <c:pt idx="176">
                  <c:v>0.014972180059757</c:v>
                </c:pt>
                <c:pt idx="177">
                  <c:v>0.015051310463588</c:v>
                </c:pt>
                <c:pt idx="178">
                  <c:v>0.015131042718001</c:v>
                </c:pt>
                <c:pt idx="179">
                  <c:v>0.015211382639808</c:v>
                </c:pt>
                <c:pt idx="180">
                  <c:v>0.015292336111993</c:v>
                </c:pt>
                <c:pt idx="181">
                  <c:v>0.015373909084549</c:v>
                </c:pt>
                <c:pt idx="182">
                  <c:v>0.015456107575311</c:v>
                </c:pt>
                <c:pt idx="183">
                  <c:v>0.015538937670819</c:v>
                </c:pt>
                <c:pt idx="184">
                  <c:v>0.015622405527171</c:v>
                </c:pt>
                <c:pt idx="185">
                  <c:v>0.015706517370906</c:v>
                </c:pt>
                <c:pt idx="186">
                  <c:v>0.015791279499886</c:v>
                </c:pt>
                <c:pt idx="187">
                  <c:v>0.015876698284192</c:v>
                </c:pt>
                <c:pt idx="188">
                  <c:v>0.015962780167037</c:v>
                </c:pt>
                <c:pt idx="189">
                  <c:v>0.016049531665677</c:v>
                </c:pt>
                <c:pt idx="190">
                  <c:v>0.016136959372354</c:v>
                </c:pt>
                <c:pt idx="191">
                  <c:v>0.01622506995523</c:v>
                </c:pt>
                <c:pt idx="192">
                  <c:v>0.016313870159344</c:v>
                </c:pt>
                <c:pt idx="193">
                  <c:v>0.016403366807581</c:v>
                </c:pt>
                <c:pt idx="194">
                  <c:v>0.016493566801649</c:v>
                </c:pt>
                <c:pt idx="195">
                  <c:v>0.01658447712307</c:v>
                </c:pt>
                <c:pt idx="196">
                  <c:v>0.016676104834186</c:v>
                </c:pt>
                <c:pt idx="197">
                  <c:v>0.016768457079168</c:v>
                </c:pt>
                <c:pt idx="198">
                  <c:v>0.016861541085052</c:v>
                </c:pt>
                <c:pt idx="199">
                  <c:v>0.016955364162775</c:v>
                </c:pt>
                <c:pt idx="200">
                  <c:v>0.01704993370823</c:v>
                </c:pt>
                <c:pt idx="201">
                  <c:v>0.01714525720333</c:v>
                </c:pt>
                <c:pt idx="202">
                  <c:v>0.017241342217091</c:v>
                </c:pt>
                <c:pt idx="203">
                  <c:v>0.017338196406721</c:v>
                </c:pt>
                <c:pt idx="204">
                  <c:v>0.017435827518726</c:v>
                </c:pt>
                <c:pt idx="205">
                  <c:v>0.01753424339003</c:v>
                </c:pt>
                <c:pt idx="206">
                  <c:v>0.017633451949105</c:v>
                </c:pt>
                <c:pt idx="207">
                  <c:v>0.017733461217116</c:v>
                </c:pt>
                <c:pt idx="208">
                  <c:v>0.017834279309081</c:v>
                </c:pt>
                <c:pt idx="209">
                  <c:v>0.017935914435044</c:v>
                </c:pt>
                <c:pt idx="210">
                  <c:v>0.018038374901259</c:v>
                </c:pt>
                <c:pt idx="211">
                  <c:v>0.018141669111388</c:v>
                </c:pt>
                <c:pt idx="212">
                  <c:v>0.018245805567721</c:v>
                </c:pt>
                <c:pt idx="213">
                  <c:v>0.018350792872397</c:v>
                </c:pt>
                <c:pt idx="214">
                  <c:v>0.018456639728648</c:v>
                </c:pt>
                <c:pt idx="215">
                  <c:v>0.018563354942056</c:v>
                </c:pt>
                <c:pt idx="216">
                  <c:v>0.018670947421817</c:v>
                </c:pt>
                <c:pt idx="217">
                  <c:v>0.018779426182032</c:v>
                </c:pt>
                <c:pt idx="218">
                  <c:v>0.018888800343</c:v>
                </c:pt>
                <c:pt idx="219">
                  <c:v>0.018999079132532</c:v>
                </c:pt>
                <c:pt idx="220">
                  <c:v>0.019110271887277</c:v>
                </c:pt>
                <c:pt idx="221">
                  <c:v>0.019222388054062</c:v>
                </c:pt>
                <c:pt idx="222">
                  <c:v>0.019335437191249</c:v>
                </c:pt>
                <c:pt idx="223">
                  <c:v>0.019449428970102</c:v>
                </c:pt>
                <c:pt idx="224">
                  <c:v>0.019564373176176</c:v>
                </c:pt>
                <c:pt idx="225">
                  <c:v>0.019680279710706</c:v>
                </c:pt>
                <c:pt idx="226">
                  <c:v>0.019797158592031</c:v>
                </c:pt>
                <c:pt idx="227">
                  <c:v>0.019915019957012</c:v>
                </c:pt>
                <c:pt idx="228">
                  <c:v>0.020033874062478</c:v>
                </c:pt>
                <c:pt idx="229">
                  <c:v>0.020153731286681</c:v>
                </c:pt>
                <c:pt idx="230">
                  <c:v>0.020274602130765</c:v>
                </c:pt>
                <c:pt idx="231">
                  <c:v>0.020396497220253</c:v>
                </c:pt>
                <c:pt idx="232">
                  <c:v>0.020519427306541</c:v>
                </c:pt>
                <c:pt idx="233">
                  <c:v>0.020643403268416</c:v>
                </c:pt>
                <c:pt idx="234">
                  <c:v>0.020768436113577</c:v>
                </c:pt>
                <c:pt idx="235">
                  <c:v>0.020894536980182</c:v>
                </c:pt>
                <c:pt idx="236">
                  <c:v>0.021021717138395</c:v>
                </c:pt>
                <c:pt idx="237">
                  <c:v>0.021149987991962</c:v>
                </c:pt>
                <c:pt idx="238">
                  <c:v>0.021279361079787</c:v>
                </c:pt>
                <c:pt idx="239">
                  <c:v>0.021409848077528</c:v>
                </c:pt>
                <c:pt idx="240">
                  <c:v>0.021541460799208</c:v>
                </c:pt>
                <c:pt idx="241">
                  <c:v>0.021674211198833</c:v>
                </c:pt>
                <c:pt idx="242">
                  <c:v>0.021808111372029</c:v>
                </c:pt>
                <c:pt idx="243">
                  <c:v>0.021943173557686</c:v>
                </c:pt>
                <c:pt idx="244">
                  <c:v>0.022079410139622</c:v>
                </c:pt>
                <c:pt idx="245">
                  <c:v>0.022216833648248</c:v>
                </c:pt>
                <c:pt idx="246">
                  <c:v>0.022355456762256</c:v>
                </c:pt>
                <c:pt idx="247">
                  <c:v>0.022495292310312</c:v>
                </c:pt>
                <c:pt idx="248">
                  <c:v>0.022636353272762</c:v>
                </c:pt>
                <c:pt idx="249">
                  <c:v>0.022778652783349</c:v>
                </c:pt>
                <c:pt idx="250">
                  <c:v>0.022922204130939</c:v>
                </c:pt>
                <c:pt idx="251">
                  <c:v>0.02306702076126</c:v>
                </c:pt>
                <c:pt idx="252">
                  <c:v>0.023213116278648</c:v>
                </c:pt>
                <c:pt idx="253">
                  <c:v>0.023360504447805</c:v>
                </c:pt>
                <c:pt idx="254">
                  <c:v>0.023509199195559</c:v>
                </c:pt>
                <c:pt idx="255">
                  <c:v>0.023659214612643</c:v>
                </c:pt>
                <c:pt idx="256">
                  <c:v>0.02381056495547</c:v>
                </c:pt>
                <c:pt idx="257">
                  <c:v>0.023963264647924</c:v>
                </c:pt>
                <c:pt idx="258">
                  <c:v>0.024117328283153</c:v>
                </c:pt>
                <c:pt idx="259">
                  <c:v>0.024272770625369</c:v>
                </c:pt>
                <c:pt idx="260">
                  <c:v>0.024429606611649</c:v>
                </c:pt>
                <c:pt idx="261">
                  <c:v>0.024587851353751</c:v>
                </c:pt>
                <c:pt idx="262">
                  <c:v>0.02474752013992</c:v>
                </c:pt>
                <c:pt idx="263">
                  <c:v>0.024908628436706</c:v>
                </c:pt>
                <c:pt idx="264">
                  <c:v>0.025071191890779</c:v>
                </c:pt>
                <c:pt idx="265">
                  <c:v>0.025235226330748</c:v>
                </c:pt>
                <c:pt idx="266">
                  <c:v>0.02540074776898</c:v>
                </c:pt>
                <c:pt idx="267">
                  <c:v>0.025567772403412</c:v>
                </c:pt>
                <c:pt idx="268">
                  <c:v>0.02573631661937</c:v>
                </c:pt>
                <c:pt idx="269">
                  <c:v>0.025906396991376</c:v>
                </c:pt>
                <c:pt idx="270">
                  <c:v>0.026078030284958</c:v>
                </c:pt>
                <c:pt idx="271">
                  <c:v>0.026251233458447</c:v>
                </c:pt>
                <c:pt idx="272">
                  <c:v>0.026426023664771</c:v>
                </c:pt>
                <c:pt idx="273">
                  <c:v>0.026602418253242</c:v>
                </c:pt>
                <c:pt idx="274">
                  <c:v>0.026780434771329</c:v>
                </c:pt>
                <c:pt idx="275">
                  <c:v>0.026960090966424</c:v>
                </c:pt>
                <c:pt idx="276">
                  <c:v>0.027141404787586</c:v>
                </c:pt>
                <c:pt idx="277">
                  <c:v>0.027324394387286</c:v>
                </c:pt>
                <c:pt idx="278">
                  <c:v>0.027509078123119</c:v>
                </c:pt>
                <c:pt idx="279">
                  <c:v>0.027695474559506</c:v>
                </c:pt>
                <c:pt idx="280">
                  <c:v>0.027883602469378</c:v>
                </c:pt>
                <c:pt idx="281">
                  <c:v>0.028073480835831</c:v>
                </c:pt>
                <c:pt idx="282">
                  <c:v>0.02826512885376</c:v>
                </c:pt>
                <c:pt idx="283">
                  <c:v>0.028458565931469</c:v>
                </c:pt>
                <c:pt idx="284">
                  <c:v>0.028653811692247</c:v>
                </c:pt>
                <c:pt idx="285">
                  <c:v>0.028850885975916</c:v>
                </c:pt>
                <c:pt idx="286">
                  <c:v>0.029049808840344</c:v>
                </c:pt>
                <c:pt idx="287">
                  <c:v>0.029250600562924</c:v>
                </c:pt>
                <c:pt idx="288">
                  <c:v>0.029453281642009</c:v>
                </c:pt>
                <c:pt idx="289">
                  <c:v>0.02965787279831</c:v>
                </c:pt>
                <c:pt idx="290">
                  <c:v>0.029864394976245</c:v>
                </c:pt>
                <c:pt idx="291">
                  <c:v>0.030072869345244</c:v>
                </c:pt>
                <c:pt idx="292">
                  <c:v>0.030283317300999</c:v>
                </c:pt>
                <c:pt idx="293">
                  <c:v>0.030495760466657</c:v>
                </c:pt>
                <c:pt idx="294">
                  <c:v>0.030710220693966</c:v>
                </c:pt>
                <c:pt idx="295">
                  <c:v>0.030926720064344</c:v>
                </c:pt>
                <c:pt idx="296">
                  <c:v>0.031145280889893</c:v>
                </c:pt>
                <c:pt idx="297">
                  <c:v>0.031365925714337</c:v>
                </c:pt>
                <c:pt idx="298">
                  <c:v>0.03158867731389</c:v>
                </c:pt>
                <c:pt idx="299">
                  <c:v>0.031813558698044</c:v>
                </c:pt>
                <c:pt idx="300">
                  <c:v>0.032040593110274</c:v>
                </c:pt>
                <c:pt idx="301">
                  <c:v>0.032269804028653</c:v>
                </c:pt>
                <c:pt idx="302">
                  <c:v>0.032501215166382</c:v>
                </c:pt>
                <c:pt idx="303">
                  <c:v>0.03273485047221</c:v>
                </c:pt>
                <c:pt idx="304">
                  <c:v>0.032970734130766</c:v>
                </c:pt>
                <c:pt idx="305">
                  <c:v>0.033208890562769</c:v>
                </c:pt>
                <c:pt idx="306">
                  <c:v>0.033449344425133</c:v>
                </c:pt>
                <c:pt idx="307">
                  <c:v>0.033692120610948</c:v>
                </c:pt>
                <c:pt idx="308">
                  <c:v>0.033937244249333</c:v>
                </c:pt>
                <c:pt idx="309">
                  <c:v>0.034184740705162</c:v>
                </c:pt>
                <c:pt idx="310">
                  <c:v>0.034434635578645</c:v>
                </c:pt>
                <c:pt idx="311">
                  <c:v>0.034686954704764</c:v>
                </c:pt>
                <c:pt idx="312">
                  <c:v>0.034941724152557</c:v>
                </c:pt>
                <c:pt idx="313">
                  <c:v>0.035198970224241</c:v>
                </c:pt>
                <c:pt idx="314">
                  <c:v>0.035458719454163</c:v>
                </c:pt>
                <c:pt idx="315">
                  <c:v>0.035720998607576</c:v>
                </c:pt>
                <c:pt idx="316">
                  <c:v>0.035985834679233</c:v>
                </c:pt>
                <c:pt idx="317">
                  <c:v>0.036253254891782</c:v>
                </c:pt>
                <c:pt idx="318">
                  <c:v>0.036523286693957</c:v>
                </c:pt>
                <c:pt idx="319">
                  <c:v>0.036795957758568</c:v>
                </c:pt>
                <c:pt idx="320">
                  <c:v>0.037071295980251</c:v>
                </c:pt>
                <c:pt idx="321">
                  <c:v>0.037349329473005</c:v>
                </c:pt>
                <c:pt idx="322">
                  <c:v>0.037630086567473</c:v>
                </c:pt>
                <c:pt idx="323">
                  <c:v>0.037913595807975</c:v>
                </c:pt>
                <c:pt idx="324">
                  <c:v>0.038199885949279</c:v>
                </c:pt>
                <c:pt idx="325">
                  <c:v>0.038488985953095</c:v>
                </c:pt>
                <c:pt idx="326">
                  <c:v>0.038780924984278</c:v>
                </c:pt>
                <c:pt idx="327">
                  <c:v>0.039075732406739</c:v>
                </c:pt>
                <c:pt idx="328">
                  <c:v>0.039373437779032</c:v>
                </c:pt>
                <c:pt idx="329">
                  <c:v>0.03967407084963</c:v>
                </c:pt>
                <c:pt idx="330">
                  <c:v>0.039977661551852</c:v>
                </c:pt>
                <c:pt idx="331">
                  <c:v>0.040284239998437</c:v>
                </c:pt>
                <c:pt idx="332">
                  <c:v>0.040593836475755</c:v>
                </c:pt>
                <c:pt idx="333">
                  <c:v>0.040906481437633</c:v>
                </c:pt>
                <c:pt idx="334">
                  <c:v>0.041222205498781</c:v>
                </c:pt>
                <c:pt idx="335">
                  <c:v>0.041541039427811</c:v>
                </c:pt>
                <c:pt idx="336">
                  <c:v>0.041863014139815</c:v>
                </c:pt>
                <c:pt idx="337">
                  <c:v>0.042188160688506</c:v>
                </c:pt>
                <c:pt idx="338">
                  <c:v>0.04251651025789</c:v>
                </c:pt>
                <c:pt idx="339">
                  <c:v>0.042848094153451</c:v>
                </c:pt>
                <c:pt idx="340">
                  <c:v>0.043182943792842</c:v>
                </c:pt>
                <c:pt idx="341">
                  <c:v>0.043521090696056</c:v>
                </c:pt>
                <c:pt idx="342">
                  <c:v>0.043862566475044</c:v>
                </c:pt>
                <c:pt idx="343">
                  <c:v>0.044207402822794</c:v>
                </c:pt>
                <c:pt idx="344">
                  <c:v>0.044555631501811</c:v>
                </c:pt>
                <c:pt idx="345">
                  <c:v>0.044907284332</c:v>
                </c:pt>
                <c:pt idx="346">
                  <c:v>0.045262393177933</c:v>
                </c:pt>
                <c:pt idx="347">
                  <c:v>0.045620989935458</c:v>
                </c:pt>
                <c:pt idx="348">
                  <c:v>0.045983106517645</c:v>
                </c:pt>
                <c:pt idx="349">
                  <c:v>0.046348774840036</c:v>
                </c:pt>
                <c:pt idx="350">
                  <c:v>0.046718026805177</c:v>
                </c:pt>
                <c:pt idx="351">
                  <c:v>0.047090894286413</c:v>
                </c:pt>
                <c:pt idx="352">
                  <c:v>0.047467409110906</c:v>
                </c:pt>
                <c:pt idx="353">
                  <c:v>0.047847603041866</c:v>
                </c:pt>
                <c:pt idx="354">
                  <c:v>0.048231507759962</c:v>
                </c:pt>
                <c:pt idx="355">
                  <c:v>0.048619154843873</c:v>
                </c:pt>
                <c:pt idx="356">
                  <c:v>0.049010575749986</c:v>
                </c:pt>
                <c:pt idx="357">
                  <c:v>0.049405801791163</c:v>
                </c:pt>
                <c:pt idx="358">
                  <c:v>0.049804864114599</c:v>
                </c:pt>
                <c:pt idx="359">
                  <c:v>0.050207793678702</c:v>
                </c:pt>
                <c:pt idx="360">
                  <c:v>0.050614621228986</c:v>
                </c:pt>
                <c:pt idx="361">
                  <c:v>0.051025377272941</c:v>
                </c:pt>
                <c:pt idx="362">
                  <c:v>0.051440092053851</c:v>
                </c:pt>
                <c:pt idx="363">
                  <c:v>0.05185879552352</c:v>
                </c:pt>
                <c:pt idx="364">
                  <c:v>0.052281517313887</c:v>
                </c:pt>
                <c:pt idx="365">
                  <c:v>0.05270828670749</c:v>
                </c:pt>
                <c:pt idx="366">
                  <c:v>0.053139132606745</c:v>
                </c:pt>
                <c:pt idx="367">
                  <c:v>0.053574083502012</c:v>
                </c:pt>
                <c:pt idx="368">
                  <c:v>0.05401316743841</c:v>
                </c:pt>
                <c:pt idx="369">
                  <c:v>0.05445641198135</c:v>
                </c:pt>
                <c:pt idx="370">
                  <c:v>0.054903844180757</c:v>
                </c:pt>
                <c:pt idx="371">
                  <c:v>0.05535549053393</c:v>
                </c:pt>
                <c:pt idx="372">
                  <c:v>0.055811376947032</c:v>
                </c:pt>
                <c:pt idx="373">
                  <c:v>0.056271528695148</c:v>
                </c:pt>
                <c:pt idx="374">
                  <c:v>0.056735970380903</c:v>
                </c:pt>
                <c:pt idx="375">
                  <c:v>0.057204725891582</c:v>
                </c:pt>
                <c:pt idx="376">
                  <c:v>0.057677818354737</c:v>
                </c:pt>
                <c:pt idx="377">
                  <c:v>0.058155270092243</c:v>
                </c:pt>
                <c:pt idx="378">
                  <c:v>0.058637102572759</c:v>
                </c:pt>
                <c:pt idx="379">
                  <c:v>0.059123336362573</c:v>
                </c:pt>
                <c:pt idx="380">
                  <c:v>0.059613991074804</c:v>
                </c:pt>
                <c:pt idx="381">
                  <c:v>0.060109085316911</c:v>
                </c:pt>
                <c:pt idx="382">
                  <c:v>0.060608636636491</c:v>
                </c:pt>
                <c:pt idx="383">
                  <c:v>0.061112661465344</c:v>
                </c:pt>
                <c:pt idx="384">
                  <c:v>0.061621175061758</c:v>
                </c:pt>
                <c:pt idx="385">
                  <c:v>0.062134191450999</c:v>
                </c:pt>
                <c:pt idx="386">
                  <c:v>0.062651723363985</c:v>
                </c:pt>
                <c:pt idx="387">
                  <c:v>0.063173782174106</c:v>
                </c:pt>
                <c:pt idx="388">
                  <c:v>0.063700377832175</c:v>
                </c:pt>
                <c:pt idx="389">
                  <c:v>0.064231518799498</c:v>
                </c:pt>
                <c:pt idx="390">
                  <c:v>0.06476721197903</c:v>
                </c:pt>
                <c:pt idx="391">
                  <c:v>0.065307462644613</c:v>
                </c:pt>
                <c:pt idx="392">
                  <c:v>0.065852274368278</c:v>
                </c:pt>
                <c:pt idx="393">
                  <c:v>0.066401648945598</c:v>
                </c:pt>
                <c:pt idx="394">
                  <c:v>0.066955586319099</c:v>
                </c:pt>
                <c:pt idx="395">
                  <c:v>0.067514084499706</c:v>
                </c:pt>
                <c:pt idx="396">
                  <c:v>0.068077139486239</c:v>
                </c:pt>
                <c:pt idx="397">
                  <c:v>0.068644745182958</c:v>
                </c:pt>
                <c:pt idx="398">
                  <c:v>0.069216893315163</c:v>
                </c:pt>
                <c:pt idx="399">
                  <c:v>0.069793573342867</c:v>
                </c:pt>
                <c:pt idx="400">
                  <c:v>0.070374772372552</c:v>
                </c:pt>
                <c:pt idx="401">
                  <c:v>0.070960475067047</c:v>
                </c:pt>
                <c:pt idx="402">
                  <c:v>0.071550663553531</c:v>
                </c:pt>
                <c:pt idx="403">
                  <c:v>0.072145317329721</c:v>
                </c:pt>
                <c:pt idx="404">
                  <c:v>0.072744413168268</c:v>
                </c:pt>
                <c:pt idx="405">
                  <c:v>0.07334792501942</c:v>
                </c:pt>
                <c:pt idx="406">
                  <c:v>0.07395582391199</c:v>
                </c:pt>
                <c:pt idx="407">
                  <c:v>0.074568077852717</c:v>
                </c:pt>
                <c:pt idx="408">
                  <c:v>0.075184651724059</c:v>
                </c:pt>
                <c:pt idx="409">
                  <c:v>0.075805507180517</c:v>
                </c:pt>
                <c:pt idx="410">
                  <c:v>0.076430602543565</c:v>
                </c:pt>
                <c:pt idx="411">
                  <c:v>0.077059892695293</c:v>
                </c:pt>
                <c:pt idx="412">
                  <c:v>0.07769332897085</c:v>
                </c:pt>
                <c:pt idx="413">
                  <c:v>0.078330859049813</c:v>
                </c:pt>
                <c:pt idx="414">
                  <c:v>0.078972426846608</c:v>
                </c:pt>
                <c:pt idx="415">
                  <c:v>0.079617972400112</c:v>
                </c:pt>
                <c:pt idx="416">
                  <c:v>0.080267431762584</c:v>
                </c:pt>
                <c:pt idx="417">
                  <c:v>0.080920736888083</c:v>
                </c:pt>
                <c:pt idx="418">
                  <c:v>0.081577815520545</c:v>
                </c:pt>
                <c:pt idx="419">
                  <c:v>0.082238591081696</c:v>
                </c:pt>
                <c:pt idx="420">
                  <c:v>0.082902982558997</c:v>
                </c:pt>
                <c:pt idx="421">
                  <c:v>0.083570904393833</c:v>
                </c:pt>
                <c:pt idx="422">
                  <c:v>0.084242266370162</c:v>
                </c:pt>
                <c:pt idx="423">
                  <c:v>0.08491697350385</c:v>
                </c:pt>
                <c:pt idx="424">
                  <c:v>0.085594925932957</c:v>
                </c:pt>
                <c:pt idx="425">
                  <c:v>0.08627601880923</c:v>
                </c:pt>
                <c:pt idx="426">
                  <c:v>0.086960142191063</c:v>
                </c:pt>
                <c:pt idx="427">
                  <c:v>0.087647180938236</c:v>
                </c:pt>
                <c:pt idx="428">
                  <c:v>0.088337014608732</c:v>
                </c:pt>
                <c:pt idx="429">
                  <c:v>0.089029517357939</c:v>
                </c:pt>
                <c:pt idx="430">
                  <c:v>0.089724557840589</c:v>
                </c:pt>
                <c:pt idx="431">
                  <c:v>0.09042199911577</c:v>
                </c:pt>
                <c:pt idx="432">
                  <c:v>0.091121698555373</c:v>
                </c:pt>
                <c:pt idx="433">
                  <c:v>0.091823507756364</c:v>
                </c:pt>
                <c:pt idx="434">
                  <c:v>0.092527272457257</c:v>
                </c:pt>
                <c:pt idx="435">
                  <c:v>0.09323283245919</c:v>
                </c:pt>
                <c:pt idx="436">
                  <c:v>0.093940021552047</c:v>
                </c:pt>
                <c:pt idx="437">
                  <c:v>0.094648667446013</c:v>
                </c:pt>
                <c:pt idx="438">
                  <c:v>0.095358591709043</c:v>
                </c:pt>
                <c:pt idx="439">
                  <c:v>0.096069609710671</c:v>
                </c:pt>
                <c:pt idx="440">
                  <c:v>0.096781530572636</c:v>
                </c:pt>
                <c:pt idx="441">
                  <c:v>0.097494157126785</c:v>
                </c:pt>
                <c:pt idx="442">
                  <c:v>0.09820728588074</c:v>
                </c:pt>
                <c:pt idx="443">
                  <c:v>0.09892070699181</c:v>
                </c:pt>
                <c:pt idx="444">
                  <c:v>0.099634204249645</c:v>
                </c:pt>
                <c:pt idx="445">
                  <c:v>0.10034755506812</c:v>
                </c:pt>
                <c:pt idx="446">
                  <c:v>0.10106053048696</c:v>
                </c:pt>
                <c:pt idx="447">
                  <c:v>0.10177289518357</c:v>
                </c:pt>
                <c:pt idx="448">
                  <c:v>0.10248440749564</c:v>
                </c:pt>
                <c:pt idx="449">
                  <c:v>0.10319481945491</c:v>
                </c:pt>
                <c:pt idx="450">
                  <c:v>0.10390387683268</c:v>
                </c:pt>
                <c:pt idx="451">
                  <c:v>0.10461131919752</c:v>
                </c:pt>
                <c:pt idx="452">
                  <c:v>0.10531687998563</c:v>
                </c:pt>
                <c:pt idx="453">
                  <c:v>0.10602028658426</c:v>
                </c:pt>
                <c:pt idx="454">
                  <c:v>0.10672126042881</c:v>
                </c:pt>
                <c:pt idx="455">
                  <c:v>0.10741951711379</c:v>
                </c:pt>
                <c:pt idx="456">
                  <c:v>0.10811476651827</c:v>
                </c:pt>
                <c:pt idx="457">
                  <c:v>0.10880671294602</c:v>
                </c:pt>
                <c:pt idx="458">
                  <c:v>0.10949505528081</c:v>
                </c:pt>
                <c:pt idx="459">
                  <c:v>0.11017948715715</c:v>
                </c:pt>
                <c:pt idx="460">
                  <c:v>0.11085969714678</c:v>
                </c:pt>
                <c:pt idx="461">
                  <c:v>0.1115353689611</c:v>
                </c:pt>
                <c:pt idx="462">
                  <c:v>0.11220618166984</c:v>
                </c:pt>
                <c:pt idx="463">
                  <c:v>0.11287180993612</c:v>
                </c:pt>
                <c:pt idx="464">
                  <c:v>0.11353192426792</c:v>
                </c:pt>
                <c:pt idx="465">
                  <c:v>0.11418619128629</c:v>
                </c:pt>
                <c:pt idx="466">
                  <c:v>0.11483427400998</c:v>
                </c:pt>
                <c:pt idx="467">
                  <c:v>0.11547583215676</c:v>
                </c:pt>
                <c:pt idx="468">
                  <c:v>0.11611052246119</c:v>
                </c:pt>
                <c:pt idx="469">
                  <c:v>0.11673799900876</c:v>
                </c:pt>
                <c:pt idx="470">
                  <c:v>0.11735791358607</c:v>
                </c:pt>
                <c:pt idx="471">
                  <c:v>0.11796991604697</c:v>
                </c:pt>
                <c:pt idx="472">
                  <c:v>0.11857365469416</c:v>
                </c:pt>
                <c:pt idx="473">
                  <c:v>0.11916877667586</c:v>
                </c:pt>
                <c:pt idx="474">
                  <c:v>0.11975492839717</c:v>
                </c:pt>
                <c:pt idx="475">
                  <c:v>0.12033175594541</c:v>
                </c:pt>
                <c:pt idx="476">
                  <c:v>0.12089890552897</c:v>
                </c:pt>
                <c:pt idx="477">
                  <c:v>0.12145602392884</c:v>
                </c:pt>
                <c:pt idx="478">
                  <c:v>0.12200275896215</c:v>
                </c:pt>
                <c:pt idx="479">
                  <c:v>0.12253875995677</c:v>
                </c:pt>
                <c:pt idx="480">
                  <c:v>0.1230636782362</c:v>
                </c:pt>
                <c:pt idx="481">
                  <c:v>0.12357716761361</c:v>
                </c:pt>
                <c:pt idx="482">
                  <c:v>0.12407888489403</c:v>
                </c:pt>
                <c:pt idx="483">
                  <c:v>0.1245684903836</c:v>
                </c:pt>
                <c:pt idx="484">
                  <c:v>0.1250456484047</c:v>
                </c:pt>
                <c:pt idx="485">
                  <c:v>0.12551002781559</c:v>
                </c:pt>
                <c:pt idx="486">
                  <c:v>0.1259613025334</c:v>
                </c:pt>
                <c:pt idx="487">
                  <c:v>0.12639915205908</c:v>
                </c:pt>
                <c:pt idx="488">
                  <c:v>0.12682326200273</c:v>
                </c:pt>
                <c:pt idx="489">
                  <c:v>0.12723332460818</c:v>
                </c:pt>
                <c:pt idx="490">
                  <c:v>0.12762903927503</c:v>
                </c:pt>
                <c:pt idx="491">
                  <c:v>0.12801011307676</c:v>
                </c:pt>
                <c:pt idx="492">
                  <c:v>0.12837626127338</c:v>
                </c:pt>
                <c:pt idx="493">
                  <c:v>0.12872720781699</c:v>
                </c:pt>
                <c:pt idx="494">
                  <c:v>0.12906268584871</c:v>
                </c:pt>
                <c:pt idx="495">
                  <c:v>0.12938243818538</c:v>
                </c:pt>
                <c:pt idx="496">
                  <c:v>0.12968621779447</c:v>
                </c:pt>
                <c:pt idx="497">
                  <c:v>0.1299737882556</c:v>
                </c:pt>
                <c:pt idx="498">
                  <c:v>0.13024492420712</c:v>
                </c:pt>
                <c:pt idx="499">
                  <c:v>0.13049941177627</c:v>
                </c:pt>
                <c:pt idx="500">
                  <c:v>0.13073704899137</c:v>
                </c:pt>
                <c:pt idx="501">
                  <c:v>0.13095764617466</c:v>
                </c:pt>
                <c:pt idx="502">
                  <c:v>0.13116102631429</c:v>
                </c:pt>
                <c:pt idx="503">
                  <c:v>0.13134702541426</c:v>
                </c:pt>
                <c:pt idx="504">
                  <c:v>0.13151549282093</c:v>
                </c:pt>
                <c:pt idx="505">
                  <c:v>0.13166629152492</c:v>
                </c:pt>
                <c:pt idx="506">
                  <c:v>0.13179929843735</c:v>
                </c:pt>
                <c:pt idx="507">
                  <c:v>0.1319144046393</c:v>
                </c:pt>
                <c:pt idx="508">
                  <c:v>0.13201151560362</c:v>
                </c:pt>
                <c:pt idx="509">
                  <c:v>0.13209055138822</c:v>
                </c:pt>
                <c:pt idx="510">
                  <c:v>0.13215144680008</c:v>
                </c:pt>
                <c:pt idx="511">
                  <c:v>0.13219415152945</c:v>
                </c:pt>
                <c:pt idx="512">
                  <c:v>0.13221863025357</c:v>
                </c:pt>
                <c:pt idx="513">
                  <c:v>0.13222486270969</c:v>
                </c:pt>
                <c:pt idx="514">
                  <c:v>0.13221284373699</c:v>
                </c:pt>
                <c:pt idx="515">
                  <c:v>0.13218258328721</c:v>
                </c:pt>
                <c:pt idx="516">
                  <c:v>0.13213410640411</c:v>
                </c:pt>
                <c:pt idx="517">
                  <c:v>0.13206745317165</c:v>
                </c:pt>
                <c:pt idx="518">
                  <c:v>0.13198267863124</c:v>
                </c:pt>
                <c:pt idx="519">
                  <c:v>0.13187985266825</c:v>
                </c:pt>
                <c:pt idx="520">
                  <c:v>0.13175905986834</c:v>
                </c:pt>
                <c:pt idx="521">
                  <c:v>0.13162039934407</c:v>
                </c:pt>
                <c:pt idx="522">
                  <c:v>0.1314639845325</c:v>
                </c:pt>
                <c:pt idx="523">
                  <c:v>0.13128994296449</c:v>
                </c:pt>
                <c:pt idx="524">
                  <c:v>0.13109841600668</c:v>
                </c:pt>
                <c:pt idx="525">
                  <c:v>0.13088955857698</c:v>
                </c:pt>
                <c:pt idx="526">
                  <c:v>0.13066353883474</c:v>
                </c:pt>
                <c:pt idx="527">
                  <c:v>0.13042053784668</c:v>
                </c:pt>
                <c:pt idx="528">
                  <c:v>0.13016074922981</c:v>
                </c:pt>
                <c:pt idx="529">
                  <c:v>0.1298843787727</c:v>
                </c:pt>
                <c:pt idx="530">
                  <c:v>0.12959164403633</c:v>
                </c:pt>
                <c:pt idx="531">
                  <c:v>0.12928277393607</c:v>
                </c:pt>
                <c:pt idx="532">
                  <c:v>0.12895800830612</c:v>
                </c:pt>
                <c:pt idx="533">
                  <c:v>0.12861759744806</c:v>
                </c:pt>
                <c:pt idx="534">
                  <c:v>0.12826180166486</c:v>
                </c:pt>
                <c:pt idx="535">
                  <c:v>0.12789089078214</c:v>
                </c:pt>
                <c:pt idx="536">
                  <c:v>0.12750514365798</c:v>
                </c:pt>
                <c:pt idx="537">
                  <c:v>0.12710484768315</c:v>
                </c:pt>
                <c:pt idx="538">
                  <c:v>0.12669029827306</c:v>
                </c:pt>
                <c:pt idx="539">
                  <c:v>0.12626179835327</c:v>
                </c:pt>
                <c:pt idx="540">
                  <c:v>0.12581965783993</c:v>
                </c:pt>
                <c:pt idx="541">
                  <c:v>0.1253641931168</c:v>
                </c:pt>
                <c:pt idx="542">
                  <c:v>0.12489572651024</c:v>
                </c:pt>
                <c:pt idx="543">
                  <c:v>0.12441458576389</c:v>
                </c:pt>
                <c:pt idx="544">
                  <c:v>0.12392110351414</c:v>
                </c:pt>
                <c:pt idx="545">
                  <c:v>0.12341561676808</c:v>
                </c:pt>
                <c:pt idx="546">
                  <c:v>0.12289846638517</c:v>
                </c:pt>
                <c:pt idx="547">
                  <c:v>0.1223699965638</c:v>
                </c:pt>
                <c:pt idx="548">
                  <c:v>0.12183055433422</c:v>
                </c:pt>
                <c:pt idx="549">
                  <c:v>0.12128048905873</c:v>
                </c:pt>
                <c:pt idx="550">
                  <c:v>0.12072015194048</c:v>
                </c:pt>
                <c:pt idx="551">
                  <c:v>0.12014989554175</c:v>
                </c:pt>
                <c:pt idx="552">
                  <c:v>0.11957007331273</c:v>
                </c:pt>
                <c:pt idx="553">
                  <c:v>0.11898103913172</c:v>
                </c:pt>
                <c:pt idx="554">
                  <c:v>0.11838314685752</c:v>
                </c:pt>
                <c:pt idx="555">
                  <c:v>0.11777674989482</c:v>
                </c:pt>
                <c:pt idx="556">
                  <c:v>0.11716220077319</c:v>
                </c:pt>
                <c:pt idx="557">
                  <c:v>0.11653985074038</c:v>
                </c:pt>
                <c:pt idx="558">
                  <c:v>0.11591004937029</c:v>
                </c:pt>
                <c:pt idx="559">
                  <c:v>0.11527314418633</c:v>
                </c:pt>
                <c:pt idx="560">
                  <c:v>0.11462948030024</c:v>
                </c:pt>
                <c:pt idx="561">
                  <c:v>0.113979400067</c:v>
                </c:pt>
                <c:pt idx="562">
                  <c:v>0.11332324275582</c:v>
                </c:pt>
                <c:pt idx="563">
                  <c:v>0.11266134423763</c:v>
                </c:pt>
                <c:pt idx="564">
                  <c:v>0.11199403668903</c:v>
                </c:pt>
                <c:pt idx="565">
                  <c:v>0.1113216483128</c:v>
                </c:pt>
                <c:pt idx="566">
                  <c:v>0.11064450307512</c:v>
                </c:pt>
                <c:pt idx="567">
                  <c:v>0.10996292045918</c:v>
                </c:pt>
                <c:pt idx="568">
                  <c:v>0.10927721523548</c:v>
                </c:pt>
                <c:pt idx="569">
                  <c:v>0.10858769724818</c:v>
                </c:pt>
                <c:pt idx="570">
                  <c:v>0.10789467121788</c:v>
                </c:pt>
                <c:pt idx="571">
                  <c:v>0.10719843656004</c:v>
                </c:pt>
                <c:pt idx="572">
                  <c:v>0.10649928721926</c:v>
                </c:pt>
                <c:pt idx="573">
                  <c:v>0.10579751151878</c:v>
                </c:pt>
                <c:pt idx="574">
                  <c:v>0.10509339202504</c:v>
                </c:pt>
                <c:pt idx="575">
                  <c:v>0.10438720542687</c:v>
                </c:pt>
                <c:pt idx="576">
                  <c:v>0.10367922242894</c:v>
                </c:pt>
                <c:pt idx="577">
                  <c:v>0.10296970765913</c:v>
                </c:pt>
                <c:pt idx="578">
                  <c:v>0.1022589195892</c:v>
                </c:pt>
                <c:pt idx="579">
                  <c:v>0.10154711046854</c:v>
                </c:pt>
                <c:pt idx="580">
                  <c:v>0.10083452627039</c:v>
                </c:pt>
                <c:pt idx="581">
                  <c:v>0.10012140665007</c:v>
                </c:pt>
                <c:pt idx="582">
                  <c:v>0.099407984914841</c:v>
                </c:pt>
                <c:pt idx="583">
                  <c:v>0.098694488004746</c:v>
                </c:pt>
                <c:pt idx="584">
                  <c:v>0.097981136484082</c:v>
                </c:pt>
                <c:pt idx="585">
                  <c:v>0.097268144542916</c:v>
                </c:pt>
                <c:pt idx="586">
                  <c:v>0.096555720008178</c:v>
                </c:pt>
                <c:pt idx="587">
                  <c:v>0.095844064363834</c:v>
                </c:pt>
                <c:pt idx="588">
                  <c:v>0.095133372779642</c:v>
                </c:pt>
                <c:pt idx="589">
                  <c:v>0.094423834147996</c:v>
                </c:pt>
                <c:pt idx="590">
                  <c:v>0.093715631128387</c:v>
                </c:pt>
                <c:pt idx="591">
                  <c:v>0.093008940198982</c:v>
                </c:pt>
                <c:pt idx="592">
                  <c:v>0.09230393171488</c:v>
                </c:pt>
                <c:pt idx="593">
                  <c:v>0.09160076997257</c:v>
                </c:pt>
                <c:pt idx="594">
                  <c:v>0.090899613280134</c:v>
                </c:pt>
                <c:pt idx="595">
                  <c:v>0.090200614032782</c:v>
                </c:pt>
                <c:pt idx="596">
                  <c:v>0.089503918793274</c:v>
                </c:pt>
                <c:pt idx="597">
                  <c:v>0.088809668376824</c:v>
                </c:pt>
                <c:pt idx="598">
                  <c:v>0.088117997940083</c:v>
                </c:pt>
                <c:pt idx="599">
                  <c:v>0.087429037073821</c:v>
                </c:pt>
                <c:pt idx="600">
                  <c:v>0.086742909898925</c:v>
                </c:pt>
                <c:pt idx="601">
                  <c:v>0.086059735165371</c:v>
                </c:pt>
                <c:pt idx="602">
                  <c:v>0.085379626353804</c:v>
                </c:pt>
                <c:pt idx="603">
                  <c:v>0.084702691779426</c:v>
                </c:pt>
                <c:pt idx="604">
                  <c:v>0.084029034697845</c:v>
                </c:pt>
                <c:pt idx="605">
                  <c:v>0.083358753412609</c:v>
                </c:pt>
                <c:pt idx="606">
                  <c:v>0.082691941384133</c:v>
                </c:pt>
                <c:pt idx="607">
                  <c:v>0.082028687339738</c:v>
                </c:pt>
                <c:pt idx="608">
                  <c:v>0.081369075384559</c:v>
                </c:pt>
                <c:pt idx="609">
                  <c:v>0.080713185113063</c:v>
                </c:pt>
                <c:pt idx="610">
                  <c:v>0.080061091720971</c:v>
                </c:pt>
                <c:pt idx="611">
                  <c:v>0.079412866117337</c:v>
                </c:pt>
                <c:pt idx="612">
                  <c:v>0.078768575036602</c:v>
                </c:pt>
                <c:pt idx="613">
                  <c:v>0.078128281150434</c:v>
                </c:pt>
                <c:pt idx="614">
                  <c:v>0.077492043179164</c:v>
                </c:pt>
                <c:pt idx="615">
                  <c:v>0.076859916002652</c:v>
                </c:pt>
                <c:pt idx="616">
                  <c:v>0.076231950770448</c:v>
                </c:pt>
                <c:pt idx="617">
                  <c:v>0.075608195011084</c:v>
                </c:pt>
                <c:pt idx="618">
                  <c:v>0.074988692740375</c:v>
                </c:pt>
                <c:pt idx="619">
                  <c:v>0.074373484568605</c:v>
                </c:pt>
                <c:pt idx="620">
                  <c:v>0.073762607806492</c:v>
                </c:pt>
                <c:pt idx="621">
                  <c:v>0.073156096569826</c:v>
                </c:pt>
                <c:pt idx="622">
                  <c:v>0.072553981882683</c:v>
                </c:pt>
                <c:pt idx="623">
                  <c:v>0.071956291779144</c:v>
                </c:pt>
                <c:pt idx="624">
                  <c:v>0.071363051403439</c:v>
                </c:pt>
                <c:pt idx="625">
                  <c:v>0.070774283108437</c:v>
                </c:pt>
                <c:pt idx="626">
                  <c:v>0.070190006552446</c:v>
                </c:pt>
                <c:pt idx="627">
                  <c:v>0.069610238794252</c:v>
                </c:pt>
                <c:pt idx="628">
                  <c:v>0.06903499438636</c:v>
                </c:pt>
                <c:pt idx="629">
                  <c:v>0.068464285466397</c:v>
                </c:pt>
                <c:pt idx="630">
                  <c:v>0.067898121846647</c:v>
                </c:pt>
                <c:pt idx="631">
                  <c:v>0.067336511101683</c:v>
                </c:pt>
                <c:pt idx="632">
                  <c:v>0.066779458654091</c:v>
                </c:pt>
                <c:pt idx="633">
                  <c:v>0.066226967858249</c:v>
                </c:pt>
                <c:pt idx="634">
                  <c:v>0.065679040082168</c:v>
                </c:pt>
                <c:pt idx="635">
                  <c:v>0.065135674787375</c:v>
                </c:pt>
                <c:pt idx="636">
                  <c:v>0.064596869606844</c:v>
                </c:pt>
                <c:pt idx="637">
                  <c:v>0.064062620420974</c:v>
                </c:pt>
                <c:pt idx="638">
                  <c:v>0.063532921431611</c:v>
                </c:pt>
                <c:pt idx="639">
                  <c:v>0.063007765234132</c:v>
                </c:pt>
                <c:pt idx="640">
                  <c:v>0.062487142887599</c:v>
                </c:pt>
                <c:pt idx="641">
                  <c:v>0.061971043982994</c:v>
                </c:pt>
                <c:pt idx="642">
                  <c:v>0.061459456709551</c:v>
                </c:pt>
                <c:pt idx="643">
                  <c:v>0.060952367919208</c:v>
                </c:pt>
                <c:pt idx="644">
                  <c:v>0.0604497631892</c:v>
                </c:pt>
                <c:pt idx="645">
                  <c:v>0.059951626882802</c:v>
                </c:pt>
                <c:pt idx="646">
                  <c:v>0.059457942208272</c:v>
                </c:pt>
                <c:pt idx="647">
                  <c:v>0.058968691275993</c:v>
                </c:pt>
                <c:pt idx="648">
                  <c:v>0.058483855153865</c:v>
                </c:pt>
                <c:pt idx="649">
                  <c:v>0.058003413920949</c:v>
                </c:pt>
                <c:pt idx="650">
                  <c:v>0.057527346719426</c:v>
                </c:pt>
                <c:pt idx="651">
                  <c:v>0.057055631804869</c:v>
                </c:pt>
                <c:pt idx="652">
                  <c:v>0.056588246594882</c:v>
                </c:pt>
                <c:pt idx="653">
                  <c:v>0.056125167716127</c:v>
                </c:pt>
                <c:pt idx="654">
                  <c:v>0.055666371049778</c:v>
                </c:pt>
                <c:pt idx="655">
                  <c:v>0.055211831775425</c:v>
                </c:pt>
                <c:pt idx="656">
                  <c:v>0.054761524413481</c:v>
                </c:pt>
                <c:pt idx="657">
                  <c:v>0.054315422866099</c:v>
                </c:pt>
                <c:pt idx="658">
                  <c:v>0.053873500456657</c:v>
                </c:pt>
                <c:pt idx="659">
                  <c:v>0.053435729967834</c:v>
                </c:pt>
                <c:pt idx="660">
                  <c:v>0.05300208367831</c:v>
                </c:pt>
                <c:pt idx="661">
                  <c:v>0.052572533398124</c:v>
                </c:pt>
                <c:pt idx="662">
                  <c:v>0.052147050502737</c:v>
                </c:pt>
                <c:pt idx="663">
                  <c:v>0.05172560596581</c:v>
                </c:pt>
                <c:pt idx="664">
                  <c:v>0.051308170390754</c:v>
                </c:pt>
                <c:pt idx="665">
                  <c:v>0.05089471404107</c:v>
                </c:pt>
                <c:pt idx="666">
                  <c:v>0.050485206869515</c:v>
                </c:pt>
                <c:pt idx="667">
                  <c:v>0.050079618546135</c:v>
                </c:pt>
                <c:pt idx="668">
                  <c:v>0.049677918485187</c:v>
                </c:pt>
                <c:pt idx="669">
                  <c:v>0.049280075870985</c:v>
                </c:pt>
                <c:pt idx="670">
                  <c:v>0.0488860596827</c:v>
                </c:pt>
                <c:pt idx="671">
                  <c:v>0.048495838718155</c:v>
                </c:pt>
                <c:pt idx="672">
                  <c:v>0.048109381616627</c:v>
                </c:pt>
                <c:pt idx="673">
                  <c:v>0.047726656880701</c:v>
                </c:pt>
                <c:pt idx="674">
                  <c:v>0.047347632897203</c:v>
                </c:pt>
                <c:pt idx="675">
                  <c:v>0.04697227795723</c:v>
                </c:pt>
                <c:pt idx="676">
                  <c:v>0.046600560275322</c:v>
                </c:pt>
                <c:pt idx="677">
                  <c:v>0.046232448007787</c:v>
                </c:pt>
                <c:pt idx="678">
                  <c:v>0.045867909270222</c:v>
                </c:pt>
                <c:pt idx="679">
                  <c:v>0.045506912154239</c:v>
                </c:pt>
                <c:pt idx="680">
                  <c:v>0.045149424743442</c:v>
                </c:pt>
                <c:pt idx="681">
                  <c:v>0.044795415128656</c:v>
                </c:pt>
                <c:pt idx="682">
                  <c:v>0.044444851422462</c:v>
                </c:pt>
                <c:pt idx="683">
                  <c:v>0.044097701773033</c:v>
                </c:pt>
                <c:pt idx="684">
                  <c:v>0.04375393437731</c:v>
                </c:pt>
                <c:pt idx="685">
                  <c:v>0.043413517493551</c:v>
                </c:pt>
                <c:pt idx="686">
                  <c:v>0.043076419453242</c:v>
                </c:pt>
                <c:pt idx="687">
                  <c:v>0.042742608672431</c:v>
                </c:pt>
                <c:pt idx="688">
                  <c:v>0.042412053662478</c:v>
                </c:pt>
                <c:pt idx="689">
                  <c:v>0.042084723040255</c:v>
                </c:pt>
                <c:pt idx="690">
                  <c:v>0.04176058553781</c:v>
                </c:pt>
                <c:pt idx="691">
                  <c:v>0.041439610011517</c:v>
                </c:pt>
                <c:pt idx="692">
                  <c:v>0.041121765450737</c:v>
                </c:pt>
                <c:pt idx="693">
                  <c:v>0.040807020985991</c:v>
                </c:pt>
                <c:pt idx="694">
                  <c:v>0.040495345896682</c:v>
                </c:pt>
                <c:pt idx="695">
                  <c:v>0.040186709618374</c:v>
                </c:pt>
                <c:pt idx="696">
                  <c:v>0.039881081749642</c:v>
                </c:pt>
                <c:pt idx="697">
                  <c:v>0.039578432058517</c:v>
                </c:pt>
                <c:pt idx="698">
                  <c:v>0.03927873048854</c:v>
                </c:pt>
                <c:pt idx="699">
                  <c:v>0.038981947164431</c:v>
                </c:pt>
                <c:pt idx="700">
                  <c:v>0.0386880523974</c:v>
                </c:pt>
                <c:pt idx="701">
                  <c:v>0.03839701669011</c:v>
                </c:pt>
                <c:pt idx="702">
                  <c:v>0.038108810741301</c:v>
                </c:pt>
                <c:pt idx="703">
                  <c:v>0.037823405450101</c:v>
                </c:pt>
                <c:pt idx="704">
                  <c:v>0.037540771920017</c:v>
                </c:pt>
                <c:pt idx="705">
                  <c:v>0.037260881462639</c:v>
                </c:pt>
                <c:pt idx="706">
                  <c:v>0.03698370560106</c:v>
                </c:pt>
                <c:pt idx="707">
                  <c:v>0.036709216073019</c:v>
                </c:pt>
                <c:pt idx="708">
                  <c:v>0.036437384833785</c:v>
                </c:pt>
                <c:pt idx="709">
                  <c:v>0.0361681840588</c:v>
                </c:pt>
                <c:pt idx="710">
                  <c:v>0.03590158614607</c:v>
                </c:pt>
                <c:pt idx="711">
                  <c:v>0.035637563718334</c:v>
                </c:pt>
                <c:pt idx="712">
                  <c:v>0.035376089625016</c:v>
                </c:pt>
                <c:pt idx="713">
                  <c:v>0.035117136943968</c:v>
                </c:pt>
                <c:pt idx="714">
                  <c:v>0.034860678983002</c:v>
                </c:pt>
                <c:pt idx="715">
                  <c:v>0.034606689281248</c:v>
                </c:pt>
                <c:pt idx="716">
                  <c:v>0.034355141610318</c:v>
                </c:pt>
                <c:pt idx="717">
                  <c:v>0.034106009975297</c:v>
                </c:pt>
                <c:pt idx="718">
                  <c:v>0.033859268615569</c:v>
                </c:pt>
                <c:pt idx="719">
                  <c:v>0.033614892005489</c:v>
                </c:pt>
                <c:pt idx="720">
                  <c:v>0.033372854854893</c:v>
                </c:pt>
                <c:pt idx="721">
                  <c:v>0.033133132109475</c:v>
                </c:pt>
                <c:pt idx="722">
                  <c:v>0.032895698951018</c:v>
                </c:pt>
                <c:pt idx="723">
                  <c:v>0.032660530797502</c:v>
                </c:pt>
                <c:pt idx="724">
                  <c:v>0.032427603303079</c:v>
                </c:pt>
                <c:pt idx="725">
                  <c:v>0.032196892357938</c:v>
                </c:pt>
                <c:pt idx="726">
                  <c:v>0.031968374088054</c:v>
                </c:pt>
                <c:pt idx="727">
                  <c:v>0.031742024854827</c:v>
                </c:pt>
                <c:pt idx="728">
                  <c:v>0.03151782125463</c:v>
                </c:pt>
                <c:pt idx="729">
                  <c:v>0.031295740118245</c:v>
                </c:pt>
                <c:pt idx="730">
                  <c:v>0.031075758510226</c:v>
                </c:pt>
                <c:pt idx="731">
                  <c:v>0.030857853728161</c:v>
                </c:pt>
                <c:pt idx="732">
                  <c:v>0.030642003301862</c:v>
                </c:pt>
                <c:pt idx="733">
                  <c:v>0.030428184992475</c:v>
                </c:pt>
                <c:pt idx="734">
                  <c:v>0.030216376791515</c:v>
                </c:pt>
                <c:pt idx="735">
                  <c:v>0.030006556919834</c:v>
                </c:pt>
                <c:pt idx="736">
                  <c:v>0.029798703826529</c:v>
                </c:pt>
                <c:pt idx="737">
                  <c:v>0.02959279618778</c:v>
                </c:pt>
                <c:pt idx="738">
                  <c:v>0.029388812905638</c:v>
                </c:pt>
                <c:pt idx="739">
                  <c:v>0.029186733106758</c:v>
                </c:pt>
                <c:pt idx="740">
                  <c:v>0.02898653614108</c:v>
                </c:pt>
                <c:pt idx="741">
                  <c:v>0.028788201580461</c:v>
                </c:pt>
                <c:pt idx="742">
                  <c:v>0.028591709217271</c:v>
                </c:pt>
                <c:pt idx="743">
                  <c:v>0.028397039062937</c:v>
                </c:pt>
                <c:pt idx="744">
                  <c:v>0.028204171346458</c:v>
                </c:pt>
                <c:pt idx="745">
                  <c:v>0.028013086512878</c:v>
                </c:pt>
                <c:pt idx="746">
                  <c:v>0.02782376522173</c:v>
                </c:pt>
                <c:pt idx="747">
                  <c:v>0.027636188345446</c:v>
                </c:pt>
                <c:pt idx="748">
                  <c:v>0.027450336967747</c:v>
                </c:pt>
                <c:pt idx="749">
                  <c:v>0.027266192381993</c:v>
                </c:pt>
                <c:pt idx="750">
                  <c:v>0.027083736089521</c:v>
                </c:pt>
                <c:pt idx="751">
                  <c:v>0.026902949797961</c:v>
                </c:pt>
                <c:pt idx="752">
                  <c:v>0.026723815419523</c:v>
                </c:pt>
                <c:pt idx="753">
                  <c:v>0.026546315069277</c:v>
                </c:pt>
                <c:pt idx="754">
                  <c:v>0.026370431063411</c:v>
                </c:pt>
                <c:pt idx="755">
                  <c:v>0.026196145917475</c:v>
                </c:pt>
                <c:pt idx="756">
                  <c:v>0.026023442344617</c:v>
                </c:pt>
                <c:pt idx="757">
                  <c:v>0.025852303253801</c:v>
                </c:pt>
                <c:pt idx="758">
                  <c:v>0.025682711748022</c:v>
                </c:pt>
                <c:pt idx="759">
                  <c:v>0.025514651122509</c:v>
                </c:pt>
                <c:pt idx="760">
                  <c:v>0.025348104862923</c:v>
                </c:pt>
                <c:pt idx="761">
                  <c:v>0.025183056643549</c:v>
                </c:pt>
                <c:pt idx="762">
                  <c:v>0.025019490325483</c:v>
                </c:pt>
                <c:pt idx="763">
                  <c:v>0.024857389954818</c:v>
                </c:pt>
                <c:pt idx="764">
                  <c:v>0.024696739760829</c:v>
                </c:pt>
                <c:pt idx="765">
                  <c:v>0.024537524154152</c:v>
                </c:pt>
                <c:pt idx="766">
                  <c:v>0.024379727724967</c:v>
                </c:pt>
                <c:pt idx="767">
                  <c:v>0.024223335241184</c:v>
                </c:pt>
                <c:pt idx="768">
                  <c:v>0.024068331646626</c:v>
                </c:pt>
                <c:pt idx="769">
                  <c:v>0.023914702059221</c:v>
                </c:pt>
                <c:pt idx="770">
                  <c:v>0.02376243176919</c:v>
                </c:pt>
                <c:pt idx="771">
                  <c:v>0.023611506237248</c:v>
                </c:pt>
                <c:pt idx="772">
                  <c:v>0.023461911092804</c:v>
                </c:pt>
                <c:pt idx="773">
                  <c:v>0.023313632132168</c:v>
                </c:pt>
                <c:pt idx="774">
                  <c:v>0.023166655316769</c:v>
                </c:pt>
                <c:pt idx="775">
                  <c:v>0.023020966771374</c:v>
                </c:pt>
                <c:pt idx="776">
                  <c:v>0.02287655278232</c:v>
                </c:pt>
                <c:pt idx="777">
                  <c:v>0.022733399795748</c:v>
                </c:pt>
                <c:pt idx="778">
                  <c:v>0.022591494415854</c:v>
                </c:pt>
                <c:pt idx="779">
                  <c:v>0.022450823403144</c:v>
                </c:pt>
                <c:pt idx="780">
                  <c:v>0.022311373672698</c:v>
                </c:pt>
                <c:pt idx="781">
                  <c:v>0.022173132292448</c:v>
                </c:pt>
                <c:pt idx="782">
                  <c:v>0.022036086481463</c:v>
                </c:pt>
                <c:pt idx="783">
                  <c:v>0.021900223608249</c:v>
                </c:pt>
                <c:pt idx="784">
                  <c:v>0.021765531189056</c:v>
                </c:pt>
                <c:pt idx="785">
                  <c:v>0.021631996886198</c:v>
                </c:pt>
                <c:pt idx="786">
                  <c:v>0.021499608506388</c:v>
                </c:pt>
                <c:pt idx="787">
                  <c:v>0.02136835399908</c:v>
                </c:pt>
                <c:pt idx="788">
                  <c:v>0.021238221454828</c:v>
                </c:pt>
                <c:pt idx="789">
                  <c:v>0.021109199103655</c:v>
                </c:pt>
                <c:pt idx="790">
                  <c:v>0.020981275313435</c:v>
                </c:pt>
                <c:pt idx="791">
                  <c:v>0.020854438588292</c:v>
                </c:pt>
                <c:pt idx="792">
                  <c:v>0.020728677567003</c:v>
                </c:pt>
                <c:pt idx="793">
                  <c:v>0.020603981021427</c:v>
                </c:pt>
                <c:pt idx="794">
                  <c:v>0.02048033785494</c:v>
                </c:pt>
                <c:pt idx="795">
                  <c:v>0.02035773710088</c:v>
                </c:pt>
                <c:pt idx="796">
                  <c:v>0.020236167921017</c:v>
                </c:pt>
                <c:pt idx="797">
                  <c:v>0.020115619604027</c:v>
                </c:pt>
                <c:pt idx="798">
                  <c:v>0.019996081563986</c:v>
                </c:pt>
                <c:pt idx="799">
                  <c:v>0.019877543338874</c:v>
                </c:pt>
                <c:pt idx="800">
                  <c:v>0.019759994589097</c:v>
                </c:pt>
                <c:pt idx="801">
                  <c:v>0.019643425096019</c:v>
                </c:pt>
                <c:pt idx="802">
                  <c:v>0.019527824760515</c:v>
                </c:pt>
                <c:pt idx="803">
                  <c:v>0.019413183601529</c:v>
                </c:pt>
                <c:pt idx="804">
                  <c:v>0.019299491754655</c:v>
                </c:pt>
                <c:pt idx="805">
                  <c:v>0.019186739470728</c:v>
                </c:pt>
                <c:pt idx="806">
                  <c:v>0.01907491711443</c:v>
                </c:pt>
                <c:pt idx="807">
                  <c:v>0.018964015162909</c:v>
                </c:pt>
                <c:pt idx="808">
                  <c:v>0.018854024204419</c:v>
                </c:pt>
                <c:pt idx="809">
                  <c:v>0.018744934936964</c:v>
                </c:pt>
                <c:pt idx="810">
                  <c:v>0.018636738166963</c:v>
                </c:pt>
                <c:pt idx="811">
                  <c:v>0.018529424807932</c:v>
                </c:pt>
                <c:pt idx="812">
                  <c:v>0.01842298587917</c:v>
                </c:pt>
                <c:pt idx="813">
                  <c:v>0.018317412504471</c:v>
                </c:pt>
                <c:pt idx="814">
                  <c:v>0.018212695910843</c:v>
                </c:pt>
                <c:pt idx="815">
                  <c:v>0.018108827427241</c:v>
                </c:pt>
                <c:pt idx="816">
                  <c:v>0.018005798483318</c:v>
                </c:pt>
                <c:pt idx="817">
                  <c:v>0.017903600608189</c:v>
                </c:pt>
                <c:pt idx="818">
                  <c:v>0.017802225429207</c:v>
                </c:pt>
                <c:pt idx="819">
                  <c:v>0.017701664670751</c:v>
                </c:pt>
                <c:pt idx="820">
                  <c:v>0.017601910153035</c:v>
                </c:pt>
                <c:pt idx="821">
                  <c:v>0.017502953790924</c:v>
                </c:pt>
                <c:pt idx="822">
                  <c:v>0.017404787592768</c:v>
                </c:pt>
                <c:pt idx="823">
                  <c:v>0.017307403659245</c:v>
                </c:pt>
                <c:pt idx="824">
                  <c:v>0.017210794182221</c:v>
                </c:pt>
                <c:pt idx="825">
                  <c:v>0.017114951443624</c:v>
                </c:pt>
                <c:pt idx="826">
                  <c:v>0.017019867814327</c:v>
                </c:pt>
                <c:pt idx="827">
                  <c:v>0.01692553575305</c:v>
                </c:pt>
                <c:pt idx="828">
                  <c:v>0.016831947805268</c:v>
                </c:pt>
                <c:pt idx="829">
                  <c:v>0.01673909660214</c:v>
                </c:pt>
                <c:pt idx="830">
                  <c:v>0.016646974859447</c:v>
                </c:pt>
                <c:pt idx="831">
                  <c:v>0.016555575376535</c:v>
                </c:pt>
                <c:pt idx="832">
                  <c:v>0.016464891035291</c:v>
                </c:pt>
                <c:pt idx="833">
                  <c:v>0.016374914799107</c:v>
                </c:pt>
                <c:pt idx="834">
                  <c:v>0.016285639711875</c:v>
                </c:pt>
                <c:pt idx="835">
                  <c:v>0.016197058896986</c:v>
                </c:pt>
                <c:pt idx="836">
                  <c:v>0.016109165556343</c:v>
                </c:pt>
                <c:pt idx="837">
                  <c:v>0.016021952969384</c:v>
                </c:pt>
                <c:pt idx="838">
                  <c:v>0.015935414492123</c:v>
                </c:pt>
                <c:pt idx="839">
                  <c:v>0.015849543556196</c:v>
                </c:pt>
                <c:pt idx="840">
                  <c:v>0.015764333667921</c:v>
                </c:pt>
                <c:pt idx="841">
                  <c:v>0.015679778407373</c:v>
                </c:pt>
                <c:pt idx="842">
                  <c:v>0.015595871427467</c:v>
                </c:pt>
                <c:pt idx="843">
                  <c:v>0.015512606453051</c:v>
                </c:pt>
                <c:pt idx="844">
                  <c:v>0.015429977280017</c:v>
                </c:pt>
                <c:pt idx="845">
                  <c:v>0.015347977774413</c:v>
                </c:pt>
                <c:pt idx="846">
                  <c:v>0.015266601871579</c:v>
                </c:pt>
                <c:pt idx="847">
                  <c:v>0.01518584357528</c:v>
                </c:pt>
                <c:pt idx="848">
                  <c:v>0.01510569695686</c:v>
                </c:pt>
                <c:pt idx="849">
                  <c:v>0.015026156154406</c:v>
                </c:pt>
                <c:pt idx="850">
                  <c:v>0.014947215371913</c:v>
                </c:pt>
                <c:pt idx="851">
                  <c:v>0.014868868878475</c:v>
                </c:pt>
                <c:pt idx="852">
                  <c:v>0.01479111100747</c:v>
                </c:pt>
                <c:pt idx="853">
                  <c:v>0.014713936155769</c:v>
                </c:pt>
                <c:pt idx="854">
                  <c:v>0.014637338782948</c:v>
                </c:pt>
                <c:pt idx="855">
                  <c:v>0.014561313410508</c:v>
                </c:pt>
                <c:pt idx="856">
                  <c:v>0.014485854621113</c:v>
                </c:pt>
                <c:pt idx="857">
                  <c:v>0.01441095705783</c:v>
                </c:pt>
                <c:pt idx="858">
                  <c:v>0.014336615423384</c:v>
                </c:pt>
                <c:pt idx="859">
                  <c:v>0.014262824479419</c:v>
                </c:pt>
                <c:pt idx="860">
                  <c:v>0.014189579045768</c:v>
                </c:pt>
                <c:pt idx="861">
                  <c:v>0.01411687399974</c:v>
                </c:pt>
                <c:pt idx="862">
                  <c:v>0.014044704275403</c:v>
                </c:pt>
                <c:pt idx="863">
                  <c:v>0.013973064862891</c:v>
                </c:pt>
                <c:pt idx="864">
                  <c:v>0.013901950807708</c:v>
                </c:pt>
                <c:pt idx="865">
                  <c:v>0.013831357210044</c:v>
                </c:pt>
                <c:pt idx="866">
                  <c:v>0.013761279224107</c:v>
                </c:pt>
                <c:pt idx="867">
                  <c:v>0.013691712057456</c:v>
                </c:pt>
                <c:pt idx="868">
                  <c:v>0.01362265097034</c:v>
                </c:pt>
                <c:pt idx="869">
                  <c:v>0.013554091275057</c:v>
                </c:pt>
                <c:pt idx="870">
                  <c:v>0.013486028335311</c:v>
                </c:pt>
                <c:pt idx="871">
                  <c:v>0.01341845756558</c:v>
                </c:pt>
                <c:pt idx="872">
                  <c:v>0.013351374430497</c:v>
                </c:pt>
                <c:pt idx="873">
                  <c:v>0.013284774444229</c:v>
                </c:pt>
                <c:pt idx="874">
                  <c:v>0.013218653169878</c:v>
                </c:pt>
                <c:pt idx="875">
                  <c:v>0.013153006218875</c:v>
                </c:pt>
                <c:pt idx="876">
                  <c:v>0.013087829250391</c:v>
                </c:pt>
                <c:pt idx="877">
                  <c:v>0.013023117970755</c:v>
                </c:pt>
                <c:pt idx="878">
                  <c:v>0.012958868132876</c:v>
                </c:pt>
                <c:pt idx="879">
                  <c:v>0.012895075535677</c:v>
                </c:pt>
                <c:pt idx="880">
                  <c:v>0.012831736023531</c:v>
                </c:pt>
                <c:pt idx="881">
                  <c:v>0.012768845485709</c:v>
                </c:pt>
                <c:pt idx="882">
                  <c:v>0.012706399855833</c:v>
                </c:pt>
                <c:pt idx="883">
                  <c:v>0.012644395111335</c:v>
                </c:pt>
                <c:pt idx="884">
                  <c:v>0.012582827272928</c:v>
                </c:pt>
                <c:pt idx="885">
                  <c:v>0.012521692404078</c:v>
                </c:pt>
                <c:pt idx="886">
                  <c:v>0.012460986610486</c:v>
                </c:pt>
                <c:pt idx="887">
                  <c:v>0.012400706039575</c:v>
                </c:pt>
                <c:pt idx="888">
                  <c:v>0.012340846879987</c:v>
                </c:pt>
                <c:pt idx="889">
                  <c:v>0.012281405361081</c:v>
                </c:pt>
                <c:pt idx="890">
                  <c:v>0.012222377752444</c:v>
                </c:pt>
                <c:pt idx="891">
                  <c:v>0.012163760363406</c:v>
                </c:pt>
                <c:pt idx="892">
                  <c:v>0.012105549542554</c:v>
                </c:pt>
                <c:pt idx="893">
                  <c:v>0.012047741677268</c:v>
                </c:pt>
                <c:pt idx="894">
                  <c:v>0.011990333193245</c:v>
                </c:pt>
                <c:pt idx="895">
                  <c:v>0.011933320554046</c:v>
                </c:pt>
                <c:pt idx="896">
                  <c:v>0.011876700260636</c:v>
                </c:pt>
                <c:pt idx="897">
                  <c:v>0.011820468850934</c:v>
                </c:pt>
                <c:pt idx="898">
                  <c:v>0.011764622899375</c:v>
                </c:pt>
                <c:pt idx="899">
                  <c:v>0.011709159016468</c:v>
                </c:pt>
                <c:pt idx="900">
                  <c:v>0.011654073848367</c:v>
                </c:pt>
                <c:pt idx="901">
                  <c:v>0.011599364076441</c:v>
                </c:pt>
                <c:pt idx="902">
                  <c:v>0.011545026416858</c:v>
                </c:pt>
                <c:pt idx="903">
                  <c:v>0.011491057620167</c:v>
                </c:pt>
                <c:pt idx="904">
                  <c:v>0.011437454470889</c:v>
                </c:pt>
                <c:pt idx="905">
                  <c:v>0.011384213787113</c:v>
                </c:pt>
                <c:pt idx="906">
                  <c:v>0.011331332420094</c:v>
                </c:pt>
                <c:pt idx="907">
                  <c:v>0.011278807253864</c:v>
                </c:pt>
                <c:pt idx="908">
                  <c:v>0.011226635204839</c:v>
                </c:pt>
                <c:pt idx="909">
                  <c:v>0.011174813221435</c:v>
                </c:pt>
                <c:pt idx="910">
                  <c:v>0.011123338283691</c:v>
                </c:pt>
                <c:pt idx="911">
                  <c:v>0.011072207402896</c:v>
                </c:pt>
                <c:pt idx="912">
                  <c:v>0.011021417621216</c:v>
                </c:pt>
                <c:pt idx="913">
                  <c:v>0.010970966011331</c:v>
                </c:pt>
                <c:pt idx="914">
                  <c:v>0.010920849676079</c:v>
                </c:pt>
                <c:pt idx="915">
                  <c:v>0.010871065748094</c:v>
                </c:pt>
                <c:pt idx="916">
                  <c:v>0.010821611389462</c:v>
                </c:pt>
                <c:pt idx="917">
                  <c:v>0.01077248379137</c:v>
                </c:pt>
                <c:pt idx="918">
                  <c:v>0.01072368017377</c:v>
                </c:pt>
                <c:pt idx="919">
                  <c:v>0.010675197785035</c:v>
                </c:pt>
                <c:pt idx="920">
                  <c:v>0.010627033901633</c:v>
                </c:pt>
                <c:pt idx="921">
                  <c:v>0.010579185827792</c:v>
                </c:pt>
                <c:pt idx="922">
                  <c:v>0.010531650895183</c:v>
                </c:pt>
                <c:pt idx="923">
                  <c:v>0.010484426462592</c:v>
                </c:pt>
                <c:pt idx="924">
                  <c:v>0.010437509915611</c:v>
                </c:pt>
                <c:pt idx="925">
                  <c:v>0.010390898666321</c:v>
                </c:pt>
                <c:pt idx="926">
                  <c:v>0.010344590152987</c:v>
                </c:pt>
                <c:pt idx="927">
                  <c:v>0.010298581839753</c:v>
                </c:pt>
                <c:pt idx="928">
                  <c:v>0.010252871216342</c:v>
                </c:pt>
                <c:pt idx="929">
                  <c:v>0.010207455797758</c:v>
                </c:pt>
                <c:pt idx="930">
                  <c:v>0.010162333123998</c:v>
                </c:pt>
                <c:pt idx="931">
                  <c:v>0.010117500759758</c:v>
                </c:pt>
                <c:pt idx="932">
                  <c:v>0.010072956294151</c:v>
                </c:pt>
                <c:pt idx="933">
                  <c:v>0.010028697340426</c:v>
                </c:pt>
                <c:pt idx="934">
                  <c:v>0.0099847215356874</c:v>
                </c:pt>
                <c:pt idx="935">
                  <c:v>0.0099410265406232</c:v>
                </c:pt>
                <c:pt idx="936">
                  <c:v>0.0098976100392332</c:v>
                </c:pt>
                <c:pt idx="937">
                  <c:v>0.0098544697385618</c:v>
                </c:pt>
                <c:pt idx="938">
                  <c:v>0.0098116033684339</c:v>
                </c:pt>
                <c:pt idx="939">
                  <c:v>0.0097690086811946</c:v>
                </c:pt>
                <c:pt idx="940">
                  <c:v>0.0097266834514512</c:v>
                </c:pt>
                <c:pt idx="941">
                  <c:v>0.0096846254758199</c:v>
                </c:pt>
                <c:pt idx="942">
                  <c:v>0.0096428325726746</c:v>
                </c:pt>
                <c:pt idx="943">
                  <c:v>0.0096013025818991</c:v>
                </c:pt>
                <c:pt idx="944">
                  <c:v>0.009560033364643</c:v>
                </c:pt>
                <c:pt idx="945">
                  <c:v>0.0095190228030797</c:v>
                </c:pt>
                <c:pt idx="946">
                  <c:v>0.0094782688001685</c:v>
                </c:pt>
                <c:pt idx="947">
                  <c:v>0.0094377692794187</c:v>
                </c:pt>
                <c:pt idx="948">
                  <c:v>0.0093975221846577</c:v>
                </c:pt>
                <c:pt idx="949">
                  <c:v>0.0093575254798009</c:v>
                </c:pt>
                <c:pt idx="950">
                  <c:v>0.0093177771486258</c:v>
                </c:pt>
                <c:pt idx="951">
                  <c:v>0.0092782751945475</c:v>
                </c:pt>
                <c:pt idx="952">
                  <c:v>0.009239017640398</c:v>
                </c:pt>
                <c:pt idx="953">
                  <c:v>0.0092000025282081</c:v>
                </c:pt>
                <c:pt idx="954">
                  <c:v>0.009161227918992</c:v>
                </c:pt>
                <c:pt idx="955">
                  <c:v>0.0091226918925342</c:v>
                </c:pt>
                <c:pt idx="956">
                  <c:v>0.0090843925471795</c:v>
                </c:pt>
                <c:pt idx="957">
                  <c:v>0.0090463279996257</c:v>
                </c:pt>
                <c:pt idx="958">
                  <c:v>0.0090084963847185</c:v>
                </c:pt>
                <c:pt idx="959">
                  <c:v>0.008970895855249</c:v>
                </c:pt>
                <c:pt idx="960">
                  <c:v>0.0089335245817545</c:v>
                </c:pt>
                <c:pt idx="961">
                  <c:v>0.0088963807523203</c:v>
                </c:pt>
                <c:pt idx="962">
                  <c:v>0.0088594625723853</c:v>
                </c:pt>
                <c:pt idx="963">
                  <c:v>0.0088227682645496</c:v>
                </c:pt>
                <c:pt idx="964">
                  <c:v>0.008786296068384</c:v>
                </c:pt>
                <c:pt idx="965">
                  <c:v>0.0087500442402428</c:v>
                </c:pt>
                <c:pt idx="966">
                  <c:v>0.0087140110530776</c:v>
                </c:pt>
                <c:pt idx="967">
                  <c:v>0.0086781947962552</c:v>
                </c:pt>
                <c:pt idx="968">
                  <c:v>0.0086425937753758</c:v>
                </c:pt>
                <c:pt idx="969">
                  <c:v>0.008607206312095</c:v>
                </c:pt>
                <c:pt idx="970">
                  <c:v>0.008572030743947</c:v>
                </c:pt>
                <c:pt idx="971">
                  <c:v>0.0085370654241705</c:v>
                </c:pt>
                <c:pt idx="972">
                  <c:v>0.0085023087215366</c:v>
                </c:pt>
                <c:pt idx="973">
                  <c:v>0.0084677590201787</c:v>
                </c:pt>
                <c:pt idx="974">
                  <c:v>0.0084334147194246</c:v>
                </c:pt>
                <c:pt idx="975">
                  <c:v>0.0083992742336308</c:v>
                </c:pt>
                <c:pt idx="976">
                  <c:v>0.0083653359920184</c:v>
                </c:pt>
                <c:pt idx="977">
                  <c:v>0.0083315984385115</c:v>
                </c:pt>
                <c:pt idx="978">
                  <c:v>0.0082980600315771</c:v>
                </c:pt>
                <c:pt idx="979">
                  <c:v>0.0082647192440678</c:v>
                </c:pt>
                <c:pt idx="980">
                  <c:v>0.0082315745630648</c:v>
                </c:pt>
                <c:pt idx="981">
                  <c:v>0.008198624489725</c:v>
                </c:pt>
                <c:pt idx="982">
                  <c:v>0.0081658675391278</c:v>
                </c:pt>
                <c:pt idx="983">
                  <c:v>0.0081333022401253</c:v>
                </c:pt>
                <c:pt idx="984">
                  <c:v>0.0081009271351938</c:v>
                </c:pt>
                <c:pt idx="985">
                  <c:v>0.0080687407802867</c:v>
                </c:pt>
                <c:pt idx="986">
                  <c:v>0.0080367417446899</c:v>
                </c:pt>
                <c:pt idx="987">
                  <c:v>0.0080049286108784</c:v>
                </c:pt>
                <c:pt idx="988">
                  <c:v>0.007973299974375</c:v>
                </c:pt>
                <c:pt idx="989">
                  <c:v>0.0079418544436103</c:v>
                </c:pt>
                <c:pt idx="990">
                  <c:v>0.0079105906397848</c:v>
                </c:pt>
                <c:pt idx="991">
                  <c:v>0.0078795071967327</c:v>
                </c:pt>
                <c:pt idx="992">
                  <c:v>0.0078486027607865</c:v>
                </c:pt>
                <c:pt idx="993">
                  <c:v>0.0078178759906445</c:v>
                </c:pt>
                <c:pt idx="994">
                  <c:v>0.007787325557239</c:v>
                </c:pt>
                <c:pt idx="995">
                  <c:v>0.0077569501436062</c:v>
                </c:pt>
                <c:pt idx="996">
                  <c:v>0.0077267484447578</c:v>
                </c:pt>
                <c:pt idx="997">
                  <c:v>0.0076967191675544</c:v>
                </c:pt>
                <c:pt idx="998">
                  <c:v>0.0076668610305797</c:v>
                </c:pt>
                <c:pt idx="999">
                  <c:v>0.0076371727640172</c:v>
                </c:pt>
                <c:pt idx="1000">
                  <c:v>0.007607653109527</c:v>
                </c:pt>
              </c:numCache>
            </c:numRef>
          </c:yVal>
        </c:ser>
        <c:ser>
          <c:idx val="1"/>
          <c:order val="1"/>
          <c:tx>
            <c:v>0.1 atm</c:v>
          </c:tx>
          <c:spPr>
            <a:ln xmlns:a="http://schemas.openxmlformats.org/drawingml/2006/main" w="28575">
              <a:solidFill>
                <a:srgbClr val="242421"/>
              </a:solidFill>
            </a:ln>
          </c:spPr>
          <c:marker>
            <c:symbol val="none"/>
          </c:marker>
          <c:xVal>
            <c:numRef>
              <c:f>'Chart Data'!$C$2:$C$1002</c:f>
              <c:numCache>
                <c:formatCode>General</c:formatCode>
                <c:ptCount val="1001"/>
                <c:pt idx="0">
                  <c:v>105</c:v>
                </c:pt>
                <c:pt idx="1">
                  <c:v>105.02</c:v>
                </c:pt>
                <c:pt idx="2">
                  <c:v>105.04</c:v>
                </c:pt>
                <c:pt idx="3">
                  <c:v>105.06</c:v>
                </c:pt>
                <c:pt idx="4">
                  <c:v>105.08</c:v>
                </c:pt>
                <c:pt idx="5">
                  <c:v>105.1</c:v>
                </c:pt>
                <c:pt idx="6">
                  <c:v>105.12</c:v>
                </c:pt>
                <c:pt idx="7">
                  <c:v>105.14</c:v>
                </c:pt>
                <c:pt idx="8">
                  <c:v>105.16</c:v>
                </c:pt>
                <c:pt idx="9">
                  <c:v>105.18</c:v>
                </c:pt>
                <c:pt idx="10">
                  <c:v>105.2</c:v>
                </c:pt>
                <c:pt idx="11">
                  <c:v>105.22</c:v>
                </c:pt>
                <c:pt idx="12">
                  <c:v>105.24</c:v>
                </c:pt>
                <c:pt idx="13">
                  <c:v>105.26</c:v>
                </c:pt>
                <c:pt idx="14">
                  <c:v>105.28</c:v>
                </c:pt>
                <c:pt idx="15">
                  <c:v>105.3</c:v>
                </c:pt>
                <c:pt idx="16">
                  <c:v>105.32</c:v>
                </c:pt>
                <c:pt idx="17">
                  <c:v>105.34</c:v>
                </c:pt>
                <c:pt idx="18">
                  <c:v>105.36</c:v>
                </c:pt>
                <c:pt idx="19">
                  <c:v>105.38</c:v>
                </c:pt>
                <c:pt idx="20">
                  <c:v>105.4</c:v>
                </c:pt>
                <c:pt idx="21">
                  <c:v>105.42</c:v>
                </c:pt>
                <c:pt idx="22">
                  <c:v>105.44</c:v>
                </c:pt>
                <c:pt idx="23">
                  <c:v>105.46</c:v>
                </c:pt>
                <c:pt idx="24">
                  <c:v>105.48</c:v>
                </c:pt>
                <c:pt idx="25">
                  <c:v>105.5</c:v>
                </c:pt>
                <c:pt idx="26">
                  <c:v>105.52</c:v>
                </c:pt>
                <c:pt idx="27">
                  <c:v>105.54</c:v>
                </c:pt>
                <c:pt idx="28">
                  <c:v>105.56</c:v>
                </c:pt>
                <c:pt idx="29">
                  <c:v>105.58</c:v>
                </c:pt>
                <c:pt idx="30">
                  <c:v>105.6</c:v>
                </c:pt>
                <c:pt idx="31">
                  <c:v>105.62</c:v>
                </c:pt>
                <c:pt idx="32">
                  <c:v>105.64</c:v>
                </c:pt>
                <c:pt idx="33">
                  <c:v>105.66</c:v>
                </c:pt>
                <c:pt idx="34">
                  <c:v>105.68</c:v>
                </c:pt>
                <c:pt idx="35">
                  <c:v>105.7</c:v>
                </c:pt>
                <c:pt idx="36">
                  <c:v>105.72</c:v>
                </c:pt>
                <c:pt idx="37">
                  <c:v>105.74</c:v>
                </c:pt>
                <c:pt idx="38">
                  <c:v>105.76</c:v>
                </c:pt>
                <c:pt idx="39">
                  <c:v>105.78</c:v>
                </c:pt>
                <c:pt idx="40">
                  <c:v>105.8</c:v>
                </c:pt>
                <c:pt idx="41">
                  <c:v>105.82</c:v>
                </c:pt>
                <c:pt idx="42">
                  <c:v>105.84</c:v>
                </c:pt>
                <c:pt idx="43">
                  <c:v>105.86</c:v>
                </c:pt>
                <c:pt idx="44">
                  <c:v>105.88</c:v>
                </c:pt>
                <c:pt idx="45">
                  <c:v>105.9</c:v>
                </c:pt>
                <c:pt idx="46">
                  <c:v>105.92</c:v>
                </c:pt>
                <c:pt idx="47">
                  <c:v>105.94</c:v>
                </c:pt>
                <c:pt idx="48">
                  <c:v>105.96</c:v>
                </c:pt>
                <c:pt idx="49">
                  <c:v>105.98</c:v>
                </c:pt>
                <c:pt idx="50">
                  <c:v>106</c:v>
                </c:pt>
                <c:pt idx="51">
                  <c:v>106.02</c:v>
                </c:pt>
                <c:pt idx="52">
                  <c:v>106.04</c:v>
                </c:pt>
                <c:pt idx="53">
                  <c:v>106.06</c:v>
                </c:pt>
                <c:pt idx="54">
                  <c:v>106.08</c:v>
                </c:pt>
                <c:pt idx="55">
                  <c:v>106.1</c:v>
                </c:pt>
                <c:pt idx="56">
                  <c:v>106.12</c:v>
                </c:pt>
                <c:pt idx="57">
                  <c:v>106.14</c:v>
                </c:pt>
                <c:pt idx="58">
                  <c:v>106.16</c:v>
                </c:pt>
                <c:pt idx="59">
                  <c:v>106.18</c:v>
                </c:pt>
                <c:pt idx="60">
                  <c:v>106.2</c:v>
                </c:pt>
                <c:pt idx="61">
                  <c:v>106.22</c:v>
                </c:pt>
                <c:pt idx="62">
                  <c:v>106.24</c:v>
                </c:pt>
                <c:pt idx="63">
                  <c:v>106.26</c:v>
                </c:pt>
                <c:pt idx="64">
                  <c:v>106.28</c:v>
                </c:pt>
                <c:pt idx="65">
                  <c:v>106.3</c:v>
                </c:pt>
                <c:pt idx="66">
                  <c:v>106.32</c:v>
                </c:pt>
                <c:pt idx="67">
                  <c:v>106.34</c:v>
                </c:pt>
                <c:pt idx="68">
                  <c:v>106.36</c:v>
                </c:pt>
                <c:pt idx="69">
                  <c:v>106.38</c:v>
                </c:pt>
                <c:pt idx="70">
                  <c:v>106.4</c:v>
                </c:pt>
                <c:pt idx="71">
                  <c:v>106.42</c:v>
                </c:pt>
                <c:pt idx="72">
                  <c:v>106.44</c:v>
                </c:pt>
                <c:pt idx="73">
                  <c:v>106.46</c:v>
                </c:pt>
                <c:pt idx="74">
                  <c:v>106.48</c:v>
                </c:pt>
                <c:pt idx="75">
                  <c:v>106.5</c:v>
                </c:pt>
                <c:pt idx="76">
                  <c:v>106.52</c:v>
                </c:pt>
                <c:pt idx="77">
                  <c:v>106.54</c:v>
                </c:pt>
                <c:pt idx="78">
                  <c:v>106.56</c:v>
                </c:pt>
                <c:pt idx="79">
                  <c:v>106.58</c:v>
                </c:pt>
                <c:pt idx="80">
                  <c:v>106.6</c:v>
                </c:pt>
                <c:pt idx="81">
                  <c:v>106.62</c:v>
                </c:pt>
                <c:pt idx="82">
                  <c:v>106.64</c:v>
                </c:pt>
                <c:pt idx="83">
                  <c:v>106.66</c:v>
                </c:pt>
                <c:pt idx="84">
                  <c:v>106.68</c:v>
                </c:pt>
                <c:pt idx="85">
                  <c:v>106.7</c:v>
                </c:pt>
                <c:pt idx="86">
                  <c:v>106.72</c:v>
                </c:pt>
                <c:pt idx="87">
                  <c:v>106.74</c:v>
                </c:pt>
                <c:pt idx="88">
                  <c:v>106.76</c:v>
                </c:pt>
                <c:pt idx="89">
                  <c:v>106.78</c:v>
                </c:pt>
                <c:pt idx="90">
                  <c:v>106.8</c:v>
                </c:pt>
                <c:pt idx="91">
                  <c:v>106.82</c:v>
                </c:pt>
                <c:pt idx="92">
                  <c:v>106.84</c:v>
                </c:pt>
                <c:pt idx="93">
                  <c:v>106.86</c:v>
                </c:pt>
                <c:pt idx="94">
                  <c:v>106.88</c:v>
                </c:pt>
                <c:pt idx="95">
                  <c:v>106.9</c:v>
                </c:pt>
                <c:pt idx="96">
                  <c:v>106.92</c:v>
                </c:pt>
                <c:pt idx="97">
                  <c:v>106.94</c:v>
                </c:pt>
                <c:pt idx="98">
                  <c:v>106.96</c:v>
                </c:pt>
                <c:pt idx="99">
                  <c:v>106.98</c:v>
                </c:pt>
                <c:pt idx="100">
                  <c:v>107</c:v>
                </c:pt>
                <c:pt idx="101">
                  <c:v>107.02</c:v>
                </c:pt>
                <c:pt idx="102">
                  <c:v>107.04</c:v>
                </c:pt>
                <c:pt idx="103">
                  <c:v>107.06</c:v>
                </c:pt>
                <c:pt idx="104">
                  <c:v>107.08</c:v>
                </c:pt>
                <c:pt idx="105">
                  <c:v>107.1</c:v>
                </c:pt>
                <c:pt idx="106">
                  <c:v>107.12</c:v>
                </c:pt>
                <c:pt idx="107">
                  <c:v>107.14</c:v>
                </c:pt>
                <c:pt idx="108">
                  <c:v>107.16</c:v>
                </c:pt>
                <c:pt idx="109">
                  <c:v>107.18</c:v>
                </c:pt>
                <c:pt idx="110">
                  <c:v>107.2</c:v>
                </c:pt>
                <c:pt idx="111">
                  <c:v>107.22</c:v>
                </c:pt>
                <c:pt idx="112">
                  <c:v>107.24</c:v>
                </c:pt>
                <c:pt idx="113">
                  <c:v>107.26</c:v>
                </c:pt>
                <c:pt idx="114">
                  <c:v>107.28</c:v>
                </c:pt>
                <c:pt idx="115">
                  <c:v>107.3</c:v>
                </c:pt>
                <c:pt idx="116">
                  <c:v>107.32</c:v>
                </c:pt>
                <c:pt idx="117">
                  <c:v>107.34</c:v>
                </c:pt>
                <c:pt idx="118">
                  <c:v>107.36</c:v>
                </c:pt>
                <c:pt idx="119">
                  <c:v>107.38</c:v>
                </c:pt>
                <c:pt idx="120">
                  <c:v>107.4</c:v>
                </c:pt>
                <c:pt idx="121">
                  <c:v>107.42</c:v>
                </c:pt>
                <c:pt idx="122">
                  <c:v>107.44</c:v>
                </c:pt>
                <c:pt idx="123">
                  <c:v>107.46</c:v>
                </c:pt>
                <c:pt idx="124">
                  <c:v>107.48</c:v>
                </c:pt>
                <c:pt idx="125">
                  <c:v>107.5</c:v>
                </c:pt>
                <c:pt idx="126">
                  <c:v>107.52</c:v>
                </c:pt>
                <c:pt idx="127">
                  <c:v>107.54</c:v>
                </c:pt>
                <c:pt idx="128">
                  <c:v>107.56</c:v>
                </c:pt>
                <c:pt idx="129">
                  <c:v>107.58</c:v>
                </c:pt>
                <c:pt idx="130">
                  <c:v>107.6</c:v>
                </c:pt>
                <c:pt idx="131">
                  <c:v>107.62</c:v>
                </c:pt>
                <c:pt idx="132">
                  <c:v>107.64</c:v>
                </c:pt>
                <c:pt idx="133">
                  <c:v>107.66</c:v>
                </c:pt>
                <c:pt idx="134">
                  <c:v>107.68</c:v>
                </c:pt>
                <c:pt idx="135">
                  <c:v>107.7</c:v>
                </c:pt>
                <c:pt idx="136">
                  <c:v>107.72</c:v>
                </c:pt>
                <c:pt idx="137">
                  <c:v>107.74</c:v>
                </c:pt>
                <c:pt idx="138">
                  <c:v>107.76</c:v>
                </c:pt>
                <c:pt idx="139">
                  <c:v>107.78</c:v>
                </c:pt>
                <c:pt idx="140">
                  <c:v>107.8</c:v>
                </c:pt>
                <c:pt idx="141">
                  <c:v>107.82</c:v>
                </c:pt>
                <c:pt idx="142">
                  <c:v>107.84</c:v>
                </c:pt>
                <c:pt idx="143">
                  <c:v>107.86</c:v>
                </c:pt>
                <c:pt idx="144">
                  <c:v>107.88</c:v>
                </c:pt>
                <c:pt idx="145">
                  <c:v>107.9</c:v>
                </c:pt>
                <c:pt idx="146">
                  <c:v>107.92</c:v>
                </c:pt>
                <c:pt idx="147">
                  <c:v>107.94</c:v>
                </c:pt>
                <c:pt idx="148">
                  <c:v>107.96</c:v>
                </c:pt>
                <c:pt idx="149">
                  <c:v>107.98</c:v>
                </c:pt>
                <c:pt idx="150">
                  <c:v>108</c:v>
                </c:pt>
                <c:pt idx="151">
                  <c:v>108.02</c:v>
                </c:pt>
                <c:pt idx="152">
                  <c:v>108.04</c:v>
                </c:pt>
                <c:pt idx="153">
                  <c:v>108.06</c:v>
                </c:pt>
                <c:pt idx="154">
                  <c:v>108.08</c:v>
                </c:pt>
                <c:pt idx="155">
                  <c:v>108.1</c:v>
                </c:pt>
                <c:pt idx="156">
                  <c:v>108.12</c:v>
                </c:pt>
                <c:pt idx="157">
                  <c:v>108.14</c:v>
                </c:pt>
                <c:pt idx="158">
                  <c:v>108.16</c:v>
                </c:pt>
                <c:pt idx="159">
                  <c:v>108.18</c:v>
                </c:pt>
                <c:pt idx="160">
                  <c:v>108.2</c:v>
                </c:pt>
                <c:pt idx="161">
                  <c:v>108.22</c:v>
                </c:pt>
                <c:pt idx="162">
                  <c:v>108.24</c:v>
                </c:pt>
                <c:pt idx="163">
                  <c:v>108.26</c:v>
                </c:pt>
                <c:pt idx="164">
                  <c:v>108.28</c:v>
                </c:pt>
                <c:pt idx="165">
                  <c:v>108.3</c:v>
                </c:pt>
                <c:pt idx="166">
                  <c:v>108.32</c:v>
                </c:pt>
                <c:pt idx="167">
                  <c:v>108.34</c:v>
                </c:pt>
                <c:pt idx="168">
                  <c:v>108.36</c:v>
                </c:pt>
                <c:pt idx="169">
                  <c:v>108.38</c:v>
                </c:pt>
                <c:pt idx="170">
                  <c:v>108.4</c:v>
                </c:pt>
                <c:pt idx="171">
                  <c:v>108.42</c:v>
                </c:pt>
                <c:pt idx="172">
                  <c:v>108.44</c:v>
                </c:pt>
                <c:pt idx="173">
                  <c:v>108.46</c:v>
                </c:pt>
                <c:pt idx="174">
                  <c:v>108.48</c:v>
                </c:pt>
                <c:pt idx="175">
                  <c:v>108.5</c:v>
                </c:pt>
                <c:pt idx="176">
                  <c:v>108.52</c:v>
                </c:pt>
                <c:pt idx="177">
                  <c:v>108.54</c:v>
                </c:pt>
                <c:pt idx="178">
                  <c:v>108.56</c:v>
                </c:pt>
                <c:pt idx="179">
                  <c:v>108.58</c:v>
                </c:pt>
                <c:pt idx="180">
                  <c:v>108.6</c:v>
                </c:pt>
                <c:pt idx="181">
                  <c:v>108.62</c:v>
                </c:pt>
                <c:pt idx="182">
                  <c:v>108.64</c:v>
                </c:pt>
                <c:pt idx="183">
                  <c:v>108.66</c:v>
                </c:pt>
                <c:pt idx="184">
                  <c:v>108.68</c:v>
                </c:pt>
                <c:pt idx="185">
                  <c:v>108.7</c:v>
                </c:pt>
                <c:pt idx="186">
                  <c:v>108.72</c:v>
                </c:pt>
                <c:pt idx="187">
                  <c:v>108.74</c:v>
                </c:pt>
                <c:pt idx="188">
                  <c:v>108.76</c:v>
                </c:pt>
                <c:pt idx="189">
                  <c:v>108.78</c:v>
                </c:pt>
                <c:pt idx="190">
                  <c:v>108.8</c:v>
                </c:pt>
                <c:pt idx="191">
                  <c:v>108.82</c:v>
                </c:pt>
                <c:pt idx="192">
                  <c:v>108.84</c:v>
                </c:pt>
                <c:pt idx="193">
                  <c:v>108.86</c:v>
                </c:pt>
                <c:pt idx="194">
                  <c:v>108.88</c:v>
                </c:pt>
                <c:pt idx="195">
                  <c:v>108.9</c:v>
                </c:pt>
                <c:pt idx="196">
                  <c:v>108.92</c:v>
                </c:pt>
                <c:pt idx="197">
                  <c:v>108.94</c:v>
                </c:pt>
                <c:pt idx="198">
                  <c:v>108.96</c:v>
                </c:pt>
                <c:pt idx="199">
                  <c:v>108.98</c:v>
                </c:pt>
                <c:pt idx="200">
                  <c:v>109</c:v>
                </c:pt>
                <c:pt idx="201">
                  <c:v>109.02</c:v>
                </c:pt>
                <c:pt idx="202">
                  <c:v>109.04</c:v>
                </c:pt>
                <c:pt idx="203">
                  <c:v>109.06</c:v>
                </c:pt>
                <c:pt idx="204">
                  <c:v>109.08</c:v>
                </c:pt>
                <c:pt idx="205">
                  <c:v>109.1</c:v>
                </c:pt>
                <c:pt idx="206">
                  <c:v>109.12</c:v>
                </c:pt>
                <c:pt idx="207">
                  <c:v>109.14</c:v>
                </c:pt>
                <c:pt idx="208">
                  <c:v>109.16</c:v>
                </c:pt>
                <c:pt idx="209">
                  <c:v>109.18</c:v>
                </c:pt>
                <c:pt idx="210">
                  <c:v>109.2</c:v>
                </c:pt>
                <c:pt idx="211">
                  <c:v>109.22</c:v>
                </c:pt>
                <c:pt idx="212">
                  <c:v>109.24</c:v>
                </c:pt>
                <c:pt idx="213">
                  <c:v>109.26</c:v>
                </c:pt>
                <c:pt idx="214">
                  <c:v>109.28</c:v>
                </c:pt>
                <c:pt idx="215">
                  <c:v>109.3</c:v>
                </c:pt>
                <c:pt idx="216">
                  <c:v>109.32</c:v>
                </c:pt>
                <c:pt idx="217">
                  <c:v>109.34</c:v>
                </c:pt>
                <c:pt idx="218">
                  <c:v>109.36</c:v>
                </c:pt>
                <c:pt idx="219">
                  <c:v>109.38</c:v>
                </c:pt>
                <c:pt idx="220">
                  <c:v>109.4</c:v>
                </c:pt>
                <c:pt idx="221">
                  <c:v>109.42</c:v>
                </c:pt>
                <c:pt idx="222">
                  <c:v>109.44</c:v>
                </c:pt>
                <c:pt idx="223">
                  <c:v>109.46</c:v>
                </c:pt>
                <c:pt idx="224">
                  <c:v>109.48</c:v>
                </c:pt>
                <c:pt idx="225">
                  <c:v>109.5</c:v>
                </c:pt>
                <c:pt idx="226">
                  <c:v>109.52</c:v>
                </c:pt>
                <c:pt idx="227">
                  <c:v>109.54</c:v>
                </c:pt>
                <c:pt idx="228">
                  <c:v>109.56</c:v>
                </c:pt>
                <c:pt idx="229">
                  <c:v>109.58</c:v>
                </c:pt>
                <c:pt idx="230">
                  <c:v>109.6</c:v>
                </c:pt>
                <c:pt idx="231">
                  <c:v>109.62</c:v>
                </c:pt>
                <c:pt idx="232">
                  <c:v>109.64</c:v>
                </c:pt>
                <c:pt idx="233">
                  <c:v>109.66</c:v>
                </c:pt>
                <c:pt idx="234">
                  <c:v>109.68</c:v>
                </c:pt>
                <c:pt idx="235">
                  <c:v>109.7</c:v>
                </c:pt>
                <c:pt idx="236">
                  <c:v>109.72</c:v>
                </c:pt>
                <c:pt idx="237">
                  <c:v>109.74</c:v>
                </c:pt>
                <c:pt idx="238">
                  <c:v>109.76</c:v>
                </c:pt>
                <c:pt idx="239">
                  <c:v>109.78</c:v>
                </c:pt>
                <c:pt idx="240">
                  <c:v>109.8</c:v>
                </c:pt>
                <c:pt idx="241">
                  <c:v>109.82</c:v>
                </c:pt>
                <c:pt idx="242">
                  <c:v>109.84</c:v>
                </c:pt>
                <c:pt idx="243">
                  <c:v>109.86</c:v>
                </c:pt>
                <c:pt idx="244">
                  <c:v>109.88</c:v>
                </c:pt>
                <c:pt idx="245">
                  <c:v>109.9</c:v>
                </c:pt>
                <c:pt idx="246">
                  <c:v>109.92</c:v>
                </c:pt>
                <c:pt idx="247">
                  <c:v>109.94</c:v>
                </c:pt>
                <c:pt idx="248">
                  <c:v>109.96</c:v>
                </c:pt>
                <c:pt idx="249">
                  <c:v>109.98</c:v>
                </c:pt>
                <c:pt idx="250">
                  <c:v>110</c:v>
                </c:pt>
                <c:pt idx="251">
                  <c:v>110.02</c:v>
                </c:pt>
                <c:pt idx="252">
                  <c:v>110.04</c:v>
                </c:pt>
                <c:pt idx="253">
                  <c:v>110.06</c:v>
                </c:pt>
                <c:pt idx="254">
                  <c:v>110.08</c:v>
                </c:pt>
                <c:pt idx="255">
                  <c:v>110.1</c:v>
                </c:pt>
                <c:pt idx="256">
                  <c:v>110.12</c:v>
                </c:pt>
                <c:pt idx="257">
                  <c:v>110.14</c:v>
                </c:pt>
                <c:pt idx="258">
                  <c:v>110.16</c:v>
                </c:pt>
                <c:pt idx="259">
                  <c:v>110.18</c:v>
                </c:pt>
                <c:pt idx="260">
                  <c:v>110.2</c:v>
                </c:pt>
                <c:pt idx="261">
                  <c:v>110.22</c:v>
                </c:pt>
                <c:pt idx="262">
                  <c:v>110.24</c:v>
                </c:pt>
                <c:pt idx="263">
                  <c:v>110.26</c:v>
                </c:pt>
                <c:pt idx="264">
                  <c:v>110.28</c:v>
                </c:pt>
                <c:pt idx="265">
                  <c:v>110.3</c:v>
                </c:pt>
                <c:pt idx="266">
                  <c:v>110.32</c:v>
                </c:pt>
                <c:pt idx="267">
                  <c:v>110.34</c:v>
                </c:pt>
                <c:pt idx="268">
                  <c:v>110.36</c:v>
                </c:pt>
                <c:pt idx="269">
                  <c:v>110.38</c:v>
                </c:pt>
                <c:pt idx="270">
                  <c:v>110.4</c:v>
                </c:pt>
                <c:pt idx="271">
                  <c:v>110.42</c:v>
                </c:pt>
                <c:pt idx="272">
                  <c:v>110.44</c:v>
                </c:pt>
                <c:pt idx="273">
                  <c:v>110.46</c:v>
                </c:pt>
                <c:pt idx="274">
                  <c:v>110.48</c:v>
                </c:pt>
                <c:pt idx="275">
                  <c:v>110.5</c:v>
                </c:pt>
                <c:pt idx="276">
                  <c:v>110.52</c:v>
                </c:pt>
                <c:pt idx="277">
                  <c:v>110.54</c:v>
                </c:pt>
                <c:pt idx="278">
                  <c:v>110.56</c:v>
                </c:pt>
                <c:pt idx="279">
                  <c:v>110.58</c:v>
                </c:pt>
                <c:pt idx="280">
                  <c:v>110.6</c:v>
                </c:pt>
                <c:pt idx="281">
                  <c:v>110.62</c:v>
                </c:pt>
                <c:pt idx="282">
                  <c:v>110.64</c:v>
                </c:pt>
                <c:pt idx="283">
                  <c:v>110.66</c:v>
                </c:pt>
                <c:pt idx="284">
                  <c:v>110.68</c:v>
                </c:pt>
                <c:pt idx="285">
                  <c:v>110.7</c:v>
                </c:pt>
                <c:pt idx="286">
                  <c:v>110.72</c:v>
                </c:pt>
                <c:pt idx="287">
                  <c:v>110.74</c:v>
                </c:pt>
                <c:pt idx="288">
                  <c:v>110.76</c:v>
                </c:pt>
                <c:pt idx="289">
                  <c:v>110.78</c:v>
                </c:pt>
                <c:pt idx="290">
                  <c:v>110.8</c:v>
                </c:pt>
                <c:pt idx="291">
                  <c:v>110.82</c:v>
                </c:pt>
                <c:pt idx="292">
                  <c:v>110.84</c:v>
                </c:pt>
                <c:pt idx="293">
                  <c:v>110.86</c:v>
                </c:pt>
                <c:pt idx="294">
                  <c:v>110.88</c:v>
                </c:pt>
                <c:pt idx="295">
                  <c:v>110.9</c:v>
                </c:pt>
                <c:pt idx="296">
                  <c:v>110.92</c:v>
                </c:pt>
                <c:pt idx="297">
                  <c:v>110.94</c:v>
                </c:pt>
                <c:pt idx="298">
                  <c:v>110.96</c:v>
                </c:pt>
                <c:pt idx="299">
                  <c:v>110.98</c:v>
                </c:pt>
                <c:pt idx="300">
                  <c:v>111</c:v>
                </c:pt>
                <c:pt idx="301">
                  <c:v>111.02</c:v>
                </c:pt>
                <c:pt idx="302">
                  <c:v>111.04</c:v>
                </c:pt>
                <c:pt idx="303">
                  <c:v>111.06</c:v>
                </c:pt>
                <c:pt idx="304">
                  <c:v>111.08</c:v>
                </c:pt>
                <c:pt idx="305">
                  <c:v>111.1</c:v>
                </c:pt>
                <c:pt idx="306">
                  <c:v>111.12</c:v>
                </c:pt>
                <c:pt idx="307">
                  <c:v>111.14</c:v>
                </c:pt>
                <c:pt idx="308">
                  <c:v>111.16</c:v>
                </c:pt>
                <c:pt idx="309">
                  <c:v>111.18</c:v>
                </c:pt>
                <c:pt idx="310">
                  <c:v>111.2</c:v>
                </c:pt>
                <c:pt idx="311">
                  <c:v>111.22</c:v>
                </c:pt>
                <c:pt idx="312">
                  <c:v>111.24</c:v>
                </c:pt>
                <c:pt idx="313">
                  <c:v>111.26</c:v>
                </c:pt>
                <c:pt idx="314">
                  <c:v>111.28</c:v>
                </c:pt>
                <c:pt idx="315">
                  <c:v>111.3</c:v>
                </c:pt>
                <c:pt idx="316">
                  <c:v>111.32</c:v>
                </c:pt>
                <c:pt idx="317">
                  <c:v>111.34</c:v>
                </c:pt>
                <c:pt idx="318">
                  <c:v>111.36</c:v>
                </c:pt>
                <c:pt idx="319">
                  <c:v>111.38</c:v>
                </c:pt>
                <c:pt idx="320">
                  <c:v>111.4</c:v>
                </c:pt>
                <c:pt idx="321">
                  <c:v>111.42</c:v>
                </c:pt>
                <c:pt idx="322">
                  <c:v>111.44</c:v>
                </c:pt>
                <c:pt idx="323">
                  <c:v>111.46</c:v>
                </c:pt>
                <c:pt idx="324">
                  <c:v>111.48</c:v>
                </c:pt>
                <c:pt idx="325">
                  <c:v>111.5</c:v>
                </c:pt>
                <c:pt idx="326">
                  <c:v>111.52</c:v>
                </c:pt>
                <c:pt idx="327">
                  <c:v>111.54</c:v>
                </c:pt>
                <c:pt idx="328">
                  <c:v>111.56</c:v>
                </c:pt>
                <c:pt idx="329">
                  <c:v>111.58</c:v>
                </c:pt>
                <c:pt idx="330">
                  <c:v>111.6</c:v>
                </c:pt>
                <c:pt idx="331">
                  <c:v>111.62</c:v>
                </c:pt>
                <c:pt idx="332">
                  <c:v>111.64</c:v>
                </c:pt>
                <c:pt idx="333">
                  <c:v>111.66</c:v>
                </c:pt>
                <c:pt idx="334">
                  <c:v>111.68</c:v>
                </c:pt>
                <c:pt idx="335">
                  <c:v>111.7</c:v>
                </c:pt>
                <c:pt idx="336">
                  <c:v>111.72</c:v>
                </c:pt>
                <c:pt idx="337">
                  <c:v>111.74</c:v>
                </c:pt>
                <c:pt idx="338">
                  <c:v>111.76</c:v>
                </c:pt>
                <c:pt idx="339">
                  <c:v>111.78</c:v>
                </c:pt>
                <c:pt idx="340">
                  <c:v>111.8</c:v>
                </c:pt>
                <c:pt idx="341">
                  <c:v>111.82</c:v>
                </c:pt>
                <c:pt idx="342">
                  <c:v>111.84</c:v>
                </c:pt>
                <c:pt idx="343">
                  <c:v>111.86</c:v>
                </c:pt>
                <c:pt idx="344">
                  <c:v>111.88</c:v>
                </c:pt>
                <c:pt idx="345">
                  <c:v>111.9</c:v>
                </c:pt>
                <c:pt idx="346">
                  <c:v>111.92</c:v>
                </c:pt>
                <c:pt idx="347">
                  <c:v>111.94</c:v>
                </c:pt>
                <c:pt idx="348">
                  <c:v>111.96</c:v>
                </c:pt>
                <c:pt idx="349">
                  <c:v>111.98</c:v>
                </c:pt>
                <c:pt idx="350">
                  <c:v>112</c:v>
                </c:pt>
                <c:pt idx="351">
                  <c:v>112.02</c:v>
                </c:pt>
                <c:pt idx="352">
                  <c:v>112.04</c:v>
                </c:pt>
                <c:pt idx="353">
                  <c:v>112.06</c:v>
                </c:pt>
                <c:pt idx="354">
                  <c:v>112.08</c:v>
                </c:pt>
                <c:pt idx="355">
                  <c:v>112.1</c:v>
                </c:pt>
                <c:pt idx="356">
                  <c:v>112.12</c:v>
                </c:pt>
                <c:pt idx="357">
                  <c:v>112.14</c:v>
                </c:pt>
                <c:pt idx="358">
                  <c:v>112.16</c:v>
                </c:pt>
                <c:pt idx="359">
                  <c:v>112.18</c:v>
                </c:pt>
                <c:pt idx="360">
                  <c:v>112.2</c:v>
                </c:pt>
                <c:pt idx="361">
                  <c:v>112.22</c:v>
                </c:pt>
                <c:pt idx="362">
                  <c:v>112.24</c:v>
                </c:pt>
                <c:pt idx="363">
                  <c:v>112.26</c:v>
                </c:pt>
                <c:pt idx="364">
                  <c:v>112.28</c:v>
                </c:pt>
                <c:pt idx="365">
                  <c:v>112.3</c:v>
                </c:pt>
                <c:pt idx="366">
                  <c:v>112.32</c:v>
                </c:pt>
                <c:pt idx="367">
                  <c:v>112.34</c:v>
                </c:pt>
                <c:pt idx="368">
                  <c:v>112.36</c:v>
                </c:pt>
                <c:pt idx="369">
                  <c:v>112.38</c:v>
                </c:pt>
                <c:pt idx="370">
                  <c:v>112.4</c:v>
                </c:pt>
                <c:pt idx="371">
                  <c:v>112.42</c:v>
                </c:pt>
                <c:pt idx="372">
                  <c:v>112.44</c:v>
                </c:pt>
                <c:pt idx="373">
                  <c:v>112.46</c:v>
                </c:pt>
                <c:pt idx="374">
                  <c:v>112.48</c:v>
                </c:pt>
                <c:pt idx="375">
                  <c:v>112.5</c:v>
                </c:pt>
                <c:pt idx="376">
                  <c:v>112.52</c:v>
                </c:pt>
                <c:pt idx="377">
                  <c:v>112.54</c:v>
                </c:pt>
                <c:pt idx="378">
                  <c:v>112.56</c:v>
                </c:pt>
                <c:pt idx="379">
                  <c:v>112.58</c:v>
                </c:pt>
                <c:pt idx="380">
                  <c:v>112.6</c:v>
                </c:pt>
                <c:pt idx="381">
                  <c:v>112.62</c:v>
                </c:pt>
                <c:pt idx="382">
                  <c:v>112.64</c:v>
                </c:pt>
                <c:pt idx="383">
                  <c:v>112.66</c:v>
                </c:pt>
                <c:pt idx="384">
                  <c:v>112.68</c:v>
                </c:pt>
                <c:pt idx="385">
                  <c:v>112.7</c:v>
                </c:pt>
                <c:pt idx="386">
                  <c:v>112.72</c:v>
                </c:pt>
                <c:pt idx="387">
                  <c:v>112.74</c:v>
                </c:pt>
                <c:pt idx="388">
                  <c:v>112.76</c:v>
                </c:pt>
                <c:pt idx="389">
                  <c:v>112.78</c:v>
                </c:pt>
                <c:pt idx="390">
                  <c:v>112.8</c:v>
                </c:pt>
                <c:pt idx="391">
                  <c:v>112.82</c:v>
                </c:pt>
                <c:pt idx="392">
                  <c:v>112.84</c:v>
                </c:pt>
                <c:pt idx="393">
                  <c:v>112.86</c:v>
                </c:pt>
                <c:pt idx="394">
                  <c:v>112.88</c:v>
                </c:pt>
                <c:pt idx="395">
                  <c:v>112.9</c:v>
                </c:pt>
                <c:pt idx="396">
                  <c:v>112.92</c:v>
                </c:pt>
                <c:pt idx="397">
                  <c:v>112.94</c:v>
                </c:pt>
                <c:pt idx="398">
                  <c:v>112.96</c:v>
                </c:pt>
                <c:pt idx="399">
                  <c:v>112.98</c:v>
                </c:pt>
                <c:pt idx="400">
                  <c:v>113</c:v>
                </c:pt>
                <c:pt idx="401">
                  <c:v>113.02</c:v>
                </c:pt>
                <c:pt idx="402">
                  <c:v>113.04</c:v>
                </c:pt>
                <c:pt idx="403">
                  <c:v>113.06</c:v>
                </c:pt>
                <c:pt idx="404">
                  <c:v>113.08</c:v>
                </c:pt>
                <c:pt idx="405">
                  <c:v>113.1</c:v>
                </c:pt>
                <c:pt idx="406">
                  <c:v>113.12</c:v>
                </c:pt>
                <c:pt idx="407">
                  <c:v>113.14</c:v>
                </c:pt>
                <c:pt idx="408">
                  <c:v>113.16</c:v>
                </c:pt>
                <c:pt idx="409">
                  <c:v>113.18</c:v>
                </c:pt>
                <c:pt idx="410">
                  <c:v>113.2</c:v>
                </c:pt>
                <c:pt idx="411">
                  <c:v>113.22</c:v>
                </c:pt>
                <c:pt idx="412">
                  <c:v>113.24</c:v>
                </c:pt>
                <c:pt idx="413">
                  <c:v>113.26</c:v>
                </c:pt>
                <c:pt idx="414">
                  <c:v>113.28</c:v>
                </c:pt>
                <c:pt idx="415">
                  <c:v>113.3</c:v>
                </c:pt>
                <c:pt idx="416">
                  <c:v>113.32</c:v>
                </c:pt>
                <c:pt idx="417">
                  <c:v>113.34</c:v>
                </c:pt>
                <c:pt idx="418">
                  <c:v>113.36</c:v>
                </c:pt>
                <c:pt idx="419">
                  <c:v>113.38</c:v>
                </c:pt>
                <c:pt idx="420">
                  <c:v>113.4</c:v>
                </c:pt>
                <c:pt idx="421">
                  <c:v>113.42</c:v>
                </c:pt>
                <c:pt idx="422">
                  <c:v>113.44</c:v>
                </c:pt>
                <c:pt idx="423">
                  <c:v>113.46</c:v>
                </c:pt>
                <c:pt idx="424">
                  <c:v>113.48</c:v>
                </c:pt>
                <c:pt idx="425">
                  <c:v>113.5</c:v>
                </c:pt>
                <c:pt idx="426">
                  <c:v>113.52</c:v>
                </c:pt>
                <c:pt idx="427">
                  <c:v>113.54</c:v>
                </c:pt>
                <c:pt idx="428">
                  <c:v>113.56</c:v>
                </c:pt>
                <c:pt idx="429">
                  <c:v>113.58</c:v>
                </c:pt>
                <c:pt idx="430">
                  <c:v>113.6</c:v>
                </c:pt>
                <c:pt idx="431">
                  <c:v>113.62</c:v>
                </c:pt>
                <c:pt idx="432">
                  <c:v>113.64</c:v>
                </c:pt>
                <c:pt idx="433">
                  <c:v>113.66</c:v>
                </c:pt>
                <c:pt idx="434">
                  <c:v>113.68</c:v>
                </c:pt>
                <c:pt idx="435">
                  <c:v>113.7</c:v>
                </c:pt>
                <c:pt idx="436">
                  <c:v>113.72</c:v>
                </c:pt>
                <c:pt idx="437">
                  <c:v>113.74</c:v>
                </c:pt>
                <c:pt idx="438">
                  <c:v>113.76</c:v>
                </c:pt>
                <c:pt idx="439">
                  <c:v>113.78</c:v>
                </c:pt>
                <c:pt idx="440">
                  <c:v>113.8</c:v>
                </c:pt>
                <c:pt idx="441">
                  <c:v>113.82</c:v>
                </c:pt>
                <c:pt idx="442">
                  <c:v>113.84</c:v>
                </c:pt>
                <c:pt idx="443">
                  <c:v>113.86</c:v>
                </c:pt>
                <c:pt idx="444">
                  <c:v>113.88</c:v>
                </c:pt>
                <c:pt idx="445">
                  <c:v>113.9</c:v>
                </c:pt>
                <c:pt idx="446">
                  <c:v>113.92</c:v>
                </c:pt>
                <c:pt idx="447">
                  <c:v>113.94</c:v>
                </c:pt>
                <c:pt idx="448">
                  <c:v>113.96</c:v>
                </c:pt>
                <c:pt idx="449">
                  <c:v>113.98</c:v>
                </c:pt>
                <c:pt idx="450">
                  <c:v>114</c:v>
                </c:pt>
                <c:pt idx="451">
                  <c:v>114.02</c:v>
                </c:pt>
                <c:pt idx="452">
                  <c:v>114.04</c:v>
                </c:pt>
                <c:pt idx="453">
                  <c:v>114.06</c:v>
                </c:pt>
                <c:pt idx="454">
                  <c:v>114.08</c:v>
                </c:pt>
                <c:pt idx="455">
                  <c:v>114.1</c:v>
                </c:pt>
                <c:pt idx="456">
                  <c:v>114.12</c:v>
                </c:pt>
                <c:pt idx="457">
                  <c:v>114.14</c:v>
                </c:pt>
                <c:pt idx="458">
                  <c:v>114.16</c:v>
                </c:pt>
                <c:pt idx="459">
                  <c:v>114.18</c:v>
                </c:pt>
                <c:pt idx="460">
                  <c:v>114.2</c:v>
                </c:pt>
                <c:pt idx="461">
                  <c:v>114.22</c:v>
                </c:pt>
                <c:pt idx="462">
                  <c:v>114.24</c:v>
                </c:pt>
                <c:pt idx="463">
                  <c:v>114.26</c:v>
                </c:pt>
                <c:pt idx="464">
                  <c:v>114.28</c:v>
                </c:pt>
                <c:pt idx="465">
                  <c:v>114.3</c:v>
                </c:pt>
                <c:pt idx="466">
                  <c:v>114.32</c:v>
                </c:pt>
                <c:pt idx="467">
                  <c:v>114.34</c:v>
                </c:pt>
                <c:pt idx="468">
                  <c:v>114.36</c:v>
                </c:pt>
                <c:pt idx="469">
                  <c:v>114.38</c:v>
                </c:pt>
                <c:pt idx="470">
                  <c:v>114.4</c:v>
                </c:pt>
                <c:pt idx="471">
                  <c:v>114.42</c:v>
                </c:pt>
                <c:pt idx="472">
                  <c:v>114.44</c:v>
                </c:pt>
                <c:pt idx="473">
                  <c:v>114.46</c:v>
                </c:pt>
                <c:pt idx="474">
                  <c:v>114.48</c:v>
                </c:pt>
                <c:pt idx="475">
                  <c:v>114.5</c:v>
                </c:pt>
                <c:pt idx="476">
                  <c:v>114.52</c:v>
                </c:pt>
                <c:pt idx="477">
                  <c:v>114.54</c:v>
                </c:pt>
                <c:pt idx="478">
                  <c:v>114.56</c:v>
                </c:pt>
                <c:pt idx="479">
                  <c:v>114.58</c:v>
                </c:pt>
                <c:pt idx="480">
                  <c:v>114.6</c:v>
                </c:pt>
                <c:pt idx="481">
                  <c:v>114.62</c:v>
                </c:pt>
                <c:pt idx="482">
                  <c:v>114.64</c:v>
                </c:pt>
                <c:pt idx="483">
                  <c:v>114.66</c:v>
                </c:pt>
                <c:pt idx="484">
                  <c:v>114.68</c:v>
                </c:pt>
                <c:pt idx="485">
                  <c:v>114.7</c:v>
                </c:pt>
                <c:pt idx="486">
                  <c:v>114.72</c:v>
                </c:pt>
                <c:pt idx="487">
                  <c:v>114.74</c:v>
                </c:pt>
                <c:pt idx="488">
                  <c:v>114.76</c:v>
                </c:pt>
                <c:pt idx="489">
                  <c:v>114.78</c:v>
                </c:pt>
                <c:pt idx="490">
                  <c:v>114.8</c:v>
                </c:pt>
                <c:pt idx="491">
                  <c:v>114.82</c:v>
                </c:pt>
                <c:pt idx="492">
                  <c:v>114.84</c:v>
                </c:pt>
                <c:pt idx="493">
                  <c:v>114.86</c:v>
                </c:pt>
                <c:pt idx="494">
                  <c:v>114.88</c:v>
                </c:pt>
                <c:pt idx="495">
                  <c:v>114.9</c:v>
                </c:pt>
                <c:pt idx="496">
                  <c:v>114.92</c:v>
                </c:pt>
                <c:pt idx="497">
                  <c:v>114.94</c:v>
                </c:pt>
                <c:pt idx="498">
                  <c:v>114.96</c:v>
                </c:pt>
                <c:pt idx="499">
                  <c:v>114.98</c:v>
                </c:pt>
                <c:pt idx="500">
                  <c:v>115</c:v>
                </c:pt>
                <c:pt idx="501">
                  <c:v>115.02</c:v>
                </c:pt>
                <c:pt idx="502">
                  <c:v>115.04</c:v>
                </c:pt>
                <c:pt idx="503">
                  <c:v>115.06</c:v>
                </c:pt>
                <c:pt idx="504">
                  <c:v>115.08</c:v>
                </c:pt>
                <c:pt idx="505">
                  <c:v>115.1</c:v>
                </c:pt>
                <c:pt idx="506">
                  <c:v>115.12</c:v>
                </c:pt>
                <c:pt idx="507">
                  <c:v>115.14</c:v>
                </c:pt>
                <c:pt idx="508">
                  <c:v>115.16</c:v>
                </c:pt>
                <c:pt idx="509">
                  <c:v>115.18</c:v>
                </c:pt>
                <c:pt idx="510">
                  <c:v>115.2</c:v>
                </c:pt>
                <c:pt idx="511">
                  <c:v>115.22</c:v>
                </c:pt>
                <c:pt idx="512">
                  <c:v>115.24</c:v>
                </c:pt>
                <c:pt idx="513">
                  <c:v>115.26</c:v>
                </c:pt>
                <c:pt idx="514">
                  <c:v>115.28</c:v>
                </c:pt>
                <c:pt idx="515">
                  <c:v>115.3</c:v>
                </c:pt>
                <c:pt idx="516">
                  <c:v>115.32</c:v>
                </c:pt>
                <c:pt idx="517">
                  <c:v>115.34</c:v>
                </c:pt>
                <c:pt idx="518">
                  <c:v>115.36</c:v>
                </c:pt>
                <c:pt idx="519">
                  <c:v>115.38</c:v>
                </c:pt>
                <c:pt idx="520">
                  <c:v>115.4</c:v>
                </c:pt>
                <c:pt idx="521">
                  <c:v>115.42</c:v>
                </c:pt>
                <c:pt idx="522">
                  <c:v>115.44</c:v>
                </c:pt>
                <c:pt idx="523">
                  <c:v>115.46</c:v>
                </c:pt>
                <c:pt idx="524">
                  <c:v>115.48</c:v>
                </c:pt>
                <c:pt idx="525">
                  <c:v>115.5</c:v>
                </c:pt>
                <c:pt idx="526">
                  <c:v>115.52</c:v>
                </c:pt>
                <c:pt idx="527">
                  <c:v>115.54</c:v>
                </c:pt>
                <c:pt idx="528">
                  <c:v>115.56</c:v>
                </c:pt>
                <c:pt idx="529">
                  <c:v>115.58</c:v>
                </c:pt>
                <c:pt idx="530">
                  <c:v>115.6</c:v>
                </c:pt>
                <c:pt idx="531">
                  <c:v>115.62</c:v>
                </c:pt>
                <c:pt idx="532">
                  <c:v>115.64</c:v>
                </c:pt>
                <c:pt idx="533">
                  <c:v>115.66</c:v>
                </c:pt>
                <c:pt idx="534">
                  <c:v>115.68</c:v>
                </c:pt>
                <c:pt idx="535">
                  <c:v>115.7</c:v>
                </c:pt>
                <c:pt idx="536">
                  <c:v>115.72</c:v>
                </c:pt>
                <c:pt idx="537">
                  <c:v>115.74</c:v>
                </c:pt>
                <c:pt idx="538">
                  <c:v>115.76</c:v>
                </c:pt>
                <c:pt idx="539">
                  <c:v>115.78</c:v>
                </c:pt>
                <c:pt idx="540">
                  <c:v>115.8</c:v>
                </c:pt>
                <c:pt idx="541">
                  <c:v>115.82</c:v>
                </c:pt>
                <c:pt idx="542">
                  <c:v>115.84</c:v>
                </c:pt>
                <c:pt idx="543">
                  <c:v>115.86</c:v>
                </c:pt>
                <c:pt idx="544">
                  <c:v>115.88</c:v>
                </c:pt>
                <c:pt idx="545">
                  <c:v>115.9</c:v>
                </c:pt>
                <c:pt idx="546">
                  <c:v>115.92</c:v>
                </c:pt>
                <c:pt idx="547">
                  <c:v>115.94</c:v>
                </c:pt>
                <c:pt idx="548">
                  <c:v>115.96</c:v>
                </c:pt>
                <c:pt idx="549">
                  <c:v>115.98</c:v>
                </c:pt>
                <c:pt idx="550">
                  <c:v>116</c:v>
                </c:pt>
                <c:pt idx="551">
                  <c:v>116.02</c:v>
                </c:pt>
                <c:pt idx="552">
                  <c:v>116.04</c:v>
                </c:pt>
                <c:pt idx="553">
                  <c:v>116.06</c:v>
                </c:pt>
                <c:pt idx="554">
                  <c:v>116.08</c:v>
                </c:pt>
                <c:pt idx="555">
                  <c:v>116.1</c:v>
                </c:pt>
                <c:pt idx="556">
                  <c:v>116.12</c:v>
                </c:pt>
                <c:pt idx="557">
                  <c:v>116.14</c:v>
                </c:pt>
                <c:pt idx="558">
                  <c:v>116.16</c:v>
                </c:pt>
                <c:pt idx="559">
                  <c:v>116.18</c:v>
                </c:pt>
                <c:pt idx="560">
                  <c:v>116.2</c:v>
                </c:pt>
                <c:pt idx="561">
                  <c:v>116.22</c:v>
                </c:pt>
                <c:pt idx="562">
                  <c:v>116.24</c:v>
                </c:pt>
                <c:pt idx="563">
                  <c:v>116.26</c:v>
                </c:pt>
                <c:pt idx="564">
                  <c:v>116.28</c:v>
                </c:pt>
                <c:pt idx="565">
                  <c:v>116.3</c:v>
                </c:pt>
                <c:pt idx="566">
                  <c:v>116.32</c:v>
                </c:pt>
                <c:pt idx="567">
                  <c:v>116.34</c:v>
                </c:pt>
                <c:pt idx="568">
                  <c:v>116.36</c:v>
                </c:pt>
                <c:pt idx="569">
                  <c:v>116.38</c:v>
                </c:pt>
                <c:pt idx="570">
                  <c:v>116.4</c:v>
                </c:pt>
                <c:pt idx="571">
                  <c:v>116.42</c:v>
                </c:pt>
                <c:pt idx="572">
                  <c:v>116.44</c:v>
                </c:pt>
                <c:pt idx="573">
                  <c:v>116.46</c:v>
                </c:pt>
                <c:pt idx="574">
                  <c:v>116.48</c:v>
                </c:pt>
                <c:pt idx="575">
                  <c:v>116.5</c:v>
                </c:pt>
                <c:pt idx="576">
                  <c:v>116.52</c:v>
                </c:pt>
                <c:pt idx="577">
                  <c:v>116.54</c:v>
                </c:pt>
                <c:pt idx="578">
                  <c:v>116.56</c:v>
                </c:pt>
                <c:pt idx="579">
                  <c:v>116.58</c:v>
                </c:pt>
                <c:pt idx="580">
                  <c:v>116.6</c:v>
                </c:pt>
                <c:pt idx="581">
                  <c:v>116.62</c:v>
                </c:pt>
                <c:pt idx="582">
                  <c:v>116.64</c:v>
                </c:pt>
                <c:pt idx="583">
                  <c:v>116.66</c:v>
                </c:pt>
                <c:pt idx="584">
                  <c:v>116.68</c:v>
                </c:pt>
                <c:pt idx="585">
                  <c:v>116.7</c:v>
                </c:pt>
                <c:pt idx="586">
                  <c:v>116.72</c:v>
                </c:pt>
                <c:pt idx="587">
                  <c:v>116.74</c:v>
                </c:pt>
                <c:pt idx="588">
                  <c:v>116.76</c:v>
                </c:pt>
                <c:pt idx="589">
                  <c:v>116.78</c:v>
                </c:pt>
                <c:pt idx="590">
                  <c:v>116.8</c:v>
                </c:pt>
                <c:pt idx="591">
                  <c:v>116.82</c:v>
                </c:pt>
                <c:pt idx="592">
                  <c:v>116.84</c:v>
                </c:pt>
                <c:pt idx="593">
                  <c:v>116.86</c:v>
                </c:pt>
                <c:pt idx="594">
                  <c:v>116.88</c:v>
                </c:pt>
                <c:pt idx="595">
                  <c:v>116.9</c:v>
                </c:pt>
                <c:pt idx="596">
                  <c:v>116.92</c:v>
                </c:pt>
                <c:pt idx="597">
                  <c:v>116.94</c:v>
                </c:pt>
                <c:pt idx="598">
                  <c:v>116.96</c:v>
                </c:pt>
                <c:pt idx="599">
                  <c:v>116.98</c:v>
                </c:pt>
                <c:pt idx="600">
                  <c:v>117</c:v>
                </c:pt>
                <c:pt idx="601">
                  <c:v>117.02</c:v>
                </c:pt>
                <c:pt idx="602">
                  <c:v>117.04</c:v>
                </c:pt>
                <c:pt idx="603">
                  <c:v>117.06</c:v>
                </c:pt>
                <c:pt idx="604">
                  <c:v>117.08</c:v>
                </c:pt>
                <c:pt idx="605">
                  <c:v>117.1</c:v>
                </c:pt>
                <c:pt idx="606">
                  <c:v>117.12</c:v>
                </c:pt>
                <c:pt idx="607">
                  <c:v>117.14</c:v>
                </c:pt>
                <c:pt idx="608">
                  <c:v>117.16</c:v>
                </c:pt>
                <c:pt idx="609">
                  <c:v>117.18</c:v>
                </c:pt>
                <c:pt idx="610">
                  <c:v>117.2</c:v>
                </c:pt>
                <c:pt idx="611">
                  <c:v>117.22</c:v>
                </c:pt>
                <c:pt idx="612">
                  <c:v>117.24</c:v>
                </c:pt>
                <c:pt idx="613">
                  <c:v>117.26</c:v>
                </c:pt>
                <c:pt idx="614">
                  <c:v>117.28</c:v>
                </c:pt>
                <c:pt idx="615">
                  <c:v>117.3</c:v>
                </c:pt>
                <c:pt idx="616">
                  <c:v>117.32</c:v>
                </c:pt>
                <c:pt idx="617">
                  <c:v>117.34</c:v>
                </c:pt>
                <c:pt idx="618">
                  <c:v>117.36</c:v>
                </c:pt>
                <c:pt idx="619">
                  <c:v>117.38</c:v>
                </c:pt>
                <c:pt idx="620">
                  <c:v>117.4</c:v>
                </c:pt>
                <c:pt idx="621">
                  <c:v>117.42</c:v>
                </c:pt>
                <c:pt idx="622">
                  <c:v>117.44</c:v>
                </c:pt>
                <c:pt idx="623">
                  <c:v>117.46</c:v>
                </c:pt>
                <c:pt idx="624">
                  <c:v>117.48</c:v>
                </c:pt>
                <c:pt idx="625">
                  <c:v>117.5</c:v>
                </c:pt>
                <c:pt idx="626">
                  <c:v>117.52</c:v>
                </c:pt>
                <c:pt idx="627">
                  <c:v>117.54</c:v>
                </c:pt>
                <c:pt idx="628">
                  <c:v>117.56</c:v>
                </c:pt>
                <c:pt idx="629">
                  <c:v>117.58</c:v>
                </c:pt>
                <c:pt idx="630">
                  <c:v>117.6</c:v>
                </c:pt>
                <c:pt idx="631">
                  <c:v>117.62</c:v>
                </c:pt>
                <c:pt idx="632">
                  <c:v>117.64</c:v>
                </c:pt>
                <c:pt idx="633">
                  <c:v>117.66</c:v>
                </c:pt>
                <c:pt idx="634">
                  <c:v>117.68</c:v>
                </c:pt>
                <c:pt idx="635">
                  <c:v>117.7</c:v>
                </c:pt>
                <c:pt idx="636">
                  <c:v>117.72</c:v>
                </c:pt>
                <c:pt idx="637">
                  <c:v>117.74</c:v>
                </c:pt>
                <c:pt idx="638">
                  <c:v>117.76</c:v>
                </c:pt>
                <c:pt idx="639">
                  <c:v>117.78</c:v>
                </c:pt>
                <c:pt idx="640">
                  <c:v>117.8</c:v>
                </c:pt>
                <c:pt idx="641">
                  <c:v>117.82</c:v>
                </c:pt>
                <c:pt idx="642">
                  <c:v>117.84</c:v>
                </c:pt>
                <c:pt idx="643">
                  <c:v>117.86</c:v>
                </c:pt>
                <c:pt idx="644">
                  <c:v>117.88</c:v>
                </c:pt>
                <c:pt idx="645">
                  <c:v>117.9</c:v>
                </c:pt>
                <c:pt idx="646">
                  <c:v>117.92</c:v>
                </c:pt>
                <c:pt idx="647">
                  <c:v>117.94</c:v>
                </c:pt>
                <c:pt idx="648">
                  <c:v>117.96</c:v>
                </c:pt>
                <c:pt idx="649">
                  <c:v>117.98</c:v>
                </c:pt>
                <c:pt idx="650">
                  <c:v>118</c:v>
                </c:pt>
                <c:pt idx="651">
                  <c:v>118.02</c:v>
                </c:pt>
                <c:pt idx="652">
                  <c:v>118.04</c:v>
                </c:pt>
                <c:pt idx="653">
                  <c:v>118.06</c:v>
                </c:pt>
                <c:pt idx="654">
                  <c:v>118.08</c:v>
                </c:pt>
                <c:pt idx="655">
                  <c:v>118.1</c:v>
                </c:pt>
                <c:pt idx="656">
                  <c:v>118.12</c:v>
                </c:pt>
                <c:pt idx="657">
                  <c:v>118.14</c:v>
                </c:pt>
                <c:pt idx="658">
                  <c:v>118.16</c:v>
                </c:pt>
                <c:pt idx="659">
                  <c:v>118.18</c:v>
                </c:pt>
                <c:pt idx="660">
                  <c:v>118.2</c:v>
                </c:pt>
                <c:pt idx="661">
                  <c:v>118.22</c:v>
                </c:pt>
                <c:pt idx="662">
                  <c:v>118.24</c:v>
                </c:pt>
                <c:pt idx="663">
                  <c:v>118.26</c:v>
                </c:pt>
                <c:pt idx="664">
                  <c:v>118.28</c:v>
                </c:pt>
                <c:pt idx="665">
                  <c:v>118.3</c:v>
                </c:pt>
                <c:pt idx="666">
                  <c:v>118.32</c:v>
                </c:pt>
                <c:pt idx="667">
                  <c:v>118.34</c:v>
                </c:pt>
                <c:pt idx="668">
                  <c:v>118.36</c:v>
                </c:pt>
                <c:pt idx="669">
                  <c:v>118.38</c:v>
                </c:pt>
                <c:pt idx="670">
                  <c:v>118.4</c:v>
                </c:pt>
                <c:pt idx="671">
                  <c:v>118.42</c:v>
                </c:pt>
                <c:pt idx="672">
                  <c:v>118.44</c:v>
                </c:pt>
                <c:pt idx="673">
                  <c:v>118.46</c:v>
                </c:pt>
                <c:pt idx="674">
                  <c:v>118.48</c:v>
                </c:pt>
                <c:pt idx="675">
                  <c:v>118.5</c:v>
                </c:pt>
                <c:pt idx="676">
                  <c:v>118.52</c:v>
                </c:pt>
                <c:pt idx="677">
                  <c:v>118.54</c:v>
                </c:pt>
                <c:pt idx="678">
                  <c:v>118.56</c:v>
                </c:pt>
                <c:pt idx="679">
                  <c:v>118.58</c:v>
                </c:pt>
                <c:pt idx="680">
                  <c:v>118.6</c:v>
                </c:pt>
                <c:pt idx="681">
                  <c:v>118.62</c:v>
                </c:pt>
                <c:pt idx="682">
                  <c:v>118.64</c:v>
                </c:pt>
                <c:pt idx="683">
                  <c:v>118.66</c:v>
                </c:pt>
                <c:pt idx="684">
                  <c:v>118.68</c:v>
                </c:pt>
                <c:pt idx="685">
                  <c:v>118.7</c:v>
                </c:pt>
                <c:pt idx="686">
                  <c:v>118.72</c:v>
                </c:pt>
                <c:pt idx="687">
                  <c:v>118.74</c:v>
                </c:pt>
                <c:pt idx="688">
                  <c:v>118.76</c:v>
                </c:pt>
                <c:pt idx="689">
                  <c:v>118.78</c:v>
                </c:pt>
                <c:pt idx="690">
                  <c:v>118.8</c:v>
                </c:pt>
                <c:pt idx="691">
                  <c:v>118.82</c:v>
                </c:pt>
                <c:pt idx="692">
                  <c:v>118.84</c:v>
                </c:pt>
                <c:pt idx="693">
                  <c:v>118.86</c:v>
                </c:pt>
                <c:pt idx="694">
                  <c:v>118.88</c:v>
                </c:pt>
                <c:pt idx="695">
                  <c:v>118.9</c:v>
                </c:pt>
                <c:pt idx="696">
                  <c:v>118.92</c:v>
                </c:pt>
                <c:pt idx="697">
                  <c:v>118.94</c:v>
                </c:pt>
                <c:pt idx="698">
                  <c:v>118.96</c:v>
                </c:pt>
                <c:pt idx="699">
                  <c:v>118.98</c:v>
                </c:pt>
                <c:pt idx="700">
                  <c:v>119</c:v>
                </c:pt>
                <c:pt idx="701">
                  <c:v>119.02</c:v>
                </c:pt>
                <c:pt idx="702">
                  <c:v>119.04</c:v>
                </c:pt>
                <c:pt idx="703">
                  <c:v>119.06</c:v>
                </c:pt>
                <c:pt idx="704">
                  <c:v>119.08</c:v>
                </c:pt>
                <c:pt idx="705">
                  <c:v>119.1</c:v>
                </c:pt>
                <c:pt idx="706">
                  <c:v>119.12</c:v>
                </c:pt>
                <c:pt idx="707">
                  <c:v>119.14</c:v>
                </c:pt>
                <c:pt idx="708">
                  <c:v>119.16</c:v>
                </c:pt>
                <c:pt idx="709">
                  <c:v>119.18</c:v>
                </c:pt>
                <c:pt idx="710">
                  <c:v>119.2</c:v>
                </c:pt>
                <c:pt idx="711">
                  <c:v>119.22</c:v>
                </c:pt>
                <c:pt idx="712">
                  <c:v>119.24</c:v>
                </c:pt>
                <c:pt idx="713">
                  <c:v>119.26</c:v>
                </c:pt>
                <c:pt idx="714">
                  <c:v>119.28</c:v>
                </c:pt>
                <c:pt idx="715">
                  <c:v>119.3</c:v>
                </c:pt>
                <c:pt idx="716">
                  <c:v>119.32</c:v>
                </c:pt>
                <c:pt idx="717">
                  <c:v>119.34</c:v>
                </c:pt>
                <c:pt idx="718">
                  <c:v>119.36</c:v>
                </c:pt>
                <c:pt idx="719">
                  <c:v>119.38</c:v>
                </c:pt>
                <c:pt idx="720">
                  <c:v>119.4</c:v>
                </c:pt>
                <c:pt idx="721">
                  <c:v>119.42</c:v>
                </c:pt>
                <c:pt idx="722">
                  <c:v>119.44</c:v>
                </c:pt>
                <c:pt idx="723">
                  <c:v>119.46</c:v>
                </c:pt>
                <c:pt idx="724">
                  <c:v>119.48</c:v>
                </c:pt>
                <c:pt idx="725">
                  <c:v>119.5</c:v>
                </c:pt>
                <c:pt idx="726">
                  <c:v>119.52</c:v>
                </c:pt>
                <c:pt idx="727">
                  <c:v>119.54</c:v>
                </c:pt>
                <c:pt idx="728">
                  <c:v>119.56</c:v>
                </c:pt>
                <c:pt idx="729">
                  <c:v>119.58</c:v>
                </c:pt>
                <c:pt idx="730">
                  <c:v>119.6</c:v>
                </c:pt>
                <c:pt idx="731">
                  <c:v>119.62</c:v>
                </c:pt>
                <c:pt idx="732">
                  <c:v>119.64</c:v>
                </c:pt>
                <c:pt idx="733">
                  <c:v>119.66</c:v>
                </c:pt>
                <c:pt idx="734">
                  <c:v>119.68</c:v>
                </c:pt>
                <c:pt idx="735">
                  <c:v>119.7</c:v>
                </c:pt>
                <c:pt idx="736">
                  <c:v>119.72</c:v>
                </c:pt>
                <c:pt idx="737">
                  <c:v>119.74</c:v>
                </c:pt>
                <c:pt idx="738">
                  <c:v>119.76</c:v>
                </c:pt>
                <c:pt idx="739">
                  <c:v>119.78</c:v>
                </c:pt>
                <c:pt idx="740">
                  <c:v>119.8</c:v>
                </c:pt>
                <c:pt idx="741">
                  <c:v>119.82</c:v>
                </c:pt>
                <c:pt idx="742">
                  <c:v>119.84</c:v>
                </c:pt>
                <c:pt idx="743">
                  <c:v>119.86</c:v>
                </c:pt>
                <c:pt idx="744">
                  <c:v>119.88</c:v>
                </c:pt>
                <c:pt idx="745">
                  <c:v>119.9</c:v>
                </c:pt>
                <c:pt idx="746">
                  <c:v>119.92</c:v>
                </c:pt>
                <c:pt idx="747">
                  <c:v>119.94</c:v>
                </c:pt>
                <c:pt idx="748">
                  <c:v>119.96</c:v>
                </c:pt>
                <c:pt idx="749">
                  <c:v>119.98</c:v>
                </c:pt>
                <c:pt idx="750">
                  <c:v>120</c:v>
                </c:pt>
                <c:pt idx="751">
                  <c:v>120.02</c:v>
                </c:pt>
                <c:pt idx="752">
                  <c:v>120.04</c:v>
                </c:pt>
                <c:pt idx="753">
                  <c:v>120.06</c:v>
                </c:pt>
                <c:pt idx="754">
                  <c:v>120.08</c:v>
                </c:pt>
                <c:pt idx="755">
                  <c:v>120.1</c:v>
                </c:pt>
                <c:pt idx="756">
                  <c:v>120.12</c:v>
                </c:pt>
                <c:pt idx="757">
                  <c:v>120.14</c:v>
                </c:pt>
                <c:pt idx="758">
                  <c:v>120.16</c:v>
                </c:pt>
                <c:pt idx="759">
                  <c:v>120.18</c:v>
                </c:pt>
                <c:pt idx="760">
                  <c:v>120.2</c:v>
                </c:pt>
                <c:pt idx="761">
                  <c:v>120.22</c:v>
                </c:pt>
                <c:pt idx="762">
                  <c:v>120.24</c:v>
                </c:pt>
                <c:pt idx="763">
                  <c:v>120.26</c:v>
                </c:pt>
                <c:pt idx="764">
                  <c:v>120.28</c:v>
                </c:pt>
                <c:pt idx="765">
                  <c:v>120.3</c:v>
                </c:pt>
                <c:pt idx="766">
                  <c:v>120.32</c:v>
                </c:pt>
                <c:pt idx="767">
                  <c:v>120.34</c:v>
                </c:pt>
                <c:pt idx="768">
                  <c:v>120.36</c:v>
                </c:pt>
                <c:pt idx="769">
                  <c:v>120.38</c:v>
                </c:pt>
                <c:pt idx="770">
                  <c:v>120.4</c:v>
                </c:pt>
                <c:pt idx="771">
                  <c:v>120.42</c:v>
                </c:pt>
                <c:pt idx="772">
                  <c:v>120.44</c:v>
                </c:pt>
                <c:pt idx="773">
                  <c:v>120.46</c:v>
                </c:pt>
                <c:pt idx="774">
                  <c:v>120.48</c:v>
                </c:pt>
                <c:pt idx="775">
                  <c:v>120.5</c:v>
                </c:pt>
                <c:pt idx="776">
                  <c:v>120.52</c:v>
                </c:pt>
                <c:pt idx="777">
                  <c:v>120.54</c:v>
                </c:pt>
                <c:pt idx="778">
                  <c:v>120.56</c:v>
                </c:pt>
                <c:pt idx="779">
                  <c:v>120.58</c:v>
                </c:pt>
                <c:pt idx="780">
                  <c:v>120.6</c:v>
                </c:pt>
                <c:pt idx="781">
                  <c:v>120.62</c:v>
                </c:pt>
                <c:pt idx="782">
                  <c:v>120.64</c:v>
                </c:pt>
                <c:pt idx="783">
                  <c:v>120.66</c:v>
                </c:pt>
                <c:pt idx="784">
                  <c:v>120.68</c:v>
                </c:pt>
                <c:pt idx="785">
                  <c:v>120.7</c:v>
                </c:pt>
                <c:pt idx="786">
                  <c:v>120.72</c:v>
                </c:pt>
                <c:pt idx="787">
                  <c:v>120.74</c:v>
                </c:pt>
                <c:pt idx="788">
                  <c:v>120.76</c:v>
                </c:pt>
                <c:pt idx="789">
                  <c:v>120.78</c:v>
                </c:pt>
                <c:pt idx="790">
                  <c:v>120.8</c:v>
                </c:pt>
                <c:pt idx="791">
                  <c:v>120.82</c:v>
                </c:pt>
                <c:pt idx="792">
                  <c:v>120.84</c:v>
                </c:pt>
                <c:pt idx="793">
                  <c:v>120.86</c:v>
                </c:pt>
                <c:pt idx="794">
                  <c:v>120.88</c:v>
                </c:pt>
                <c:pt idx="795">
                  <c:v>120.9</c:v>
                </c:pt>
                <c:pt idx="796">
                  <c:v>120.92</c:v>
                </c:pt>
                <c:pt idx="797">
                  <c:v>120.94</c:v>
                </c:pt>
                <c:pt idx="798">
                  <c:v>120.96</c:v>
                </c:pt>
                <c:pt idx="799">
                  <c:v>120.98</c:v>
                </c:pt>
                <c:pt idx="800">
                  <c:v>121</c:v>
                </c:pt>
                <c:pt idx="801">
                  <c:v>121.02</c:v>
                </c:pt>
                <c:pt idx="802">
                  <c:v>121.04</c:v>
                </c:pt>
                <c:pt idx="803">
                  <c:v>121.06</c:v>
                </c:pt>
                <c:pt idx="804">
                  <c:v>121.08</c:v>
                </c:pt>
                <c:pt idx="805">
                  <c:v>121.1</c:v>
                </c:pt>
                <c:pt idx="806">
                  <c:v>121.12</c:v>
                </c:pt>
                <c:pt idx="807">
                  <c:v>121.14</c:v>
                </c:pt>
                <c:pt idx="808">
                  <c:v>121.16</c:v>
                </c:pt>
                <c:pt idx="809">
                  <c:v>121.18</c:v>
                </c:pt>
                <c:pt idx="810">
                  <c:v>121.2</c:v>
                </c:pt>
                <c:pt idx="811">
                  <c:v>121.22</c:v>
                </c:pt>
                <c:pt idx="812">
                  <c:v>121.24</c:v>
                </c:pt>
                <c:pt idx="813">
                  <c:v>121.26</c:v>
                </c:pt>
                <c:pt idx="814">
                  <c:v>121.28</c:v>
                </c:pt>
                <c:pt idx="815">
                  <c:v>121.3</c:v>
                </c:pt>
                <c:pt idx="816">
                  <c:v>121.32</c:v>
                </c:pt>
                <c:pt idx="817">
                  <c:v>121.34</c:v>
                </c:pt>
                <c:pt idx="818">
                  <c:v>121.36</c:v>
                </c:pt>
                <c:pt idx="819">
                  <c:v>121.38</c:v>
                </c:pt>
                <c:pt idx="820">
                  <c:v>121.4</c:v>
                </c:pt>
                <c:pt idx="821">
                  <c:v>121.42</c:v>
                </c:pt>
                <c:pt idx="822">
                  <c:v>121.44</c:v>
                </c:pt>
                <c:pt idx="823">
                  <c:v>121.46</c:v>
                </c:pt>
                <c:pt idx="824">
                  <c:v>121.48</c:v>
                </c:pt>
                <c:pt idx="825">
                  <c:v>121.5</c:v>
                </c:pt>
                <c:pt idx="826">
                  <c:v>121.52</c:v>
                </c:pt>
                <c:pt idx="827">
                  <c:v>121.54</c:v>
                </c:pt>
                <c:pt idx="828">
                  <c:v>121.56</c:v>
                </c:pt>
                <c:pt idx="829">
                  <c:v>121.58</c:v>
                </c:pt>
                <c:pt idx="830">
                  <c:v>121.6</c:v>
                </c:pt>
                <c:pt idx="831">
                  <c:v>121.62</c:v>
                </c:pt>
                <c:pt idx="832">
                  <c:v>121.64</c:v>
                </c:pt>
                <c:pt idx="833">
                  <c:v>121.66</c:v>
                </c:pt>
                <c:pt idx="834">
                  <c:v>121.68</c:v>
                </c:pt>
                <c:pt idx="835">
                  <c:v>121.7</c:v>
                </c:pt>
                <c:pt idx="836">
                  <c:v>121.72</c:v>
                </c:pt>
                <c:pt idx="837">
                  <c:v>121.74</c:v>
                </c:pt>
                <c:pt idx="838">
                  <c:v>121.76</c:v>
                </c:pt>
                <c:pt idx="839">
                  <c:v>121.78</c:v>
                </c:pt>
                <c:pt idx="840">
                  <c:v>121.8</c:v>
                </c:pt>
                <c:pt idx="841">
                  <c:v>121.82</c:v>
                </c:pt>
                <c:pt idx="842">
                  <c:v>121.84</c:v>
                </c:pt>
                <c:pt idx="843">
                  <c:v>121.86</c:v>
                </c:pt>
                <c:pt idx="844">
                  <c:v>121.88</c:v>
                </c:pt>
                <c:pt idx="845">
                  <c:v>121.9</c:v>
                </c:pt>
                <c:pt idx="846">
                  <c:v>121.92</c:v>
                </c:pt>
                <c:pt idx="847">
                  <c:v>121.94</c:v>
                </c:pt>
                <c:pt idx="848">
                  <c:v>121.96</c:v>
                </c:pt>
                <c:pt idx="849">
                  <c:v>121.98</c:v>
                </c:pt>
                <c:pt idx="850">
                  <c:v>122</c:v>
                </c:pt>
                <c:pt idx="851">
                  <c:v>122.02</c:v>
                </c:pt>
                <c:pt idx="852">
                  <c:v>122.04</c:v>
                </c:pt>
                <c:pt idx="853">
                  <c:v>122.06</c:v>
                </c:pt>
                <c:pt idx="854">
                  <c:v>122.08</c:v>
                </c:pt>
                <c:pt idx="855">
                  <c:v>122.1</c:v>
                </c:pt>
                <c:pt idx="856">
                  <c:v>122.12</c:v>
                </c:pt>
                <c:pt idx="857">
                  <c:v>122.14</c:v>
                </c:pt>
                <c:pt idx="858">
                  <c:v>122.16</c:v>
                </c:pt>
                <c:pt idx="859">
                  <c:v>122.18</c:v>
                </c:pt>
                <c:pt idx="860">
                  <c:v>122.2</c:v>
                </c:pt>
                <c:pt idx="861">
                  <c:v>122.22</c:v>
                </c:pt>
                <c:pt idx="862">
                  <c:v>122.24</c:v>
                </c:pt>
                <c:pt idx="863">
                  <c:v>122.26</c:v>
                </c:pt>
                <c:pt idx="864">
                  <c:v>122.28</c:v>
                </c:pt>
                <c:pt idx="865">
                  <c:v>122.3</c:v>
                </c:pt>
                <c:pt idx="866">
                  <c:v>122.32</c:v>
                </c:pt>
                <c:pt idx="867">
                  <c:v>122.34</c:v>
                </c:pt>
                <c:pt idx="868">
                  <c:v>122.36</c:v>
                </c:pt>
                <c:pt idx="869">
                  <c:v>122.38</c:v>
                </c:pt>
                <c:pt idx="870">
                  <c:v>122.4</c:v>
                </c:pt>
                <c:pt idx="871">
                  <c:v>122.42</c:v>
                </c:pt>
                <c:pt idx="872">
                  <c:v>122.44</c:v>
                </c:pt>
                <c:pt idx="873">
                  <c:v>122.46</c:v>
                </c:pt>
                <c:pt idx="874">
                  <c:v>122.48</c:v>
                </c:pt>
                <c:pt idx="875">
                  <c:v>122.5</c:v>
                </c:pt>
                <c:pt idx="876">
                  <c:v>122.52</c:v>
                </c:pt>
                <c:pt idx="877">
                  <c:v>122.54</c:v>
                </c:pt>
                <c:pt idx="878">
                  <c:v>122.56</c:v>
                </c:pt>
                <c:pt idx="879">
                  <c:v>122.58</c:v>
                </c:pt>
                <c:pt idx="880">
                  <c:v>122.6</c:v>
                </c:pt>
                <c:pt idx="881">
                  <c:v>122.62</c:v>
                </c:pt>
                <c:pt idx="882">
                  <c:v>122.64</c:v>
                </c:pt>
                <c:pt idx="883">
                  <c:v>122.66</c:v>
                </c:pt>
                <c:pt idx="884">
                  <c:v>122.68</c:v>
                </c:pt>
                <c:pt idx="885">
                  <c:v>122.7</c:v>
                </c:pt>
                <c:pt idx="886">
                  <c:v>122.72</c:v>
                </c:pt>
                <c:pt idx="887">
                  <c:v>122.74</c:v>
                </c:pt>
                <c:pt idx="888">
                  <c:v>122.76</c:v>
                </c:pt>
                <c:pt idx="889">
                  <c:v>122.78</c:v>
                </c:pt>
                <c:pt idx="890">
                  <c:v>122.8</c:v>
                </c:pt>
                <c:pt idx="891">
                  <c:v>122.82</c:v>
                </c:pt>
                <c:pt idx="892">
                  <c:v>122.84</c:v>
                </c:pt>
                <c:pt idx="893">
                  <c:v>122.86</c:v>
                </c:pt>
                <c:pt idx="894">
                  <c:v>122.88</c:v>
                </c:pt>
                <c:pt idx="895">
                  <c:v>122.9</c:v>
                </c:pt>
                <c:pt idx="896">
                  <c:v>122.92</c:v>
                </c:pt>
                <c:pt idx="897">
                  <c:v>122.94</c:v>
                </c:pt>
                <c:pt idx="898">
                  <c:v>122.96</c:v>
                </c:pt>
                <c:pt idx="899">
                  <c:v>122.98</c:v>
                </c:pt>
                <c:pt idx="900">
                  <c:v>123</c:v>
                </c:pt>
                <c:pt idx="901">
                  <c:v>123.02</c:v>
                </c:pt>
                <c:pt idx="902">
                  <c:v>123.04</c:v>
                </c:pt>
                <c:pt idx="903">
                  <c:v>123.06</c:v>
                </c:pt>
                <c:pt idx="904">
                  <c:v>123.08</c:v>
                </c:pt>
                <c:pt idx="905">
                  <c:v>123.1</c:v>
                </c:pt>
                <c:pt idx="906">
                  <c:v>123.12</c:v>
                </c:pt>
                <c:pt idx="907">
                  <c:v>123.14</c:v>
                </c:pt>
                <c:pt idx="908">
                  <c:v>123.16</c:v>
                </c:pt>
                <c:pt idx="909">
                  <c:v>123.18</c:v>
                </c:pt>
                <c:pt idx="910">
                  <c:v>123.2</c:v>
                </c:pt>
                <c:pt idx="911">
                  <c:v>123.22</c:v>
                </c:pt>
                <c:pt idx="912">
                  <c:v>123.24</c:v>
                </c:pt>
                <c:pt idx="913">
                  <c:v>123.26</c:v>
                </c:pt>
                <c:pt idx="914">
                  <c:v>123.28</c:v>
                </c:pt>
                <c:pt idx="915">
                  <c:v>123.3</c:v>
                </c:pt>
                <c:pt idx="916">
                  <c:v>123.32</c:v>
                </c:pt>
                <c:pt idx="917">
                  <c:v>123.34</c:v>
                </c:pt>
                <c:pt idx="918">
                  <c:v>123.36</c:v>
                </c:pt>
                <c:pt idx="919">
                  <c:v>123.38</c:v>
                </c:pt>
                <c:pt idx="920">
                  <c:v>123.4</c:v>
                </c:pt>
                <c:pt idx="921">
                  <c:v>123.42</c:v>
                </c:pt>
                <c:pt idx="922">
                  <c:v>123.44</c:v>
                </c:pt>
                <c:pt idx="923">
                  <c:v>123.46</c:v>
                </c:pt>
                <c:pt idx="924">
                  <c:v>123.48</c:v>
                </c:pt>
                <c:pt idx="925">
                  <c:v>123.5</c:v>
                </c:pt>
                <c:pt idx="926">
                  <c:v>123.52</c:v>
                </c:pt>
                <c:pt idx="927">
                  <c:v>123.54</c:v>
                </c:pt>
                <c:pt idx="928">
                  <c:v>123.56</c:v>
                </c:pt>
                <c:pt idx="929">
                  <c:v>123.58</c:v>
                </c:pt>
                <c:pt idx="930">
                  <c:v>123.6</c:v>
                </c:pt>
                <c:pt idx="931">
                  <c:v>123.62</c:v>
                </c:pt>
                <c:pt idx="932">
                  <c:v>123.64</c:v>
                </c:pt>
                <c:pt idx="933">
                  <c:v>123.66</c:v>
                </c:pt>
                <c:pt idx="934">
                  <c:v>123.68</c:v>
                </c:pt>
                <c:pt idx="935">
                  <c:v>123.7</c:v>
                </c:pt>
                <c:pt idx="936">
                  <c:v>123.72</c:v>
                </c:pt>
                <c:pt idx="937">
                  <c:v>123.74</c:v>
                </c:pt>
                <c:pt idx="938">
                  <c:v>123.76</c:v>
                </c:pt>
                <c:pt idx="939">
                  <c:v>123.78</c:v>
                </c:pt>
                <c:pt idx="940">
                  <c:v>123.8</c:v>
                </c:pt>
                <c:pt idx="941">
                  <c:v>123.82</c:v>
                </c:pt>
                <c:pt idx="942">
                  <c:v>123.84</c:v>
                </c:pt>
                <c:pt idx="943">
                  <c:v>123.86</c:v>
                </c:pt>
                <c:pt idx="944">
                  <c:v>123.88</c:v>
                </c:pt>
                <c:pt idx="945">
                  <c:v>123.9</c:v>
                </c:pt>
                <c:pt idx="946">
                  <c:v>123.92</c:v>
                </c:pt>
                <c:pt idx="947">
                  <c:v>123.94</c:v>
                </c:pt>
                <c:pt idx="948">
                  <c:v>123.96</c:v>
                </c:pt>
                <c:pt idx="949">
                  <c:v>123.98</c:v>
                </c:pt>
                <c:pt idx="950">
                  <c:v>124</c:v>
                </c:pt>
                <c:pt idx="951">
                  <c:v>124.02</c:v>
                </c:pt>
                <c:pt idx="952">
                  <c:v>124.04</c:v>
                </c:pt>
                <c:pt idx="953">
                  <c:v>124.06</c:v>
                </c:pt>
                <c:pt idx="954">
                  <c:v>124.08</c:v>
                </c:pt>
                <c:pt idx="955">
                  <c:v>124.1</c:v>
                </c:pt>
                <c:pt idx="956">
                  <c:v>124.12</c:v>
                </c:pt>
                <c:pt idx="957">
                  <c:v>124.14</c:v>
                </c:pt>
                <c:pt idx="958">
                  <c:v>124.16</c:v>
                </c:pt>
                <c:pt idx="959">
                  <c:v>124.18</c:v>
                </c:pt>
                <c:pt idx="960">
                  <c:v>124.2</c:v>
                </c:pt>
                <c:pt idx="961">
                  <c:v>124.22</c:v>
                </c:pt>
                <c:pt idx="962">
                  <c:v>124.24</c:v>
                </c:pt>
                <c:pt idx="963">
                  <c:v>124.26</c:v>
                </c:pt>
                <c:pt idx="964">
                  <c:v>124.28</c:v>
                </c:pt>
                <c:pt idx="965">
                  <c:v>124.3</c:v>
                </c:pt>
                <c:pt idx="966">
                  <c:v>124.32</c:v>
                </c:pt>
                <c:pt idx="967">
                  <c:v>124.34</c:v>
                </c:pt>
                <c:pt idx="968">
                  <c:v>124.36</c:v>
                </c:pt>
                <c:pt idx="969">
                  <c:v>124.38</c:v>
                </c:pt>
                <c:pt idx="970">
                  <c:v>124.4</c:v>
                </c:pt>
                <c:pt idx="971">
                  <c:v>124.42</c:v>
                </c:pt>
                <c:pt idx="972">
                  <c:v>124.44</c:v>
                </c:pt>
                <c:pt idx="973">
                  <c:v>124.46</c:v>
                </c:pt>
                <c:pt idx="974">
                  <c:v>124.48</c:v>
                </c:pt>
                <c:pt idx="975">
                  <c:v>124.5</c:v>
                </c:pt>
                <c:pt idx="976">
                  <c:v>124.52</c:v>
                </c:pt>
                <c:pt idx="977">
                  <c:v>124.54</c:v>
                </c:pt>
                <c:pt idx="978">
                  <c:v>124.56</c:v>
                </c:pt>
                <c:pt idx="979">
                  <c:v>124.58</c:v>
                </c:pt>
                <c:pt idx="980">
                  <c:v>124.6</c:v>
                </c:pt>
                <c:pt idx="981">
                  <c:v>124.62</c:v>
                </c:pt>
                <c:pt idx="982">
                  <c:v>124.64</c:v>
                </c:pt>
                <c:pt idx="983">
                  <c:v>124.66</c:v>
                </c:pt>
                <c:pt idx="984">
                  <c:v>124.68</c:v>
                </c:pt>
                <c:pt idx="985">
                  <c:v>124.7</c:v>
                </c:pt>
                <c:pt idx="986">
                  <c:v>124.72</c:v>
                </c:pt>
                <c:pt idx="987">
                  <c:v>124.74</c:v>
                </c:pt>
                <c:pt idx="988">
                  <c:v>124.76</c:v>
                </c:pt>
                <c:pt idx="989">
                  <c:v>124.78</c:v>
                </c:pt>
                <c:pt idx="990">
                  <c:v>124.8</c:v>
                </c:pt>
                <c:pt idx="991">
                  <c:v>124.82</c:v>
                </c:pt>
                <c:pt idx="992">
                  <c:v>124.84</c:v>
                </c:pt>
                <c:pt idx="993">
                  <c:v>124.86</c:v>
                </c:pt>
                <c:pt idx="994">
                  <c:v>124.88</c:v>
                </c:pt>
                <c:pt idx="995">
                  <c:v>124.9</c:v>
                </c:pt>
                <c:pt idx="996">
                  <c:v>124.92</c:v>
                </c:pt>
                <c:pt idx="997">
                  <c:v>124.94</c:v>
                </c:pt>
                <c:pt idx="998">
                  <c:v>124.96</c:v>
                </c:pt>
                <c:pt idx="999">
                  <c:v>124.98</c:v>
                </c:pt>
                <c:pt idx="1000">
                  <c:v>125</c:v>
                </c:pt>
              </c:numCache>
            </c:numRef>
          </c:xVal>
          <c:yVal>
            <c:numRef>
              <c:f>'Chart Data'!$D$2:$D$1002</c:f>
              <c:numCache>
                <c:formatCode>0.00</c:formatCode>
                <c:ptCount val="1001"/>
                <c:pt idx="0">
                  <c:v>0.00072615239357294</c:v>
                </c:pt>
                <c:pt idx="1">
                  <c:v>0.00072898742808751</c:v>
                </c:pt>
                <c:pt idx="2">
                  <c:v>0.00073183909474958</c:v>
                </c:pt>
                <c:pt idx="3">
                  <c:v>0.00073470752388973</c:v>
                </c:pt>
                <c:pt idx="4">
                  <c:v>0.00073759284711741</c:v>
                </c:pt>
                <c:pt idx="5">
                  <c:v>0.00074049519733602</c:v>
                </c:pt>
                <c:pt idx="6">
                  <c:v>0.00074341470875819</c:v>
                </c:pt>
                <c:pt idx="7">
                  <c:v>0.00074635151692131</c:v>
                </c:pt>
                <c:pt idx="8">
                  <c:v>0.00074930575870323</c:v>
                </c:pt>
                <c:pt idx="9">
                  <c:v>0.00075227757233823</c:v>
                </c:pt>
                <c:pt idx="10">
                  <c:v>0.00075526709743311</c:v>
                </c:pt>
                <c:pt idx="11">
                  <c:v>0.00075827447498366</c:v>
                </c:pt>
                <c:pt idx="12">
                  <c:v>0.00076129984739119</c:v>
                </c:pt>
                <c:pt idx="13">
                  <c:v>0.00076434335847945</c:v>
                </c:pt>
                <c:pt idx="14">
                  <c:v>0.00076740515351166</c:v>
                </c:pt>
                <c:pt idx="15">
                  <c:v>0.00077048537920782</c:v>
                </c:pt>
                <c:pt idx="16">
                  <c:v>0.00077358418376234</c:v>
                </c:pt>
                <c:pt idx="17">
                  <c:v>0.00077670171686179</c:v>
                </c:pt>
                <c:pt idx="18">
                  <c:v>0.00077983812970296</c:v>
                </c:pt>
                <c:pt idx="19">
                  <c:v>0.00078299357501124</c:v>
                </c:pt>
                <c:pt idx="20">
                  <c:v>0.00078616820705914</c:v>
                </c:pt>
                <c:pt idx="21">
                  <c:v>0.00078936218168513</c:v>
                </c:pt>
                <c:pt idx="22">
                  <c:v>0.00079257565631279</c:v>
                </c:pt>
                <c:pt idx="23">
                  <c:v>0.00079580878997018</c:v>
                </c:pt>
                <c:pt idx="24">
                  <c:v>0.00079906174330948</c:v>
                </c:pt>
                <c:pt idx="25">
                  <c:v>0.00080233467862692</c:v>
                </c:pt>
                <c:pt idx="26">
                  <c:v>0.00080562775988308</c:v>
                </c:pt>
                <c:pt idx="27">
                  <c:v>0.00080894115272331</c:v>
                </c:pt>
                <c:pt idx="28">
                  <c:v>0.00081227502449862</c:v>
                </c:pt>
                <c:pt idx="29">
                  <c:v>0.00081562954428676</c:v>
                </c:pt>
                <c:pt idx="30">
                  <c:v>0.00081900488291364</c:v>
                </c:pt>
                <c:pt idx="31">
                  <c:v>0.00082240121297507</c:v>
                </c:pt>
                <c:pt idx="32">
                  <c:v>0.00082581870885881</c:v>
                </c:pt>
                <c:pt idx="33">
                  <c:v>0.00082925754676692</c:v>
                </c:pt>
                <c:pt idx="34">
                  <c:v>0.00083271790473846</c:v>
                </c:pt>
                <c:pt idx="35">
                  <c:v>0.00083619996267253</c:v>
                </c:pt>
                <c:pt idx="36">
                  <c:v>0.00083970390235162</c:v>
                </c:pt>
                <c:pt idx="37">
                  <c:v>0.00084322990746531</c:v>
                </c:pt>
                <c:pt idx="38">
                  <c:v>0.00084677816363433</c:v>
                </c:pt>
                <c:pt idx="39">
                  <c:v>0.00085034885843497</c:v>
                </c:pt>
                <c:pt idx="40">
                  <c:v>0.00085394218142386</c:v>
                </c:pt>
                <c:pt idx="41">
                  <c:v>0.00085755832416309</c:v>
                </c:pt>
                <c:pt idx="42">
                  <c:v>0.00086119748024573</c:v>
                </c:pt>
                <c:pt idx="43">
                  <c:v>0.00086485984532169</c:v>
                </c:pt>
                <c:pt idx="44">
                  <c:v>0.00086854561712405</c:v>
                </c:pt>
                <c:pt idx="45">
                  <c:v>0.00087225499549568</c:v>
                </c:pt>
                <c:pt idx="46">
                  <c:v>0.00087598818241631</c:v>
                </c:pt>
                <c:pt idx="47">
                  <c:v>0.00087974538203004</c:v>
                </c:pt>
                <c:pt idx="48">
                  <c:v>0.00088352680067315</c:v>
                </c:pt>
                <c:pt idx="49">
                  <c:v>0.00088733264690251</c:v>
                </c:pt>
                <c:pt idx="50">
                  <c:v>0.0008911631315242</c:v>
                </c:pt>
                <c:pt idx="51">
                  <c:v>0.00089501846762275</c:v>
                </c:pt>
                <c:pt idx="52">
                  <c:v>0.00089889887059073</c:v>
                </c:pt>
                <c:pt idx="53">
                  <c:v>0.00090280455815879</c:v>
                </c:pt>
                <c:pt idx="54">
                  <c:v>0.00090673575042618</c:v>
                </c:pt>
                <c:pt idx="55">
                  <c:v>0.00091069266989177</c:v>
                </c:pt>
                <c:pt idx="56">
                  <c:v>0.00091467554148546</c:v>
                </c:pt>
                <c:pt idx="57">
                  <c:v>0.00091868459260011</c:v>
                </c:pt>
                <c:pt idx="58">
                  <c:v>0.00092272005312401</c:v>
                </c:pt>
                <c:pt idx="59">
                  <c:v>0.0009267821554738</c:v>
                </c:pt>
                <c:pt idx="60">
                  <c:v>0.00093087113462783</c:v>
                </c:pt>
                <c:pt idx="61">
                  <c:v>0.00093498722816022</c:v>
                </c:pt>
                <c:pt idx="62">
                  <c:v>0.00093913067627527</c:v>
                </c:pt>
                <c:pt idx="63">
                  <c:v>0.00094330172184248</c:v>
                </c:pt>
                <c:pt idx="64">
                  <c:v>0.00094750061043212</c:v>
                </c:pt>
                <c:pt idx="65">
                  <c:v>0.00095172759035134</c:v>
                </c:pt>
                <c:pt idx="66">
                  <c:v>0.00095598291268081</c:v>
                </c:pt>
                <c:pt idx="67">
                  <c:v>0.00096026683131204</c:v>
                </c:pt>
                <c:pt idx="68">
                  <c:v>0.00096457960298516</c:v>
                </c:pt>
                <c:pt idx="69">
                  <c:v>0.00096892148732736</c:v>
                </c:pt>
                <c:pt idx="70">
                  <c:v>0.00097329274689195</c:v>
                </c:pt>
                <c:pt idx="71">
                  <c:v>0.00097769364719796</c:v>
                </c:pt>
                <c:pt idx="72">
                  <c:v>0.0009821244567705</c:v>
                </c:pt>
                <c:pt idx="73">
                  <c:v>0.00098658544718163</c:v>
                </c:pt>
                <c:pt idx="74">
                  <c:v>0.00099107689309192</c:v>
                </c:pt>
                <c:pt idx="75">
                  <c:v>0.00099559907229272</c:v>
                </c:pt>
                <c:pt idx="76">
                  <c:v>0.0010001522657491</c:v>
                </c:pt>
                <c:pt idx="77">
                  <c:v>0.0010047367576433</c:v>
                </c:pt>
                <c:pt idx="78">
                  <c:v>0.0010093528354192</c:v>
                </c:pt>
                <c:pt idx="79">
                  <c:v>0.0010140007898274</c:v>
                </c:pt>
                <c:pt idx="80">
                  <c:v>0.0010186809149706</c:v>
                </c:pt>
                <c:pt idx="81">
                  <c:v>0.0010233935083504</c:v>
                </c:pt>
                <c:pt idx="82">
                  <c:v>0.0010281388709144</c:v>
                </c:pt>
                <c:pt idx="83">
                  <c:v>0.0010329173071043</c:v>
                </c:pt>
                <c:pt idx="84">
                  <c:v>0.0010377291249046</c:v>
                </c:pt>
                <c:pt idx="85">
                  <c:v>0.0010425746358922</c:v>
                </c:pt>
                <c:pt idx="86">
                  <c:v>0.0010474541552866</c:v>
                </c:pt>
                <c:pt idx="87">
                  <c:v>0.0010523680020016</c:v>
                </c:pt>
                <c:pt idx="88">
                  <c:v>0.0010573164986967</c:v>
                </c:pt>
                <c:pt idx="89">
                  <c:v>0.0010622999718307</c:v>
                </c:pt>
                <c:pt idx="90">
                  <c:v>0.0010673187517148</c:v>
                </c:pt>
                <c:pt idx="91">
                  <c:v>0.0010723731725678</c:v>
                </c:pt>
                <c:pt idx="92">
                  <c:v>0.0010774635725716</c:v>
                </c:pt>
                <c:pt idx="93">
                  <c:v>0.0010825902939274</c:v>
                </c:pt>
                <c:pt idx="94">
                  <c:v>0.0010877536829135</c:v>
                </c:pt>
                <c:pt idx="95">
                  <c:v>0.0010929540899434</c:v>
                </c:pt>
                <c:pt idx="96">
                  <c:v>0.0010981918696257</c:v>
                </c:pt>
                <c:pt idx="97">
                  <c:v>0.0011034673808236</c:v>
                </c:pt>
                <c:pt idx="98">
                  <c:v>0.0011087809867175</c:v>
                </c:pt>
                <c:pt idx="99">
                  <c:v>0.0011141330548662</c:v>
                </c:pt>
                <c:pt idx="100">
                  <c:v>0.0011195239572714</c:v>
                </c:pt>
                <c:pt idx="101">
                  <c:v>0.0011249540704415</c:v>
                </c:pt>
                <c:pt idx="102">
                  <c:v>0.0011304237754579</c:v>
                </c:pt>
                <c:pt idx="103">
                  <c:v>0.0011359334580413</c:v>
                </c:pt>
                <c:pt idx="104">
                  <c:v>0.0011414835086201</c:v>
                </c:pt>
                <c:pt idx="105">
                  <c:v>0.0011470743223988</c:v>
                </c:pt>
                <c:pt idx="106">
                  <c:v>0.001152706299429</c:v>
                </c:pt>
                <c:pt idx="107">
                  <c:v>0.0011583798446805</c:v>
                </c:pt>
                <c:pt idx="108">
                  <c:v>0.001164095368114</c:v>
                </c:pt>
                <c:pt idx="109">
                  <c:v>0.0011698532847554</c:v>
                </c:pt>
                <c:pt idx="110">
                  <c:v>0.0011756540147706</c:v>
                </c:pt>
                <c:pt idx="111">
                  <c:v>0.0011814979835422</c:v>
                </c:pt>
                <c:pt idx="112">
                  <c:v>0.0011873856217478</c:v>
                </c:pt>
                <c:pt idx="113">
                  <c:v>0.0011933173654387</c:v>
                </c:pt>
                <c:pt idx="114">
                  <c:v>0.0011992936561208</c:v>
                </c:pt>
                <c:pt idx="115">
                  <c:v>0.0012053149408367</c:v>
                </c:pt>
                <c:pt idx="116">
                  <c:v>0.001211381672249</c:v>
                </c:pt>
                <c:pt idx="117">
                  <c:v>0.0012174943087256</c:v>
                </c:pt>
                <c:pt idx="118">
                  <c:v>0.0012236533144258</c:v>
                </c:pt>
                <c:pt idx="119">
                  <c:v>0.0012298591593886</c:v>
                </c:pt>
                <c:pt idx="120">
                  <c:v>0.0012361123196222</c:v>
                </c:pt>
                <c:pt idx="121">
                  <c:v>0.0012424132771951</c:v>
                </c:pt>
                <c:pt idx="122">
                  <c:v>0.0012487625203287</c:v>
                </c:pt>
                <c:pt idx="123">
                  <c:v>0.0012551605434925</c:v>
                </c:pt>
                <c:pt idx="124">
                  <c:v>0.0012616078474991</c:v>
                </c:pt>
                <c:pt idx="125">
                  <c:v>0.0012681049396033</c:v>
                </c:pt>
                <c:pt idx="126">
                  <c:v>0.0012746523336008</c:v>
                </c:pt>
                <c:pt idx="127">
                  <c:v>0.0012812505499302</c:v>
                </c:pt>
                <c:pt idx="128">
                  <c:v>0.0012879001157761</c:v>
                </c:pt>
                <c:pt idx="129">
                  <c:v>0.0012946015651741</c:v>
                </c:pt>
                <c:pt idx="130">
                  <c:v>0.0013013554391183</c:v>
                </c:pt>
                <c:pt idx="131">
                  <c:v>0.00130816228567</c:v>
                </c:pt>
                <c:pt idx="132">
                  <c:v>0.0013150226600689</c:v>
                </c:pt>
                <c:pt idx="133">
                  <c:v>0.0013219371248462</c:v>
                </c:pt>
                <c:pt idx="134">
                  <c:v>0.0013289062499395</c:v>
                </c:pt>
                <c:pt idx="135">
                  <c:v>0.0013359306128106</c:v>
                </c:pt>
                <c:pt idx="136">
                  <c:v>0.0013430107985643</c:v>
                </c:pt>
                <c:pt idx="137">
                  <c:v>0.0013501474000708</c:v>
                </c:pt>
                <c:pt idx="138">
                  <c:v>0.0013573410180891</c:v>
                </c:pt>
                <c:pt idx="139">
                  <c:v>0.0013645922613934</c:v>
                </c:pt>
                <c:pt idx="140">
                  <c:v>0.001371901746902</c:v>
                </c:pt>
                <c:pt idx="141">
                  <c:v>0.0013792700998079</c:v>
                </c:pt>
                <c:pt idx="142">
                  <c:v>0.0013866979537126</c:v>
                </c:pt>
                <c:pt idx="143">
                  <c:v>0.0013941859507622</c:v>
                </c:pt>
                <c:pt idx="144">
                  <c:v>0.0014017347417855</c:v>
                </c:pt>
                <c:pt idx="145">
                  <c:v>0.0014093449864359</c:v>
                </c:pt>
                <c:pt idx="146">
                  <c:v>0.0014170173533347</c:v>
                </c:pt>
                <c:pt idx="147">
                  <c:v>0.0014247525202184</c:v>
                </c:pt>
                <c:pt idx="148">
                  <c:v>0.0014325511740874</c:v>
                </c:pt>
                <c:pt idx="149">
                  <c:v>0.0014404140113589</c:v>
                </c:pt>
                <c:pt idx="150">
                  <c:v>0.001448341738022</c:v>
                </c:pt>
                <c:pt idx="151">
                  <c:v>0.0014563350697959</c:v>
                </c:pt>
                <c:pt idx="152">
                  <c:v>0.0014643947322911</c:v>
                </c:pt>
                <c:pt idx="153">
                  <c:v>0.0014725214611743</c:v>
                </c:pt>
                <c:pt idx="154">
                  <c:v>0.0014807160023353</c:v>
                </c:pt>
                <c:pt idx="155">
                  <c:v>0.0014889791120586</c:v>
                </c:pt>
                <c:pt idx="156">
                  <c:v>0.0014973115571971</c:v>
                </c:pt>
                <c:pt idx="157">
                  <c:v>0.0015057141153503</c:v>
                </c:pt>
                <c:pt idx="158">
                  <c:v>0.0015141875750448</c:v>
                </c:pt>
                <c:pt idx="159">
                  <c:v>0.0015227327359196</c:v>
                </c:pt>
                <c:pt idx="160">
                  <c:v>0.0015313504089143</c:v>
                </c:pt>
                <c:pt idx="161">
                  <c:v>0.0015400414164609</c:v>
                </c:pt>
                <c:pt idx="162">
                  <c:v>0.0015488065926803</c:v>
                </c:pt>
                <c:pt idx="163">
                  <c:v>0.0015576467835814</c:v>
                </c:pt>
                <c:pt idx="164">
                  <c:v>0.0015665628472657</c:v>
                </c:pt>
                <c:pt idx="165">
                  <c:v>0.0015755556541348</c:v>
                </c:pt>
                <c:pt idx="166">
                  <c:v>0.0015846260871024</c:v>
                </c:pt>
                <c:pt idx="167">
                  <c:v>0.0015937750418109</c:v>
                </c:pt>
                <c:pt idx="168">
                  <c:v>0.0016030034268522</c:v>
                </c:pt>
                <c:pt idx="169">
                  <c:v>0.0016123121639926</c:v>
                </c:pt>
                <c:pt idx="170">
                  <c:v>0.001621702188403</c:v>
                </c:pt>
                <c:pt idx="171">
                  <c:v>0.0016311744488931</c:v>
                </c:pt>
                <c:pt idx="172">
                  <c:v>0.0016407299081509</c:v>
                </c:pt>
                <c:pt idx="173">
                  <c:v>0.0016503695429868</c:v>
                </c:pt>
                <c:pt idx="174">
                  <c:v>0.0016600943445829</c:v>
                </c:pt>
                <c:pt idx="175">
                  <c:v>0.0016699053187472</c:v>
                </c:pt>
                <c:pt idx="176">
                  <c:v>0.0016798034861735</c:v>
                </c:pt>
                <c:pt idx="177">
                  <c:v>0.0016897898827062</c:v>
                </c:pt>
                <c:pt idx="178">
                  <c:v>0.0016998655596112</c:v>
                </c:pt>
                <c:pt idx="179">
                  <c:v>0.0017100315838516</c:v>
                </c:pt>
                <c:pt idx="180">
                  <c:v>0.0017202890383701</c:v>
                </c:pt>
                <c:pt idx="181">
                  <c:v>0.0017306390223768</c:v>
                </c:pt>
                <c:pt idx="182">
                  <c:v>0.0017410826516432</c:v>
                </c:pt>
                <c:pt idx="183">
                  <c:v>0.0017516210588023</c:v>
                </c:pt>
                <c:pt idx="184">
                  <c:v>0.0017622553936552</c:v>
                </c:pt>
                <c:pt idx="185">
                  <c:v>0.0017729868234842</c:v>
                </c:pt>
                <c:pt idx="186">
                  <c:v>0.0017838165333728</c:v>
                </c:pt>
                <c:pt idx="187">
                  <c:v>0.0017947457265318</c:v>
                </c:pt>
                <c:pt idx="188">
                  <c:v>0.0018057756246334</c:v>
                </c:pt>
                <c:pt idx="189">
                  <c:v>0.0018169074681517</c:v>
                </c:pt>
                <c:pt idx="190">
                  <c:v>0.0018281425167109</c:v>
                </c:pt>
                <c:pt idx="191">
                  <c:v>0.001839482049441</c:v>
                </c:pt>
                <c:pt idx="192">
                  <c:v>0.0018509273653416</c:v>
                </c:pt>
                <c:pt idx="193">
                  <c:v>0.0018624797836524</c:v>
                </c:pt>
                <c:pt idx="194">
                  <c:v>0.0018741406442336</c:v>
                </c:pt>
                <c:pt idx="195">
                  <c:v>0.0018859113079529</c:v>
                </c:pt>
                <c:pt idx="196">
                  <c:v>0.0018977931570823</c:v>
                </c:pt>
                <c:pt idx="197">
                  <c:v>0.0019097875957032</c:v>
                </c:pt>
                <c:pt idx="198">
                  <c:v>0.0019218960501199</c:v>
                </c:pt>
                <c:pt idx="199">
                  <c:v>0.0019341199692834</c:v>
                </c:pt>
                <c:pt idx="200">
                  <c:v>0.0019464608252238</c:v>
                </c:pt>
                <c:pt idx="201">
                  <c:v>0.0019589201134925</c:v>
                </c:pt>
                <c:pt idx="202">
                  <c:v>0.0019714993536146</c:v>
                </c:pt>
                <c:pt idx="203">
                  <c:v>0.0019842000895513</c:v>
                </c:pt>
                <c:pt idx="204">
                  <c:v>0.0019970238901728</c:v>
                </c:pt>
                <c:pt idx="205">
                  <c:v>0.0020099723497417</c:v>
                </c:pt>
                <c:pt idx="206">
                  <c:v>0.0020230470884073</c:v>
                </c:pt>
                <c:pt idx="207">
                  <c:v>0.0020362497527121</c:v>
                </c:pt>
                <c:pt idx="208">
                  <c:v>0.0020495820161085</c:v>
                </c:pt>
                <c:pt idx="209">
                  <c:v>0.0020630455794882</c:v>
                </c:pt>
                <c:pt idx="210">
                  <c:v>0.0020766421717237</c:v>
                </c:pt>
                <c:pt idx="211">
                  <c:v>0.002090373550222</c:v>
                </c:pt>
                <c:pt idx="212">
                  <c:v>0.0021042415014917</c:v>
                </c:pt>
                <c:pt idx="213">
                  <c:v>0.0021182478417222</c:v>
                </c:pt>
                <c:pt idx="214">
                  <c:v>0.0021323944173779</c:v>
                </c:pt>
                <c:pt idx="215">
                  <c:v>0.0021466831058048</c:v>
                </c:pt>
                <c:pt idx="216">
                  <c:v>0.0021611158158524</c:v>
                </c:pt>
                <c:pt idx="217">
                  <c:v>0.0021756944885101</c:v>
                </c:pt>
                <c:pt idx="218">
                  <c:v>0.0021904210975575</c:v>
                </c:pt>
                <c:pt idx="219">
                  <c:v>0.0022052976502321</c:v>
                </c:pt>
                <c:pt idx="220">
                  <c:v>0.002220326187911</c:v>
                </c:pt>
                <c:pt idx="221">
                  <c:v>0.0022355087868103</c:v>
                </c:pt>
                <c:pt idx="222">
                  <c:v>0.0022508475587001</c:v>
                </c:pt>
                <c:pt idx="223">
                  <c:v>0.0022663446516372</c:v>
                </c:pt>
                <c:pt idx="224">
                  <c:v>0.0022820022507161</c:v>
                </c:pt>
                <c:pt idx="225">
                  <c:v>0.0022978225788369</c:v>
                </c:pt>
                <c:pt idx="226">
                  <c:v>0.0023138078974925</c:v>
                </c:pt>
                <c:pt idx="227">
                  <c:v>0.0023299605075754</c:v>
                </c:pt>
                <c:pt idx="228">
                  <c:v>0.0023462827502034</c:v>
                </c:pt>
                <c:pt idx="229">
                  <c:v>0.0023627770075661</c:v>
                </c:pt>
                <c:pt idx="230">
                  <c:v>0.0023794457037919</c:v>
                </c:pt>
                <c:pt idx="231">
                  <c:v>0.002396291305837</c:v>
                </c:pt>
                <c:pt idx="232">
                  <c:v>0.0024133163243956</c:v>
                </c:pt>
                <c:pt idx="233">
                  <c:v>0.0024305233148332</c:v>
                </c:pt>
                <c:pt idx="234">
                  <c:v>0.0024479148781435</c:v>
                </c:pt>
                <c:pt idx="235">
                  <c:v>0.0024654936619288</c:v>
                </c:pt>
                <c:pt idx="236">
                  <c:v>0.002483262361405</c:v>
                </c:pt>
                <c:pt idx="237">
                  <c:v>0.0025012237204325</c:v>
                </c:pt>
                <c:pt idx="238">
                  <c:v>0.0025193805325729</c:v>
                </c:pt>
                <c:pt idx="239">
                  <c:v>0.002537735642172</c:v>
                </c:pt>
                <c:pt idx="240">
                  <c:v>0.0025562919454717</c:v>
                </c:pt>
                <c:pt idx="241">
                  <c:v>0.0025750523917491</c:v>
                </c:pt>
                <c:pt idx="242">
                  <c:v>0.0025940199844858</c:v>
                </c:pt>
                <c:pt idx="243">
                  <c:v>0.0026131977825665</c:v>
                </c:pt>
                <c:pt idx="244">
                  <c:v>0.0026325889015096</c:v>
                </c:pt>
                <c:pt idx="245">
                  <c:v>0.0026521965147289</c:v>
                </c:pt>
                <c:pt idx="246">
                  <c:v>0.0026720238548288</c:v>
                </c:pt>
                <c:pt idx="247">
                  <c:v>0.002692074214933</c:v>
                </c:pt>
                <c:pt idx="248">
                  <c:v>0.0027123509500484</c:v>
                </c:pt>
                <c:pt idx="249">
                  <c:v>0.0027328574784649</c:v>
                </c:pt>
                <c:pt idx="250">
                  <c:v>0.0027535972831919</c:v>
                </c:pt>
                <c:pt idx="251">
                  <c:v>0.0027745739134336</c:v>
                </c:pt>
                <c:pt idx="252">
                  <c:v>0.0027957909861032</c:v>
                </c:pt>
                <c:pt idx="253">
                  <c:v>0.0028172521873777</c:v>
                </c:pt>
                <c:pt idx="254">
                  <c:v>0.0028389612742946</c:v>
                </c:pt>
                <c:pt idx="255">
                  <c:v>0.0028609220763916</c:v>
                </c:pt>
                <c:pt idx="256">
                  <c:v>0.0028831384973906</c:v>
                </c:pt>
                <c:pt idx="257">
                  <c:v>0.002905614516928</c:v>
                </c:pt>
                <c:pt idx="258">
                  <c:v>0.0029283541923311</c:v>
                </c:pt>
                <c:pt idx="259">
                  <c:v>0.0029513616604448</c:v>
                </c:pt>
                <c:pt idx="260">
                  <c:v>0.0029746411395067</c:v>
                </c:pt>
                <c:pt idx="261">
                  <c:v>0.0029981969310757</c:v>
                </c:pt>
                <c:pt idx="262">
                  <c:v>0.0030220334220126</c:v>
                </c:pt>
                <c:pt idx="263">
                  <c:v>0.0030461550865172</c:v>
                </c:pt>
                <c:pt idx="264">
                  <c:v>0.0030705664882209</c:v>
                </c:pt>
                <c:pt idx="265">
                  <c:v>0.0030952722823391</c:v>
                </c:pt>
                <c:pt idx="266">
                  <c:v>0.0031202772178838</c:v>
                </c:pt>
                <c:pt idx="267">
                  <c:v>0.0031455861399387</c:v>
                </c:pt>
                <c:pt idx="268">
                  <c:v>0.003171203991999</c:v>
                </c:pt>
                <c:pt idx="269">
                  <c:v>0.0031971358183781</c:v>
                </c:pt>
                <c:pt idx="270">
                  <c:v>0.0032233867666824</c:v>
                </c:pt>
                <c:pt idx="271">
                  <c:v>0.0032499620903586</c:v>
                </c:pt>
                <c:pt idx="272">
                  <c:v>0.003276867151313</c:v>
                </c:pt>
                <c:pt idx="273">
                  <c:v>0.0033041074226078</c:v>
                </c:pt>
                <c:pt idx="274">
                  <c:v>0.0033316884912351</c:v>
                </c:pt>
                <c:pt idx="275">
                  <c:v>0.0033596160609728</c:v>
                </c:pt>
                <c:pt idx="276">
                  <c:v>0.003387895955323</c:v>
                </c:pt>
                <c:pt idx="277">
                  <c:v>0.0034165341205387</c:v>
                </c:pt>
                <c:pt idx="278">
                  <c:v>0.0034455366287379</c:v>
                </c:pt>
                <c:pt idx="279">
                  <c:v>0.0034749096811126</c:v>
                </c:pt>
                <c:pt idx="280">
                  <c:v>0.0035046596112313</c:v>
                </c:pt>
                <c:pt idx="281">
                  <c:v>0.003534792888442</c:v>
                </c:pt>
                <c:pt idx="282">
                  <c:v>0.0035653161213771</c:v>
                </c:pt>
                <c:pt idx="283">
                  <c:v>0.0035962360615635</c:v>
                </c:pt>
                <c:pt idx="284">
                  <c:v>0.003627559607144</c:v>
                </c:pt>
                <c:pt idx="285">
                  <c:v>0.0036592938067097</c:v>
                </c:pt>
                <c:pt idx="286">
                  <c:v>0.0036914458632523</c:v>
                </c:pt>
                <c:pt idx="287">
                  <c:v>0.0037240231382358</c:v>
                </c:pt>
                <c:pt idx="288">
                  <c:v>0.0037570331557951</c:v>
                </c:pt>
                <c:pt idx="289">
                  <c:v>0.0037904836070645</c:v>
                </c:pt>
                <c:pt idx="290">
                  <c:v>0.003824382354641</c:v>
                </c:pt>
                <c:pt idx="291">
                  <c:v>0.003858737437187</c:v>
                </c:pt>
                <c:pt idx="292">
                  <c:v>0.0038935570741786</c:v>
                </c:pt>
                <c:pt idx="293">
                  <c:v>0.0039288496708024</c:v>
                </c:pt>
                <c:pt idx="294">
                  <c:v>0.0039646238230088</c:v>
                </c:pt>
                <c:pt idx="295">
                  <c:v>0.0040008883227256</c:v>
                </c:pt>
                <c:pt idx="296">
                  <c:v>0.0040376521632387</c:v>
                </c:pt>
                <c:pt idx="297">
                  <c:v>0.0040749245447456</c:v>
                </c:pt>
                <c:pt idx="298">
                  <c:v>0.0041127148800884</c:v>
                </c:pt>
                <c:pt idx="299">
                  <c:v>0.0041510328006725</c:v>
                </c:pt>
                <c:pt idx="300">
                  <c:v>0.0041898881625787</c:v>
                </c:pt>
                <c:pt idx="301">
                  <c:v>0.0042292910528747</c:v>
                </c:pt>
                <c:pt idx="302">
                  <c:v>0.0042692517961351</c:v>
                </c:pt>
                <c:pt idx="303">
                  <c:v>0.0043097809611757</c:v>
                </c:pt>
                <c:pt idx="304">
                  <c:v>0.0043508893680127</c:v>
                </c:pt>
                <c:pt idx="305">
                  <c:v>0.0043925880950529</c:v>
                </c:pt>
                <c:pt idx="306">
                  <c:v>0.0044348884865258</c:v>
                </c:pt>
                <c:pt idx="307">
                  <c:v>0.0044778021601655</c:v>
                </c:pt>
                <c:pt idx="308">
                  <c:v>0.0045213410151524</c:v>
                </c:pt>
                <c:pt idx="309">
                  <c:v>0.0045655172403257</c:v>
                </c:pt>
                <c:pt idx="310">
                  <c:v>0.0046103433226754</c:v>
                </c:pt>
                <c:pt idx="311">
                  <c:v>0.0046558320561267</c:v>
                </c:pt>
                <c:pt idx="312">
                  <c:v>0.0047019965506274</c:v>
                </c:pt>
                <c:pt idx="313">
                  <c:v>0.0047488502415499</c:v>
                </c:pt>
                <c:pt idx="314">
                  <c:v>0.0047964068994206</c:v>
                </c:pt>
                <c:pt idx="315">
                  <c:v>0.0048446806399911</c:v>
                </c:pt>
                <c:pt idx="316">
                  <c:v>0.0048936859346628</c:v>
                </c:pt>
                <c:pt idx="317">
                  <c:v>0.00494343762128</c:v>
                </c:pt>
                <c:pt idx="318">
                  <c:v>0.004993950915307</c:v>
                </c:pt>
                <c:pt idx="319">
                  <c:v>0.0050452414214049</c:v>
                </c:pt>
                <c:pt idx="320">
                  <c:v>0.0050973251454231</c:v>
                </c:pt>
                <c:pt idx="321">
                  <c:v>0.0051502185068239</c:v>
                </c:pt>
                <c:pt idx="322">
                  <c:v>0.0052039383515577</c:v>
                </c:pt>
                <c:pt idx="323">
                  <c:v>0.0052585019654082</c:v>
                </c:pt>
                <c:pt idx="324">
                  <c:v>0.0053139270878253</c:v>
                </c:pt>
                <c:pt idx="325">
                  <c:v>0.0053702319262685</c:v>
                </c:pt>
                <c:pt idx="326">
                  <c:v>0.0054274351710816</c:v>
                </c:pt>
                <c:pt idx="327">
                  <c:v>0.0054855560109206</c:v>
                </c:pt>
                <c:pt idx="328">
                  <c:v>0.0055446141487583</c:v>
                </c:pt>
                <c:pt idx="329">
                  <c:v>0.0056046298184928</c:v>
                </c:pt>
                <c:pt idx="330">
                  <c:v>0.0056656238021819</c:v>
                </c:pt>
                <c:pt idx="331">
                  <c:v>0.0057276174479351</c:v>
                </c:pt>
                <c:pt idx="332">
                  <c:v>0.0057906326884869</c:v>
                </c:pt>
                <c:pt idx="333">
                  <c:v>0.0058546920604868</c:v>
                </c:pt>
                <c:pt idx="334">
                  <c:v>0.0059198187245329</c:v>
                </c:pt>
                <c:pt idx="335">
                  <c:v>0.0059860364859838</c:v>
                </c:pt>
                <c:pt idx="336">
                  <c:v>0.0060533698165855</c:v>
                </c:pt>
                <c:pt idx="337">
                  <c:v>0.0061218438769457</c:v>
                </c:pt>
                <c:pt idx="338">
                  <c:v>0.0061914845398977</c:v>
                </c:pt>
                <c:pt idx="339">
                  <c:v>0.0062623184147913</c:v>
                </c:pt>
                <c:pt idx="340">
                  <c:v>0.006334372872755</c:v>
                </c:pt>
                <c:pt idx="341">
                  <c:v>0.006407676072973</c:v>
                </c:pt>
                <c:pt idx="342">
                  <c:v>0.0064822569900233</c:v>
                </c:pt>
                <c:pt idx="343">
                  <c:v>0.0065581454423279</c:v>
                </c:pt>
                <c:pt idx="344">
                  <c:v>0.0066353721217648</c:v>
                </c:pt>
                <c:pt idx="345">
                  <c:v>0.006713968624498</c:v>
                </c:pt>
                <c:pt idx="346">
                  <c:v>0.0067939674830819</c:v>
                </c:pt>
                <c:pt idx="347">
                  <c:v>0.0068754021999012</c:v>
                </c:pt>
                <c:pt idx="348">
                  <c:v>0.0069583072820095</c:v>
                </c:pt>
                <c:pt idx="349">
                  <c:v>0.0070427182774343</c:v>
                </c:pt>
                <c:pt idx="350">
                  <c:v>0.0071286718130186</c:v>
                </c:pt>
                <c:pt idx="351">
                  <c:v>0.007216205633875</c:v>
                </c:pt>
                <c:pt idx="352">
                  <c:v>0.0073053586445289</c:v>
                </c:pt>
                <c:pt idx="353">
                  <c:v>0.0073961709518359</c:v>
                </c:pt>
                <c:pt idx="354">
                  <c:v>0.007488683909761</c:v>
                </c:pt>
                <c:pt idx="355">
                  <c:v>0.0075829401661102</c:v>
                </c:pt>
                <c:pt idx="356">
                  <c:v>0.0076789837113155</c:v>
                </c:pt>
                <c:pt idx="357">
                  <c:v>0.0077768599293732</c:v>
                </c:pt>
                <c:pt idx="358">
                  <c:v>0.0078766156510487</c:v>
                </c:pt>
                <c:pt idx="359">
                  <c:v>0.0079782992094588</c:v>
                </c:pt>
                <c:pt idx="360">
                  <c:v>0.0080819604981579</c:v>
                </c:pt>
                <c:pt idx="361">
                  <c:v>0.008187651031855</c:v>
                </c:pt>
                <c:pt idx="362">
                  <c:v>0.0082954240098978</c:v>
                </c:pt>
                <c:pt idx="363">
                  <c:v>0.0084053343826717</c:v>
                </c:pt>
                <c:pt idx="364">
                  <c:v>0.0085174389210635</c:v>
                </c:pt>
                <c:pt idx="365">
                  <c:v>0.0086317962891548</c:v>
                </c:pt>
                <c:pt idx="366">
                  <c:v>0.0087484671203161</c:v>
                </c:pt>
                <c:pt idx="367">
                  <c:v>0.008867514096886</c:v>
                </c:pt>
                <c:pt idx="368">
                  <c:v>0.0089890020336256</c:v>
                </c:pt>
                <c:pt idx="369">
                  <c:v>0.0091129979651588</c:v>
                </c:pt>
                <c:pt idx="370">
                  <c:v>0.0092395712376118</c:v>
                </c:pt>
                <c:pt idx="371">
                  <c:v>0.0093687936046867</c:v>
                </c:pt>
                <c:pt idx="372">
                  <c:v>0.0095007393284141</c:v>
                </c:pt>
                <c:pt idx="373">
                  <c:v>0.0096354852848463</c:v>
                </c:pt>
                <c:pt idx="374">
                  <c:v>0.0097731110749698</c:v>
                </c:pt>
                <c:pt idx="375">
                  <c:v>0.0099136991411318</c:v>
                </c:pt>
                <c:pt idx="376">
                  <c:v>0.010057334889297</c:v>
                </c:pt>
                <c:pt idx="377">
                  <c:v>0.010204106817469</c:v>
                </c:pt>
                <c:pt idx="378">
                  <c:v>0.01035410665063</c:v>
                </c:pt>
                <c:pt idx="379">
                  <c:v>0.010507429482587</c:v>
                </c:pt>
                <c:pt idx="380">
                  <c:v>0.010664173925124</c:v>
                </c:pt>
                <c:pt idx="381">
                  <c:v>0.010824442264882</c:v>
                </c:pt>
                <c:pt idx="382">
                  <c:v>0.010988340628459</c:v>
                </c:pt>
                <c:pt idx="383">
                  <c:v>0.011155979156179</c:v>
                </c:pt>
                <c:pt idx="384">
                  <c:v>0.011327472185097</c:v>
                </c:pt>
                <c:pt idx="385">
                  <c:v>0.011502938441767</c:v>
                </c:pt>
                <c:pt idx="386">
                  <c:v>0.011682501245396</c:v>
                </c:pt>
                <c:pt idx="387">
                  <c:v>0.011866288722016</c:v>
                </c:pt>
                <c:pt idx="388">
                  <c:v>0.012054434030357</c:v>
                </c:pt>
                <c:pt idx="389">
                  <c:v>0.012247075600163</c:v>
                </c:pt>
                <c:pt idx="390">
                  <c:v>0.012444357383732</c:v>
                </c:pt>
                <c:pt idx="391">
                  <c:v>0.012646429121524</c:v>
                </c:pt>
                <c:pt idx="392">
                  <c:v>0.012853446622743</c:v>
                </c:pt>
                <c:pt idx="393">
                  <c:v>0.013065572061852</c:v>
                </c:pt>
                <c:pt idx="394">
                  <c:v>0.013282974292077</c:v>
                </c:pt>
                <c:pt idx="395">
                  <c:v>0.013505829177001</c:v>
                </c:pt>
                <c:pt idx="396">
                  <c:v>0.013734319941451</c:v>
                </c:pt>
                <c:pt idx="397">
                  <c:v>0.013968637542975</c:v>
                </c:pt>
                <c:pt idx="398">
                  <c:v>0.014208981065281</c:v>
                </c:pt>
                <c:pt idx="399">
                  <c:v>0.014455558135144</c:v>
                </c:pt>
                <c:pt idx="400">
                  <c:v>0.014708585364373</c:v>
                </c:pt>
                <c:pt idx="401">
                  <c:v>0.014968288818579</c:v>
                </c:pt>
                <c:pt idx="402">
                  <c:v>0.015234904514606</c:v>
                </c:pt>
                <c:pt idx="403">
                  <c:v>0.015508678948628</c:v>
                </c:pt>
                <c:pt idx="404">
                  <c:v>0.015789869657098</c:v>
                </c:pt>
                <c:pt idx="405">
                  <c:v>0.016078745812885</c:v>
                </c:pt>
                <c:pt idx="406">
                  <c:v>0.016375588859122</c:v>
                </c:pt>
                <c:pt idx="407">
                  <c:v>0.016680693183536</c:v>
                </c:pt>
                <c:pt idx="408">
                  <c:v>0.016994366836185</c:v>
                </c:pt>
                <c:pt idx="409">
                  <c:v>0.017316932293844</c:v>
                </c:pt>
                <c:pt idx="410">
                  <c:v>0.017648727274498</c:v>
                </c:pt>
                <c:pt idx="411">
                  <c:v>0.017990105605721</c:v>
                </c:pt>
                <c:pt idx="412">
                  <c:v>0.018341438151037</c:v>
                </c:pt>
                <c:pt idx="413">
                  <c:v>0.018703113798684</c:v>
                </c:pt>
                <c:pt idx="414">
                  <c:v>0.019075540517636</c:v>
                </c:pt>
                <c:pt idx="415">
                  <c:v>0.019459146486107</c:v>
                </c:pt>
                <c:pt idx="416">
                  <c:v>0.019854381298258</c:v>
                </c:pt>
                <c:pt idx="417">
                  <c:v>0.020261717255322</c:v>
                </c:pt>
                <c:pt idx="418">
                  <c:v>0.020681650747921</c:v>
                </c:pt>
                <c:pt idx="419">
                  <c:v>0.021114703736971</c:v>
                </c:pt>
                <c:pt idx="420">
                  <c:v>0.021561425341228</c:v>
                </c:pt>
                <c:pt idx="421">
                  <c:v>0.0220223935403</c:v>
                </c:pt>
                <c:pt idx="422">
                  <c:v>0.02249821700275</c:v>
                </c:pt>
                <c:pt idx="423">
                  <c:v>0.022989537049822</c:v>
                </c:pt>
                <c:pt idx="424">
                  <c:v>0.023497029766345</c:v>
                </c:pt>
                <c:pt idx="425">
                  <c:v>0.024021408271454</c:v>
                </c:pt>
                <c:pt idx="426">
                  <c:v>0.024563425163002</c:v>
                </c:pt>
                <c:pt idx="427">
                  <c:v>0.025123875150906</c:v>
                </c:pt>
                <c:pt idx="428">
                  <c:v>0.025703597896155</c:v>
                </c:pt>
                <c:pt idx="429">
                  <c:v>0.026303481073914</c:v>
                </c:pt>
                <c:pt idx="430">
                  <c:v>0.026924463680964</c:v>
                </c:pt>
                <c:pt idx="431">
                  <c:v>0.027567539609865</c:v>
                </c:pt>
                <c:pt idx="432">
                  <c:v>0.028233761514438</c:v>
                </c:pt>
                <c:pt idx="433">
                  <c:v>0.028924244993815</c:v>
                </c:pt>
                <c:pt idx="434">
                  <c:v>0.029640173125099</c:v>
                </c:pt>
                <c:pt idx="435">
                  <c:v>0.030382801377936</c:v>
                </c:pt>
                <c:pt idx="436">
                  <c:v>0.031153462947827</c:v>
                </c:pt>
                <c:pt idx="437">
                  <c:v>0.031953574549039</c:v>
                </c:pt>
                <c:pt idx="438">
                  <c:v>0.032784642712457</c:v>
                </c:pt>
                <c:pt idx="439">
                  <c:v>0.033648270638755</c:v>
                </c:pt>
                <c:pt idx="440">
                  <c:v>0.034546165662909</c:v>
                </c:pt>
                <c:pt idx="441">
                  <c:v>0.035480147392441</c:v>
                </c:pt>
                <c:pt idx="442">
                  <c:v>0.036452156588948</c:v>
                </c:pt>
                <c:pt idx="443">
                  <c:v>0.037464264870524</c:v>
                </c:pt>
                <c:pt idx="444">
                  <c:v>0.038518685321802</c:v>
                </c:pt>
                <c:pt idx="445">
                  <c:v>0.039617784108639</c:v>
                </c:pt>
                <c:pt idx="446">
                  <c:v>0.040764093206079</c:v>
                </c:pt>
                <c:pt idx="447">
                  <c:v>0.041960324361445</c:v>
                </c:pt>
                <c:pt idx="448">
                  <c:v>0.043209384429367</c:v>
                </c:pt>
                <c:pt idx="449">
                  <c:v>0.044514392232473</c:v>
                </c:pt>
                <c:pt idx="450">
                  <c:v>0.045878697120874</c:v>
                </c:pt>
                <c:pt idx="451">
                  <c:v>0.047305899425445</c:v>
                </c:pt>
                <c:pt idx="452">
                  <c:v>0.048799873025029</c:v>
                </c:pt>
                <c:pt idx="453">
                  <c:v>0.050364790276214</c:v>
                </c:pt>
                <c:pt idx="454">
                  <c:v>0.052005149587041</c:v>
                </c:pt>
                <c:pt idx="455">
                  <c:v>0.053725805953329</c:v>
                </c:pt>
                <c:pt idx="456">
                  <c:v>0.055532004819104</c:v>
                </c:pt>
                <c:pt idx="457">
                  <c:v>0.057429419671691</c:v>
                </c:pt>
                <c:pt idx="458">
                  <c:v>0.059424193838415</c:v>
                </c:pt>
                <c:pt idx="459">
                  <c:v>0.061522987016519</c:v>
                </c:pt>
                <c:pt idx="460">
                  <c:v>0.063733027142523</c:v>
                </c:pt>
                <c:pt idx="461">
                  <c:v>0.066062168293004</c:v>
                </c:pt>
                <c:pt idx="462">
                  <c:v>0.068518955407722</c:v>
                </c:pt>
                <c:pt idx="463">
                  <c:v>0.071112696740164</c:v>
                </c:pt>
                <c:pt idx="464">
                  <c:v>0.07385354507233</c:v>
                </c:pt>
                <c:pt idx="465">
                  <c:v>0.076752588882887</c:v>
                </c:pt>
                <c:pt idx="466">
                  <c:v>0.0798219548336</c:v>
                </c:pt>
                <c:pt idx="467">
                  <c:v>0.083074923142381</c:v>
                </c:pt>
                <c:pt idx="468">
                  <c:v>0.086526057646112</c:v>
                </c:pt>
                <c:pt idx="469">
                  <c:v>0.090191352627834</c:v>
                </c:pt>
                <c:pt idx="470">
                  <c:v>0.094088398795834</c:v>
                </c:pt>
                <c:pt idx="471">
                  <c:v>0.098236571162945</c:v>
                </c:pt>
                <c:pt idx="472">
                  <c:v>0.10265724198909</c:v>
                </c:pt>
                <c:pt idx="473">
                  <c:v>0.10737402242515</c:v>
                </c:pt>
                <c:pt idx="474">
                  <c:v>0.11241303703874</c:v>
                </c:pt>
                <c:pt idx="475">
                  <c:v>0.11780323601759</c:v>
                </c:pt>
                <c:pt idx="476">
                  <c:v>0.1235767505389</c:v>
                </c:pt>
                <c:pt idx="477">
                  <c:v>0.12976929756367</c:v>
                </c:pt>
                <c:pt idx="478">
                  <c:v>0.13642064116021</c:v>
                </c:pt>
                <c:pt idx="479">
                  <c:v>0.14357511836763</c:v>
                </c:pt>
                <c:pt idx="480">
                  <c:v>0.15128223854941</c:v>
                </c:pt>
                <c:pt idx="481">
                  <c:v>0.15959736611275</c:v>
                </c:pt>
                <c:pt idx="482">
                  <c:v>0.1685824972948</c:v>
                </c:pt>
                <c:pt idx="483">
                  <c:v>0.17830714231045</c:v>
                </c:pt>
                <c:pt idx="484">
                  <c:v>0.1888493243054</c:v>
                </c:pt>
                <c:pt idx="485">
                  <c:v>0.20029670593858</c:v>
                </c:pt>
                <c:pt idx="486">
                  <c:v>0.21274785253723</c:v>
                </c:pt>
                <c:pt idx="487">
                  <c:v>0.22631363688545</c:v>
                </c:pt>
                <c:pt idx="488">
                  <c:v>0.24111878373062</c:v>
                </c:pt>
                <c:pt idx="489">
                  <c:v>0.25730354040951</c:v>
                </c:pt>
                <c:pt idx="490">
                  <c:v>0.27502544127095</c:v>
                </c:pt>
                <c:pt idx="491">
                  <c:v>0.29446110444157</c:v>
                </c:pt>
                <c:pt idx="492">
                  <c:v>0.31580795518248</c:v>
                </c:pt>
                <c:pt idx="493">
                  <c:v>0.33928570398119</c:v>
                </c:pt>
                <c:pt idx="494">
                  <c:v>0.3651373106049</c:v>
                </c:pt>
                <c:pt idx="495">
                  <c:v>0.39362902578158</c:v>
                </c:pt>
                <c:pt idx="496">
                  <c:v>0.4250489052981</c:v>
                </c:pt>
                <c:pt idx="497">
                  <c:v>0.45970292051289</c:v>
                </c:pt>
                <c:pt idx="498">
                  <c:v>0.49790742920462</c:v>
                </c:pt>
                <c:pt idx="499">
                  <c:v>0.5399763145744</c:v>
                </c:pt>
                <c:pt idx="500">
                  <c:v>0.58620056504544</c:v>
                </c:pt>
                <c:pt idx="501">
                  <c:v>0.63681752144662</c:v>
                </c:pt>
                <c:pt idx="502">
                  <c:v>0.69196662577639</c:v>
                </c:pt>
                <c:pt idx="503">
                  <c:v>0.75162859233611</c:v>
                </c:pt>
                <c:pt idx="504">
                  <c:v>0.81554604526132</c:v>
                </c:pt>
                <c:pt idx="505">
                  <c:v>0.8831266494574</c:v>
                </c:pt>
                <c:pt idx="506">
                  <c:v>0.95333558008785</c:v>
                </c:pt>
                <c:pt idx="507">
                  <c:v>1.0245935123459</c:v>
                </c:pt>
                <c:pt idx="508">
                  <c:v>1.0947085837575</c:v>
                </c:pt>
                <c:pt idx="509">
                  <c:v>1.1608826671952</c:v>
                </c:pt>
                <c:pt idx="510">
                  <c:v>1.2198365668128</c:v>
                </c:pt>
                <c:pt idx="511">
                  <c:v>1.2680853194581</c:v>
                </c:pt>
                <c:pt idx="512">
                  <c:v>1.3023562511995</c:v>
                </c:pt>
                <c:pt idx="513">
                  <c:v>1.3200837142204</c:v>
                </c:pt>
                <c:pt idx="514">
                  <c:v>1.3198594409964</c:v>
                </c:pt>
                <c:pt idx="515">
                  <c:v>1.3017015987878</c:v>
                </c:pt>
                <c:pt idx="516">
                  <c:v>1.2670512232358</c:v>
                </c:pt>
                <c:pt idx="517">
                  <c:v>1.2184972831228</c:v>
                </c:pt>
                <c:pt idx="518">
                  <c:v>1.1593235317471</c:v>
                </c:pt>
                <c:pt idx="519">
                  <c:v>1.0930143806424</c:v>
                </c:pt>
                <c:pt idx="520">
                  <c:v>1.0228398296784</c:v>
                </c:pt>
                <c:pt idx="521">
                  <c:v>0.9515839893375</c:v>
                </c:pt>
                <c:pt idx="522">
                  <c:v>0.88142329543388</c:v>
                </c:pt>
                <c:pt idx="523">
                  <c:v>0.81392261471786</c:v>
                </c:pt>
                <c:pt idx="524">
                  <c:v>0.75010456440032</c:v>
                </c:pt>
                <c:pt idx="525">
                  <c:v>0.69055194683081</c:v>
                </c:pt>
                <c:pt idx="526">
                  <c:v>0.63551516609276</c:v>
                </c:pt>
                <c:pt idx="527">
                  <c:v>0.58500871692534</c:v>
                </c:pt>
                <c:pt idx="528">
                  <c:v>0.53889008532049</c:v>
                </c:pt>
                <c:pt idx="529">
                  <c:v>0.49692013747327</c:v>
                </c:pt>
                <c:pt idx="530">
                  <c:v>0.45880699924075</c:v>
                </c:pt>
                <c:pt idx="531">
                  <c:v>0.4242365170865</c:v>
                </c:pt>
                <c:pt idx="532">
                  <c:v>0.3928924606463</c:v>
                </c:pt>
                <c:pt idx="533">
                  <c:v>0.3644692277686</c:v>
                </c:pt>
                <c:pt idx="534">
                  <c:v>0.33867926562862</c:v>
                </c:pt>
                <c:pt idx="535">
                  <c:v>0.31525688775572</c:v>
                </c:pt>
                <c:pt idx="536">
                  <c:v>0.29395971301464</c:v>
                </c:pt>
                <c:pt idx="537">
                  <c:v>0.27456859484628</c:v>
                </c:pt>
                <c:pt idx="538">
                  <c:v>0.25688664030484</c:v>
                </c:pt>
                <c:pt idx="539">
                  <c:v>0.24073772315934</c:v>
                </c:pt>
                <c:pt idx="540">
                  <c:v>0.22596475698565</c:v>
                </c:pt>
                <c:pt idx="541">
                  <c:v>0.2124278981464</c:v>
                </c:pt>
                <c:pt idx="542">
                  <c:v>0.20000278308812</c:v>
                </c:pt>
                <c:pt idx="543">
                  <c:v>0.18857886053113</c:v>
                </c:pt>
                <c:pt idx="544">
                  <c:v>0.17805785030492</c:v>
                </c:pt>
                <c:pt idx="545">
                  <c:v>0.1683523420656</c:v>
                </c:pt>
                <c:pt idx="546">
                  <c:v>0.1593845355908</c:v>
                </c:pt>
                <c:pt idx="547">
                  <c:v>0.15108511746285</c:v>
                </c:pt>
                <c:pt idx="548">
                  <c:v>0.14339226513085</c:v>
                </c:pt>
                <c:pt idx="549">
                  <c:v>0.13625076749931</c:v>
                </c:pt>
                <c:pt idx="550">
                  <c:v>0.12961125059545</c:v>
                </c:pt>
                <c:pt idx="551">
                  <c:v>0.12342949703133</c:v>
                </c:pt>
                <c:pt idx="552">
                  <c:v>0.11766584857739</c:v>
                </c:pt>
                <c:pt idx="553">
                  <c:v>0.1122846819944</c:v>
                </c:pt>
                <c:pt idx="554">
                  <c:v>0.10725394919624</c:v>
                </c:pt>
                <c:pt idx="555">
                  <c:v>0.1025447737562</c:v>
                </c:pt>
                <c:pt idx="556">
                  <c:v>0.098131096674078</c:v>
                </c:pt>
                <c:pt idx="557">
                  <c:v>0.093989365164791</c:v>
                </c:pt>
                <c:pt idx="558">
                  <c:v>0.090098258998475</c:v>
                </c:pt>
                <c:pt idx="559">
                  <c:v>0.086438449612238</c:v>
                </c:pt>
                <c:pt idx="560">
                  <c:v>0.082992387827345</c:v>
                </c:pt>
                <c:pt idx="561">
                  <c:v>0.079744116546146</c:v>
                </c:pt>
                <c:pt idx="562">
                  <c:v>0.07667910527672</c:v>
                </c:pt>
                <c:pt idx="563">
                  <c:v>0.073784103746434</c:v>
                </c:pt>
                <c:pt idx="564">
                  <c:v>0.071047012225091</c:v>
                </c:pt>
                <c:pt idx="565">
                  <c:v>0.0684567664903</c:v>
                </c:pt>
                <c:pt idx="566">
                  <c:v>0.066003235638111</c:v>
                </c:pt>
                <c:pt idx="567">
                  <c:v>0.063677131175941</c:v>
                </c:pt>
                <c:pt idx="568">
                  <c:v>0.061469926037538</c:v>
                </c:pt>
                <c:pt idx="569">
                  <c:v>0.059373782334862</c:v>
                </c:pt>
                <c:pt idx="570">
                  <c:v>0.057381486813585</c:v>
                </c:pt>
                <c:pt idx="571">
                  <c:v>0.055486393110113</c:v>
                </c:pt>
                <c:pt idx="572">
                  <c:v>0.053682370021834</c:v>
                </c:pt>
                <c:pt idx="573">
                  <c:v>0.051963755100873</c:v>
                </c:pt>
                <c:pt idx="574">
                  <c:v>0.050325312967123</c:v>
                </c:pt>
                <c:pt idx="575">
                  <c:v>0.048762197810597</c:v>
                </c:pt>
                <c:pt idx="576">
                  <c:v>0.047269919617698</c:v>
                </c:pt>
                <c:pt idx="577">
                  <c:v>0.045844313712106</c:v>
                </c:pt>
                <c:pt idx="578">
                  <c:v>0.044481513249939</c:v>
                </c:pt>
                <c:pt idx="579">
                  <c:v>0.043177924351468</c:v>
                </c:pt>
                <c:pt idx="580">
                  <c:v>0.041930203588913</c:v>
                </c:pt>
                <c:pt idx="581">
                  <c:v>0.040735237582387</c:v>
                </c:pt>
                <c:pt idx="582">
                  <c:v>0.03959012448457</c:v>
                </c:pt>
                <c:pt idx="583">
                  <c:v>0.038492157159614</c:v>
                </c:pt>
                <c:pt idx="584">
                  <c:v>0.037438807883735</c:v>
                </c:pt>
                <c:pt idx="585">
                  <c:v>0.036427714414155</c:v>
                </c:pt>
                <c:pt idx="586">
                  <c:v>0.035456667289996</c:v>
                </c:pt>
                <c:pt idx="587">
                  <c:v>0.034523598243625</c:v>
                </c:pt>
                <c:pt idx="588">
                  <c:v>0.033626569614117</c:v>
                </c:pt>
                <c:pt idx="589">
                  <c:v>0.032763764666078</c:v>
                </c:pt>
                <c:pt idx="590">
                  <c:v>0.031933478727342</c:v>
                </c:pt>
                <c:pt idx="591">
                  <c:v>0.031134111068145</c:v>
                </c:pt>
                <c:pt idx="592">
                  <c:v>0.030364157452407</c:v>
                </c:pt>
                <c:pt idx="593">
                  <c:v>0.029622203298916</c:v>
                </c:pt>
                <c:pt idx="594">
                  <c:v>0.028906917396495</c:v>
                </c:pt>
                <c:pt idx="595">
                  <c:v>0.028217046122962</c:v>
                </c:pt>
                <c:pt idx="596">
                  <c:v>0.027551408122609</c:v>
                </c:pt>
                <c:pt idx="597">
                  <c:v>0.026908889401483</c:v>
                </c:pt>
                <c:pt idx="598">
                  <c:v>0.026288438803703</c:v>
                </c:pt>
                <c:pt idx="599">
                  <c:v>0.02568906383562</c:v>
                </c:pt>
                <c:pt idx="600">
                  <c:v>0.025109826807824</c:v>
                </c:pt>
                <c:pt idx="601">
                  <c:v>0.024549841267862</c:v>
                </c:pt>
                <c:pt idx="602">
                  <c:v>0.024008268699064</c:v>
                </c:pt>
                <c:pt idx="603">
                  <c:v>0.023484315463215</c:v>
                </c:pt>
                <c:pt idx="604">
                  <c:v>0.022977229966825</c:v>
                </c:pt>
                <c:pt idx="605">
                  <c:v>0.022486300032638</c:v>
                </c:pt>
                <c:pt idx="606">
                  <c:v>0.022010850459684</c:v>
                </c:pt>
                <c:pt idx="607">
                  <c:v>0.021550240756654</c:v>
                </c:pt>
                <c:pt idx="608">
                  <c:v>0.021103863034781</c:v>
                </c:pt>
                <c:pt idx="609">
                  <c:v>0.020671140047584</c:v>
                </c:pt>
                <c:pt idx="610">
                  <c:v>0.020251523365977</c:v>
                </c:pt>
                <c:pt idx="611">
                  <c:v>0.019844491678219</c:v>
                </c:pt>
                <c:pt idx="612">
                  <c:v>0.019449549205094</c:v>
                </c:pt>
                <c:pt idx="613">
                  <c:v>0.019066224221537</c:v>
                </c:pt>
                <c:pt idx="614">
                  <c:v>0.018694067676648</c:v>
                </c:pt>
                <c:pt idx="615">
                  <c:v>0.01833265190473</c:v>
                </c:pt>
                <c:pt idx="616">
                  <c:v>0.017981569420583</c:v>
                </c:pt>
                <c:pt idx="617">
                  <c:v>0.017640431792852</c:v>
                </c:pt>
                <c:pt idx="618">
                  <c:v>0.017308868589727</c:v>
                </c:pt>
                <c:pt idx="619">
                  <c:v>0.016986526391774</c:v>
                </c:pt>
                <c:pt idx="620">
                  <c:v>0.016673067867051</c:v>
                </c:pt>
                <c:pt idx="621">
                  <c:v>0.016368170904115</c:v>
                </c:pt>
                <c:pt idx="622">
                  <c:v>0.0160715277988</c:v>
                </c:pt>
                <c:pt idx="623">
                  <c:v>0.015782844491027</c:v>
                </c:pt>
                <c:pt idx="624">
                  <c:v>0.01550183984817</c:v>
                </c:pt>
                <c:pt idx="625">
                  <c:v>0.015228244991766</c:v>
                </c:pt>
                <c:pt idx="626">
                  <c:v>0.014961802664623</c:v>
                </c:pt>
                <c:pt idx="627">
                  <c:v>0.014702266635581</c:v>
                </c:pt>
                <c:pt idx="628">
                  <c:v>0.014449401139407</c:v>
                </c:pt>
                <c:pt idx="629">
                  <c:v>0.014202980349468</c:v>
                </c:pt>
                <c:pt idx="630">
                  <c:v>0.013962787881041</c:v>
                </c:pt>
                <c:pt idx="631">
                  <c:v>0.013728616323224</c:v>
                </c:pt>
                <c:pt idx="632">
                  <c:v>0.013500266797605</c:v>
                </c:pt>
                <c:pt idx="633">
                  <c:v>0.013277548541955</c:v>
                </c:pt>
                <c:pt idx="634">
                  <c:v>0.013060278517347</c:v>
                </c:pt>
                <c:pt idx="635">
                  <c:v>0.012848281037205</c:v>
                </c:pt>
                <c:pt idx="636">
                  <c:v>0.012641387416905</c:v>
                </c:pt>
                <c:pt idx="637">
                  <c:v>0.012439435642642</c:v>
                </c:pt>
                <c:pt idx="638">
                  <c:v>0.012242270058361</c:v>
                </c:pt>
                <c:pt idx="639">
                  <c:v>0.012049741069642</c:v>
                </c:pt>
                <c:pt idx="640">
                  <c:v>0.011861704863502</c:v>
                </c:pt>
                <c:pt idx="641">
                  <c:v>0.011678023143144</c:v>
                </c:pt>
                <c:pt idx="642">
                  <c:v>0.011498562876751</c:v>
                </c:pt>
                <c:pt idx="643">
                  <c:v>0.011323196059491</c:v>
                </c:pt>
                <c:pt idx="644">
                  <c:v>0.011151799487935</c:v>
                </c:pt>
                <c:pt idx="645">
                  <c:v>0.010984254546168</c:v>
                </c:pt>
                <c:pt idx="646">
                  <c:v>0.010820447002902</c:v>
                </c:pt>
                <c:pt idx="647">
                  <c:v>0.010660266818944</c:v>
                </c:pt>
                <c:pt idx="648">
                  <c:v>0.010503607964444</c:v>
                </c:pt>
                <c:pt idx="649">
                  <c:v>0.010350368245325</c:v>
                </c:pt>
                <c:pt idx="650">
                  <c:v>0.010200449138409</c:v>
                </c:pt>
                <c:pt idx="651">
                  <c:v>0.010053755634725</c:v>
                </c:pt>
                <c:pt idx="652">
                  <c:v>0.0099101960905379</c:v>
                </c:pt>
                <c:pt idx="653">
                  <c:v>0.0097696820856881</c:v>
                </c:pt>
                <c:pt idx="654">
                  <c:v>0.0096321282888086</c:v>
                </c:pt>
                <c:pt idx="655">
                  <c:v>0.0094974523290626</c:v>
                </c:pt>
                <c:pt idx="656">
                  <c:v>0.0093655746740345</c:v>
                </c:pt>
                <c:pt idx="657">
                  <c:v>0.0092364185134429</c:v>
                </c:pt>
                <c:pt idx="658">
                  <c:v>0.0091099096483603</c:v>
                </c:pt>
                <c:pt idx="659">
                  <c:v>0.0089859763856447</c:v>
                </c:pt>
                <c:pt idx="660">
                  <c:v>0.0088645494373057</c:v>
                </c:pt>
                <c:pt idx="661">
                  <c:v>0.0087455618245436</c:v>
                </c:pt>
                <c:pt idx="662">
                  <c:v>0.0086289487862149</c:v>
                </c:pt>
                <c:pt idx="663">
                  <c:v>0.0085146476914945</c:v>
                </c:pt>
                <c:pt idx="664">
                  <c:v>0.0084025979565153</c:v>
                </c:pt>
                <c:pt idx="665">
                  <c:v>0.0082927409647809</c:v>
                </c:pt>
                <c:pt idx="666">
                  <c:v>0.0081850199911568</c:v>
                </c:pt>
                <c:pt idx="667">
                  <c:v>0.0080793801292587</c:v>
                </c:pt>
                <c:pt idx="668">
                  <c:v>0.0079757682220666</c:v>
                </c:pt>
                <c:pt idx="669">
                  <c:v>0.0078741327955993</c:v>
                </c:pt>
                <c:pt idx="670">
                  <c:v>0.0077744239955002</c:v>
                </c:pt>
                <c:pt idx="671">
                  <c:v>0.007676593526387</c:v>
                </c:pt>
                <c:pt idx="672">
                  <c:v>0.0075805945938286</c:v>
                </c:pt>
                <c:pt idx="673">
                  <c:v>0.0074863818488226</c:v>
                </c:pt>
                <c:pt idx="674">
                  <c:v>0.0073939113346486</c:v>
                </c:pt>
                <c:pt idx="675">
                  <c:v>0.0073031404359831</c:v>
                </c:pt>
                <c:pt idx="676">
                  <c:v>0.0072140278301676</c:v>
                </c:pt>
                <c:pt idx="677">
                  <c:v>0.0071265334405251</c:v>
                </c:pt>
                <c:pt idx="678">
                  <c:v>0.007040618391629</c:v>
                </c:pt>
                <c:pt idx="679">
                  <c:v>0.0069562449664297</c:v>
                </c:pt>
                <c:pt idx="680">
                  <c:v>0.0068733765651544</c:v>
                </c:pt>
                <c:pt idx="681">
                  <c:v>0.0067919776658932</c:v>
                </c:pt>
                <c:pt idx="682">
                  <c:v>0.0067120137867975</c:v>
                </c:pt>
                <c:pt idx="683">
                  <c:v>0.0066334514498104</c:v>
                </c:pt>
                <c:pt idx="684">
                  <c:v>0.0065562581458645</c:v>
                </c:pt>
                <c:pt idx="685">
                  <c:v>0.0064804023014755</c:v>
                </c:pt>
                <c:pt idx="686">
                  <c:v>0.0064058532466693</c:v>
                </c:pt>
                <c:pt idx="687">
                  <c:v>0.0063325811841836</c:v>
                </c:pt>
                <c:pt idx="688">
                  <c:v>0.0062605571598843</c:v>
                </c:pt>
                <c:pt idx="689">
                  <c:v>0.0061897530343446</c:v>
                </c:pt>
                <c:pt idx="690">
                  <c:v>0.0061201414555323</c:v>
                </c:pt>
                <c:pt idx="691">
                  <c:v>0.0060516958325588</c:v>
                </c:pt>
                <c:pt idx="692">
                  <c:v>0.0059843903104421</c:v>
                </c:pt>
                <c:pt idx="693">
                  <c:v>0.005918199745838</c:v>
                </c:pt>
                <c:pt idx="694">
                  <c:v>0.0058530996837001</c:v>
                </c:pt>
                <c:pt idx="695">
                  <c:v>0.0057890663348251</c:v>
                </c:pt>
                <c:pt idx="696">
                  <c:v>0.0057260765542482</c:v>
                </c:pt>
                <c:pt idx="697">
                  <c:v>0.0056641078204496</c:v>
                </c:pt>
                <c:pt idx="698">
                  <c:v>0.0056031382153395</c:v>
                </c:pt>
                <c:pt idx="699">
                  <c:v>0.0055431464049879</c:v>
                </c:pt>
                <c:pt idx="700">
                  <c:v>0.005484111621066</c:v>
                </c:pt>
                <c:pt idx="701">
                  <c:v>0.0054260136429726</c:v>
                </c:pt>
                <c:pt idx="702">
                  <c:v>0.0053688327806143</c:v>
                </c:pt>
                <c:pt idx="703">
                  <c:v>0.0053125498578134</c:v>
                </c:pt>
                <c:pt idx="704">
                  <c:v>0.0052571461963167</c:v>
                </c:pt>
                <c:pt idx="705">
                  <c:v>0.0052026036003817</c:v>
                </c:pt>
                <c:pt idx="706">
                  <c:v>0.0051489043419159</c:v>
                </c:pt>
                <c:pt idx="707">
                  <c:v>0.005096031146146</c:v>
                </c:pt>
                <c:pt idx="708">
                  <c:v>0.0050439671777966</c:v>
                </c:pt>
                <c:pt idx="709">
                  <c:v>0.0049926960277576</c:v>
                </c:pt>
                <c:pt idx="710">
                  <c:v>0.0049422017002203</c:v>
                </c:pt>
                <c:pt idx="711">
                  <c:v>0.0048924686002631</c:v>
                </c:pt>
                <c:pt idx="712">
                  <c:v>0.004843481521871</c:v>
                </c:pt>
                <c:pt idx="713">
                  <c:v>0.0047952256363685</c:v>
                </c:pt>
                <c:pt idx="714">
                  <c:v>0.0047476864812526</c:v>
                </c:pt>
                <c:pt idx="715">
                  <c:v>0.0047008499494086</c:v>
                </c:pt>
                <c:pt idx="716">
                  <c:v>0.0046547022786939</c:v>
                </c:pt>
                <c:pt idx="717">
                  <c:v>0.0046092300418766</c:v>
                </c:pt>
                <c:pt idx="718">
                  <c:v>0.0045644201369135</c:v>
                </c:pt>
                <c:pt idx="719">
                  <c:v>0.0045202597775561</c:v>
                </c:pt>
                <c:pt idx="720">
                  <c:v>0.0044767364842707</c:v>
                </c:pt>
                <c:pt idx="721">
                  <c:v>0.0044338380754621</c:v>
                </c:pt>
                <c:pt idx="722">
                  <c:v>0.0043915526589874</c:v>
                </c:pt>
                <c:pt idx="723">
                  <c:v>0.0043498686239514</c:v>
                </c:pt>
                <c:pt idx="724">
                  <c:v>0.0043087746327709</c:v>
                </c:pt>
                <c:pt idx="725">
                  <c:v>0.0042682596134989</c:v>
                </c:pt>
                <c:pt idx="726">
                  <c:v>0.0042283127523992</c:v>
                </c:pt>
                <c:pt idx="727">
                  <c:v>0.0041889234867614</c:v>
                </c:pt>
                <c:pt idx="728">
                  <c:v>0.0041500814979478</c:v>
                </c:pt>
                <c:pt idx="729">
                  <c:v>0.0041117767046641</c:v>
                </c:pt>
                <c:pt idx="730">
                  <c:v>0.0040739992564448</c:v>
                </c:pt>
                <c:pt idx="731">
                  <c:v>0.0040367395273466</c:v>
                </c:pt>
                <c:pt idx="732">
                  <c:v>0.0039999881098416</c:v>
                </c:pt>
                <c:pt idx="733">
                  <c:v>0.0039637358089026</c:v>
                </c:pt>
                <c:pt idx="734">
                  <c:v>0.0039279736362751</c:v>
                </c:pt>
                <c:pt idx="735">
                  <c:v>0.0038926928049278</c:v>
                </c:pt>
                <c:pt idx="736">
                  <c:v>0.0038578847236766</c:v>
                </c:pt>
                <c:pt idx="737">
                  <c:v>0.0038235409919742</c:v>
                </c:pt>
                <c:pt idx="738">
                  <c:v>0.0037896533948616</c:v>
                </c:pt>
                <c:pt idx="739">
                  <c:v>0.0037562138980744</c:v>
                </c:pt>
                <c:pt idx="740">
                  <c:v>0.0037232146432986</c:v>
                </c:pt>
                <c:pt idx="741">
                  <c:v>0.0036906479435708</c:v>
                </c:pt>
                <c:pt idx="742">
                  <c:v>0.0036585062788191</c:v>
                </c:pt>
                <c:pt idx="743">
                  <c:v>0.0036267822915372</c:v>
                </c:pt>
                <c:pt idx="744">
                  <c:v>0.0035954687825893</c:v>
                </c:pt>
                <c:pt idx="745">
                  <c:v>0.0035645587071409</c:v>
                </c:pt>
                <c:pt idx="746">
                  <c:v>0.0035340451707106</c:v>
                </c:pt>
                <c:pt idx="747">
                  <c:v>0.0035039214253392</c:v>
                </c:pt>
                <c:pt idx="748">
                  <c:v>0.003474180865872</c:v>
                </c:pt>
                <c:pt idx="749">
                  <c:v>0.0034448170263508</c:v>
                </c:pt>
                <c:pt idx="750">
                  <c:v>0.0034158235765119</c:v>
                </c:pt>
                <c:pt idx="751">
                  <c:v>0.0033871943183857</c:v>
                </c:pt>
                <c:pt idx="752">
                  <c:v>0.0033589231829956</c:v>
                </c:pt>
                <c:pt idx="753">
                  <c:v>0.0033310042271531</c:v>
                </c:pt>
                <c:pt idx="754">
                  <c:v>0.003303431630344</c:v>
                </c:pt>
                <c:pt idx="755">
                  <c:v>0.0032761996917055</c:v>
                </c:pt>
                <c:pt idx="756">
                  <c:v>0.0032493028270888</c:v>
                </c:pt>
                <c:pt idx="757">
                  <c:v>0.0032227355662056</c:v>
                </c:pt>
                <c:pt idx="758">
                  <c:v>0.0031964925498564</c:v>
                </c:pt>
                <c:pt idx="759">
                  <c:v>0.0031705685272356</c:v>
                </c:pt>
                <c:pt idx="760">
                  <c:v>0.003144958353314</c:v>
                </c:pt>
                <c:pt idx="761">
                  <c:v>0.003119656986294</c:v>
                </c:pt>
                <c:pt idx="762">
                  <c:v>0.0030946594851357</c:v>
                </c:pt>
                <c:pt idx="763">
                  <c:v>0.0030699610071523</c:v>
                </c:pt>
                <c:pt idx="764">
                  <c:v>0.0030455568056718</c:v>
                </c:pt>
                <c:pt idx="765">
                  <c:v>0.0030214422277635</c:v>
                </c:pt>
                <c:pt idx="766">
                  <c:v>0.002997612712027</c:v>
                </c:pt>
                <c:pt idx="767">
                  <c:v>0.0029740637864411</c:v>
                </c:pt>
                <c:pt idx="768">
                  <c:v>0.0029507910662727</c:v>
                </c:pt>
                <c:pt idx="769">
                  <c:v>0.0029277902520412</c:v>
                </c:pt>
                <c:pt idx="770">
                  <c:v>0.0029050571275388</c:v>
                </c:pt>
                <c:pt idx="771">
                  <c:v>0.0028825875579041</c:v>
                </c:pt>
                <c:pt idx="772">
                  <c:v>0.0028603774877471</c:v>
                </c:pt>
                <c:pt idx="773">
                  <c:v>0.0028384229393246</c:v>
                </c:pt>
                <c:pt idx="774">
                  <c:v>0.0028167200107647</c:v>
                </c:pt>
                <c:pt idx="775">
                  <c:v>0.0027952648743374</c:v>
                </c:pt>
                <c:pt idx="776">
                  <c:v>0.0027740537747722</c:v>
                </c:pt>
                <c:pt idx="777">
                  <c:v>0.002753083027619</c:v>
                </c:pt>
                <c:pt idx="778">
                  <c:v>0.0027323490176529</c:v>
                </c:pt>
                <c:pt idx="779">
                  <c:v>0.00271184819732</c:v>
                </c:pt>
                <c:pt idx="780">
                  <c:v>0.0026915770852242</c:v>
                </c:pt>
                <c:pt idx="781">
                  <c:v>0.0026715322646535</c:v>
                </c:pt>
                <c:pt idx="782">
                  <c:v>0.0026517103821435</c:v>
                </c:pt>
                <c:pt idx="783">
                  <c:v>0.0026321081460792</c:v>
                </c:pt>
                <c:pt idx="784">
                  <c:v>0.0026127223253315</c:v>
                </c:pt>
                <c:pt idx="785">
                  <c:v>0.0025935497479298</c:v>
                </c:pt>
                <c:pt idx="786">
                  <c:v>0.0025745872997672</c:v>
                </c:pt>
                <c:pt idx="787">
                  <c:v>0.0025558319233398</c:v>
                </c:pt>
                <c:pt idx="788">
                  <c:v>0.002537280616517</c:v>
                </c:pt>
                <c:pt idx="789">
                  <c:v>0.0025189304313434</c:v>
                </c:pt>
                <c:pt idx="790">
                  <c:v>0.0025007784728704</c:v>
                </c:pt>
                <c:pt idx="791">
                  <c:v>0.0024828218980177</c:v>
                </c:pt>
                <c:pt idx="792">
                  <c:v>0.0024650579144623</c:v>
                </c:pt>
                <c:pt idx="793">
                  <c:v>0.0024474837795558</c:v>
                </c:pt>
                <c:pt idx="794">
                  <c:v>0.0024300967992688</c:v>
                </c:pt>
                <c:pt idx="795">
                  <c:v>0.0024128943271602</c:v>
                </c:pt>
                <c:pt idx="796">
                  <c:v>0.0023958737633732</c:v>
                </c:pt>
                <c:pt idx="797">
                  <c:v>0.0023790325536552</c:v>
                </c:pt>
                <c:pt idx="798">
                  <c:v>0.0023623681884016</c:v>
                </c:pt>
                <c:pt idx="799">
                  <c:v>0.0023458782017234</c:v>
                </c:pt>
                <c:pt idx="800">
                  <c:v>0.0023295601705368</c:v>
                </c:pt>
                <c:pt idx="801">
                  <c:v>0.0023134117136753</c:v>
                </c:pt>
                <c:pt idx="802">
                  <c:v>0.0022974304910232</c:v>
                </c:pt>
                <c:pt idx="803">
                  <c:v>0.0022816142026694</c:v>
                </c:pt>
                <c:pt idx="804">
                  <c:v>0.0022659605880821</c:v>
                </c:pt>
                <c:pt idx="805">
                  <c:v>0.002250467425303</c:v>
                </c:pt>
                <c:pt idx="806">
                  <c:v>0.0022351325301601</c:v>
                </c:pt>
                <c:pt idx="807">
                  <c:v>0.0022199537555003</c:v>
                </c:pt>
                <c:pt idx="808">
                  <c:v>0.0022049289904389</c:v>
                </c:pt>
                <c:pt idx="809">
                  <c:v>0.0021900561596275</c:v>
                </c:pt>
                <c:pt idx="810">
                  <c:v>0.0021753332225391</c:v>
                </c:pt>
                <c:pt idx="811">
                  <c:v>0.0021607581727696</c:v>
                </c:pt>
                <c:pt idx="812">
                  <c:v>0.0021463290373556</c:v>
                </c:pt>
                <c:pt idx="813">
                  <c:v>0.0021320438761083</c:v>
                </c:pt>
                <c:pt idx="814">
                  <c:v>0.0021179007809625</c:v>
                </c:pt>
                <c:pt idx="815">
                  <c:v>0.0021038978753411</c:v>
                </c:pt>
                <c:pt idx="816">
                  <c:v>0.0020900333135336</c:v>
                </c:pt>
                <c:pt idx="817">
                  <c:v>0.0020763052800894</c:v>
                </c:pt>
                <c:pt idx="818">
                  <c:v>0.0020627119892246</c:v>
                </c:pt>
                <c:pt idx="819">
                  <c:v>0.0020492516842425</c:v>
                </c:pt>
                <c:pt idx="820">
                  <c:v>0.0020359226369672</c:v>
                </c:pt>
                <c:pt idx="821">
                  <c:v>0.0020227231471901</c:v>
                </c:pt>
                <c:pt idx="822">
                  <c:v>0.0020096515421287</c:v>
                </c:pt>
                <c:pt idx="823">
                  <c:v>0.0019967061758976</c:v>
                </c:pt>
                <c:pt idx="824">
                  <c:v>0.0019838854289917</c:v>
                </c:pt>
                <c:pt idx="825">
                  <c:v>0.0019711877077804</c:v>
                </c:pt>
                <c:pt idx="826">
                  <c:v>0.0019586114440138</c:v>
                </c:pt>
                <c:pt idx="827">
                  <c:v>0.0019461550943386</c:v>
                </c:pt>
                <c:pt idx="828">
                  <c:v>0.0019338171398266</c:v>
                </c:pt>
                <c:pt idx="829">
                  <c:v>0.0019215960855117</c:v>
                </c:pt>
                <c:pt idx="830">
                  <c:v>0.0019094904599382</c:v>
                </c:pt>
                <c:pt idx="831">
                  <c:v>0.0018974988147188</c:v>
                </c:pt>
                <c:pt idx="832">
                  <c:v>0.001885619724102</c:v>
                </c:pt>
                <c:pt idx="833">
                  <c:v>0.0018738517845494</c:v>
                </c:pt>
                <c:pt idx="834">
                  <c:v>0.0018621936143216</c:v>
                </c:pt>
                <c:pt idx="835">
                  <c:v>0.0018506438530735</c:v>
                </c:pt>
                <c:pt idx="836">
                  <c:v>0.0018392011614582</c:v>
                </c:pt>
                <c:pt idx="837">
                  <c:v>0.0018278642207394</c:v>
                </c:pt>
                <c:pt idx="838">
                  <c:v>0.0018166317324122</c:v>
                </c:pt>
                <c:pt idx="839">
                  <c:v>0.0018055024178317</c:v>
                </c:pt>
                <c:pt idx="840">
                  <c:v>0.0017944750178502</c:v>
                </c:pt>
                <c:pt idx="841">
                  <c:v>0.0017835482924615</c:v>
                </c:pt>
                <c:pt idx="842">
                  <c:v>0.0017727210204526</c:v>
                </c:pt>
                <c:pt idx="843">
                  <c:v>0.0017619919990636</c:v>
                </c:pt>
                <c:pt idx="844">
                  <c:v>0.0017513600436541</c:v>
                </c:pt>
                <c:pt idx="845">
                  <c:v>0.0017408239873766</c:v>
                </c:pt>
                <c:pt idx="846">
                  <c:v>0.001730382680857</c:v>
                </c:pt>
                <c:pt idx="847">
                  <c:v>0.0017200349918817</c:v>
                </c:pt>
                <c:pt idx="848">
                  <c:v>0.0017097798050913</c:v>
                </c:pt>
                <c:pt idx="849">
                  <c:v>0.0016996160216804</c:v>
                </c:pt>
                <c:pt idx="850">
                  <c:v>0.0016895425591037</c:v>
                </c:pt>
                <c:pt idx="851">
                  <c:v>0.0016795583507885</c:v>
                </c:pt>
                <c:pt idx="852">
                  <c:v>0.0016696623458525</c:v>
                </c:pt>
                <c:pt idx="853">
                  <c:v>0.0016598535088282</c:v>
                </c:pt>
                <c:pt idx="854">
                  <c:v>0.0016501308193919</c:v>
                </c:pt>
                <c:pt idx="855">
                  <c:v>0.0016404932720995</c:v>
                </c:pt>
                <c:pt idx="856">
                  <c:v>0.0016309398761262</c:v>
                </c:pt>
                <c:pt idx="857">
                  <c:v>0.0016214696550128</c:v>
                </c:pt>
                <c:pt idx="858">
                  <c:v>0.0016120816464167</c:v>
                </c:pt>
                <c:pt idx="859">
                  <c:v>0.0016027749018671</c:v>
                </c:pt>
                <c:pt idx="860">
                  <c:v>0.0015935484865266</c:v>
                </c:pt>
                <c:pt idx="861">
                  <c:v>0.0015844014789564</c:v>
                </c:pt>
                <c:pt idx="862">
                  <c:v>0.0015753329708867</c:v>
                </c:pt>
                <c:pt idx="863">
                  <c:v>0.0015663420669917</c:v>
                </c:pt>
                <c:pt idx="864">
                  <c:v>0.0015574278846685</c:v>
                </c:pt>
                <c:pt idx="865">
                  <c:v>0.0015485895538216</c:v>
                </c:pt>
                <c:pt idx="866">
                  <c:v>0.0015398262166502</c:v>
                </c:pt>
                <c:pt idx="867">
                  <c:v>0.0015311370274408</c:v>
                </c:pt>
                <c:pt idx="868">
                  <c:v>0.0015225211523633</c:v>
                </c:pt>
                <c:pt idx="869">
                  <c:v>0.0015139777692713</c:v>
                </c:pt>
                <c:pt idx="870">
                  <c:v>0.0015055060675062</c:v>
                </c:pt>
                <c:pt idx="871">
                  <c:v>0.0014971052477053</c:v>
                </c:pt>
                <c:pt idx="872">
                  <c:v>0.0014887745216136</c:v>
                </c:pt>
                <c:pt idx="873">
                  <c:v>0.0014805131118989</c:v>
                </c:pt>
                <c:pt idx="874">
                  <c:v>0.0014723202519709</c:v>
                </c:pt>
                <c:pt idx="875">
                  <c:v>0.0014641951858035</c:v>
                </c:pt>
                <c:pt idx="876">
                  <c:v>0.001456137167761</c:v>
                </c:pt>
                <c:pt idx="877">
                  <c:v>0.0014481454624268</c:v>
                </c:pt>
                <c:pt idx="878">
                  <c:v>0.0014402193444362</c:v>
                </c:pt>
                <c:pt idx="879">
                  <c:v>0.0014323580983119</c:v>
                </c:pt>
                <c:pt idx="880">
                  <c:v>0.0014245610183028</c:v>
                </c:pt>
                <c:pt idx="881">
                  <c:v>0.0014168274082256</c:v>
                </c:pt>
                <c:pt idx="882">
                  <c:v>0.0014091565813101</c:v>
                </c:pt>
                <c:pt idx="883">
                  <c:v>0.0014015478600466</c:v>
                </c:pt>
                <c:pt idx="884">
                  <c:v>0.0013940005760365</c:v>
                </c:pt>
                <c:pt idx="885">
                  <c:v>0.001386514069846</c:v>
                </c:pt>
                <c:pt idx="886">
                  <c:v>0.0013790876908617</c:v>
                </c:pt>
                <c:pt idx="887">
                  <c:v>0.00137172079715</c:v>
                </c:pt>
                <c:pt idx="888">
                  <c:v>0.0013644127553186</c:v>
                </c:pt>
                <c:pt idx="889">
                  <c:v>0.0013571629403798</c:v>
                </c:pt>
                <c:pt idx="890">
                  <c:v>0.001349970735618</c:v>
                </c:pt>
                <c:pt idx="891">
                  <c:v>0.0013428355324579</c:v>
                </c:pt>
                <c:pt idx="892">
                  <c:v>0.0013357567303367</c:v>
                </c:pt>
                <c:pt idx="893">
                  <c:v>0.0013287337365772</c:v>
                </c:pt>
                <c:pt idx="894">
                  <c:v>0.0013217659662644</c:v>
                </c:pt>
                <c:pt idx="895">
                  <c:v>0.0013148528421236</c:v>
                </c:pt>
                <c:pt idx="896">
                  <c:v>0.0013079937944011</c:v>
                </c:pt>
                <c:pt idx="897">
                  <c:v>0.0013011882607469</c:v>
                </c:pt>
                <c:pt idx="898">
                  <c:v>0.0012944356860998</c:v>
                </c:pt>
                <c:pt idx="899">
                  <c:v>0.001287735522574</c:v>
                </c:pt>
                <c:pt idx="900">
                  <c:v>0.0012810872293483</c:v>
                </c:pt>
                <c:pt idx="901">
                  <c:v>0.0012744902725573</c:v>
                </c:pt>
                <c:pt idx="902">
                  <c:v>0.001267944125184</c:v>
                </c:pt>
                <c:pt idx="903">
                  <c:v>0.0012614482669549</c:v>
                </c:pt>
                <c:pt idx="904">
                  <c:v>0.0012550021842367</c:v>
                </c:pt>
                <c:pt idx="905">
                  <c:v>0.0012486053699348</c:v>
                </c:pt>
                <c:pt idx="906">
                  <c:v>0.001242257323394</c:v>
                </c:pt>
                <c:pt idx="907">
                  <c:v>0.0012359575503002</c:v>
                </c:pt>
                <c:pt idx="908">
                  <c:v>0.0012297055625848</c:v>
                </c:pt>
                <c:pt idx="909">
                  <c:v>0.0012235008783297</c:v>
                </c:pt>
                <c:pt idx="910">
                  <c:v>0.0012173430216752</c:v>
                </c:pt>
                <c:pt idx="911">
                  <c:v>0.0012112315227282</c:v>
                </c:pt>
                <c:pt idx="912">
                  <c:v>0.0012051659174734</c:v>
                </c:pt>
                <c:pt idx="913">
                  <c:v>0.0011991457476846</c:v>
                </c:pt>
                <c:pt idx="914">
                  <c:v>0.0011931705608387</c:v>
                </c:pt>
                <c:pt idx="915">
                  <c:v>0.0011872399100306</c:v>
                </c:pt>
                <c:pt idx="916">
                  <c:v>0.0011813533538901</c:v>
                </c:pt>
                <c:pt idx="917">
                  <c:v>0.001175510456499</c:v>
                </c:pt>
                <c:pt idx="918">
                  <c:v>0.0011697107873117</c:v>
                </c:pt>
                <c:pt idx="919">
                  <c:v>0.0011639539210748</c:v>
                </c:pt>
                <c:pt idx="920">
                  <c:v>0.0011582394377502</c:v>
                </c:pt>
                <c:pt idx="921">
                  <c:v>0.0011525669224378</c:v>
                </c:pt>
                <c:pt idx="922">
                  <c:v>0.0011469359653008</c:v>
                </c:pt>
                <c:pt idx="923">
                  <c:v>0.0011413461614916</c:v>
                </c:pt>
                <c:pt idx="924">
                  <c:v>0.0011357971110791</c:v>
                </c:pt>
                <c:pt idx="925">
                  <c:v>0.0011302884189772</c:v>
                </c:pt>
                <c:pt idx="926">
                  <c:v>0.0011248196948744</c:v>
                </c:pt>
                <c:pt idx="927">
                  <c:v>0.0011193905531654</c:v>
                </c:pt>
                <c:pt idx="928">
                  <c:v>0.0011140006128823</c:v>
                </c:pt>
                <c:pt idx="929">
                  <c:v>0.0011086494976285</c:v>
                </c:pt>
                <c:pt idx="930">
                  <c:v>0.0011033368355128</c:v>
                </c:pt>
                <c:pt idx="931">
                  <c:v>0.0010980622590849</c:v>
                </c:pt>
                <c:pt idx="932">
                  <c:v>0.0010928254052719</c:v>
                </c:pt>
                <c:pt idx="933">
                  <c:v>0.001087625915316</c:v>
                </c:pt>
                <c:pt idx="934">
                  <c:v>0.001082463434713</c:v>
                </c:pt>
                <c:pt idx="935">
                  <c:v>0.0010773376131518</c:v>
                </c:pt>
                <c:pt idx="936">
                  <c:v>0.0010722481044556</c:v>
                </c:pt>
                <c:pt idx="937">
                  <c:v>0.0010671945665227</c:v>
                </c:pt>
                <c:pt idx="938">
                  <c:v>0.0010621766612699</c:v>
                </c:pt>
                <c:pt idx="939">
                  <c:v>0.0010571940545753</c:v>
                </c:pt>
                <c:pt idx="940">
                  <c:v>0.0010522464162233</c:v>
                </c:pt>
                <c:pt idx="941">
                  <c:v>0.0010473334198496</c:v>
                </c:pt>
                <c:pt idx="942">
                  <c:v>0.0010424547428874</c:v>
                </c:pt>
                <c:pt idx="943">
                  <c:v>0.001037610066515</c:v>
                </c:pt>
                <c:pt idx="944">
                  <c:v>0.001032799075603</c:v>
                </c:pt>
                <c:pt idx="945">
                  <c:v>0.0010280214586638</c:v>
                </c:pt>
                <c:pt idx="946">
                  <c:v>0.0010232769078009</c:v>
                </c:pt>
                <c:pt idx="947">
                  <c:v>0.0010185651186594</c:v>
                </c:pt>
                <c:pt idx="948">
                  <c:v>0.0010138857903772</c:v>
                </c:pt>
                <c:pt idx="949">
                  <c:v>0.001009238625537</c:v>
                </c:pt>
                <c:pt idx="950">
                  <c:v>0.0010046233301193</c:v>
                </c:pt>
                <c:pt idx="951">
                  <c:v>0.0010000396134556</c:v>
                </c:pt>
                <c:pt idx="952">
                  <c:v>0.0009954871881832</c:v>
                </c:pt>
                <c:pt idx="953">
                  <c:v>0.00099096577019948</c:v>
                </c:pt>
                <c:pt idx="954">
                  <c:v>0.00098647507861825</c:v>
                </c:pt>
                <c:pt idx="955">
                  <c:v>0.00098201483572585</c:v>
                </c:pt>
                <c:pt idx="956">
                  <c:v>0.00097758476693838</c:v>
                </c:pt>
                <c:pt idx="957">
                  <c:v>0.00097318460075941</c:v>
                </c:pt>
                <c:pt idx="958">
                  <c:v>0.00096881406873847</c:v>
                </c:pt>
                <c:pt idx="959">
                  <c:v>0.0009644729054301</c:v>
                </c:pt>
                <c:pt idx="960">
                  <c:v>0.00096016084835366</c:v>
                </c:pt>
                <c:pt idx="961">
                  <c:v>0.00095587763795359</c:v>
                </c:pt>
                <c:pt idx="962">
                  <c:v>0.00095162301756047</c:v>
                </c:pt>
                <c:pt idx="963">
                  <c:v>0.00094739673335258</c:v>
                </c:pt>
                <c:pt idx="964">
                  <c:v>0.00094319853431807</c:v>
                </c:pt>
                <c:pt idx="965">
                  <c:v>0.0009390281722177</c:v>
                </c:pt>
                <c:pt idx="966">
                  <c:v>0.00093488540154825</c:v>
                </c:pt>
                <c:pt idx="967">
                  <c:v>0.00093076997950636</c:v>
                </c:pt>
                <c:pt idx="968">
                  <c:v>0.00092668166595301</c:v>
                </c:pt>
                <c:pt idx="969">
                  <c:v>0.00092262022337852</c:v>
                </c:pt>
                <c:pt idx="970">
                  <c:v>0.00091858541686807</c:v>
                </c:pt>
                <c:pt idx="971">
                  <c:v>0.0009145770140678</c:v>
                </c:pt>
                <c:pt idx="972">
                  <c:v>0.00091059478515135</c:v>
                </c:pt>
                <c:pt idx="973">
                  <c:v>0.00090663850278696</c:v>
                </c:pt>
                <c:pt idx="974">
                  <c:v>0.00090270794210507</c:v>
                </c:pt>
                <c:pt idx="975">
                  <c:v>0.00089880288066637</c:v>
                </c:pt>
                <c:pt idx="976">
                  <c:v>0.00089492309843038</c:v>
                </c:pt>
                <c:pt idx="977">
                  <c:v>0.00089106837772446</c:v>
                </c:pt>
                <c:pt idx="978">
                  <c:v>0.00088723850321332</c:v>
                </c:pt>
                <c:pt idx="979">
                  <c:v>0.00088343326186897</c:v>
                </c:pt>
                <c:pt idx="980">
                  <c:v>0.00087965244294114</c:v>
                </c:pt>
                <c:pt idx="981">
                  <c:v>0.00087589583792807</c:v>
                </c:pt>
                <c:pt idx="982">
                  <c:v>0.00087216324054786</c:v>
                </c:pt>
                <c:pt idx="983">
                  <c:v>0.00086845444671013</c:v>
                </c:pt>
                <c:pt idx="984">
                  <c:v>0.00086476925448816</c:v>
                </c:pt>
                <c:pt idx="985">
                  <c:v>0.00086110746409143</c:v>
                </c:pt>
                <c:pt idx="986">
                  <c:v>0.00085746887783856</c:v>
                </c:pt>
                <c:pt idx="987">
                  <c:v>0.00085385330013066</c:v>
                </c:pt>
                <c:pt idx="988">
                  <c:v>0.00085026053742506</c:v>
                </c:pt>
                <c:pt idx="989">
                  <c:v>0.00084669039820942</c:v>
                </c:pt>
                <c:pt idx="990">
                  <c:v>0.00084314269297625</c:v>
                </c:pt>
                <c:pt idx="991">
                  <c:v>0.00083961723419779</c:v>
                </c:pt>
                <c:pt idx="992">
                  <c:v>0.0008361138363012</c:v>
                </c:pt>
                <c:pt idx="993">
                  <c:v>0.00083263231564422</c:v>
                </c:pt>
                <c:pt idx="994">
                  <c:v>0.00082917249049109</c:v>
                </c:pt>
                <c:pt idx="995">
                  <c:v>0.00082573418098887</c:v>
                </c:pt>
                <c:pt idx="996">
                  <c:v>0.00082231720914405</c:v>
                </c:pt>
                <c:pt idx="997">
                  <c:v>0.00081892139879959</c:v>
                </c:pt>
                <c:pt idx="998">
                  <c:v>0.00081554657561219</c:v>
                </c:pt>
                <c:pt idx="999">
                  <c:v>0.00081219256702994</c:v>
                </c:pt>
                <c:pt idx="1000">
                  <c:v>0.00080885920227031</c:v>
                </c:pt>
              </c:numCache>
            </c:numRef>
          </c:yVal>
        </c:ser>
        <c:dLbls>
          <c:txPr>
            <a:bodyPr xmlns:a="http://schemas.openxmlformats.org/drawingml/2006/main" anchorCtr="1"/>
            <a:lstStyle xmlns:a="http://schemas.openxmlformats.org/drawingml/2006/main"/>
            <a:p xmlns:a="http://schemas.openxmlformats.org/drawingml/2006/main">
              <a:pPr>
                <a:defRPr>
                  <a:latin typeface="Georgia"/>
                  <a:ea typeface="Georgia"/>
                  <a:cs typeface="Georgia"/>
                </a:defRPr>
              </a:pPr>
            </a:p>
          </c:txPr>
          <c:showLegendKey val="0"/>
          <c:showVal val="0"/>
          <c:showCatName val="0"/>
          <c:showSerName val="0"/>
          <c:showPercent val="0"/>
          <c:showBubbleSize val="0"/>
          <c:showLeaderLines val="0"/>
        </c:dLbls>
        <c:axId val="48650112"/>
        <c:axId val="48672768"/>
      </c:scatterChart>
      <c:valAx>
        <c:axId val="48672768"/>
        <c:scaling>
          <c:orientation val="minMax"/>
          <c:max val="1.4"/>
          <c:min val="0"/>
        </c:scaling>
        <c:delete val="0"/>
        <c:axPos val="l"/>
        <c:majorGridlines>
          <c:spPr>
            <a:ln xmlns:a="http://schemas.openxmlformats.org/drawingml/2006/main" w="6668">
              <a:solidFill>
                <a:srgbClr val="D5CEC1"/>
              </a:solidFill>
            </a:ln>
          </c:spPr>
        </c:majorGridlines>
        <c:title>
          <c:tx>
            <c:rich>
              <a:bodyPr xmlns:a="http://schemas.openxmlformats.org/drawingml/2006/main"/>
              <a:lstStyle xmlns:a="http://schemas.openxmlformats.org/drawingml/2006/main"/>
              <a:p xmlns:a="http://schemas.openxmlformats.org/drawingml/2006/main">
                <a:r>
                  <a:rPr>
                    <a:latin typeface="Georgia"/>
                    <a:ea typeface="Georgia"/>
                    <a:cs typeface="Georgia"/>
                  </a:rPr>
                  <a:t>Normalized profile (1/GHz)</a:t>
                </a:r>
              </a:p>
            </c:rich>
          </c:tx>
          <c:overlay val="0"/>
          <c:txPr>
            <a:bodyPr xmlns:a="http://schemas.openxmlformats.org/drawingml/2006/main" anchorCtr="1"/>
            <a:lstStyle xmlns:a="http://schemas.openxmlformats.org/drawingml/2006/main"/>
            <a:p xmlns:a="http://schemas.openxmlformats.org/drawingml/2006/main">
              <a:pPr>
                <a:defRPr>
                  <a:latin typeface="Georgia"/>
                  <a:ea typeface="Georgia"/>
                  <a:cs typeface="Georgia"/>
                </a:defRPr>
              </a:pPr>
            </a:p>
          </c:txPr>
        </c:title>
        <c:numFmt formatCode="0.00"/>
        <c:majorTickMark val="none"/>
        <c:minorTickMark val="none"/>
        <c:spPr>
          <a:ln xmlns:a="http://schemas.openxmlformats.org/drawingml/2006/main" w="9525">
            <a:solidFill>
              <a:srgbClr val="6E6A61"/>
            </a:solidFill>
          </a:ln>
        </c:spPr>
        <c:txPr>
          <a:bodyPr xmlns:a="http://schemas.openxmlformats.org/drawingml/2006/main" anchorCtr="1"/>
          <a:lstStyle xmlns:a="http://schemas.openxmlformats.org/drawingml/2006/main"/>
          <a:p xmlns:a="http://schemas.openxmlformats.org/drawingml/2006/main">
            <a:pPr>
              <a:defRPr sz="1500">
                <a:solidFill>
                  <a:srgbClr val="242421"/>
                </a:solidFill>
                <a:latin typeface="Georgia"/>
                <a:ea typeface="Georgia"/>
                <a:cs typeface="Georgia"/>
              </a:defRPr>
            </a:pPr>
          </a:p>
        </c:txPr>
        <c:crossAx val="48650112"/>
        <c:majorUnit val="0.35"/>
      </c:valAx>
      <c:valAx>
        <c:axId val="48650112"/>
        <c:scaling>
          <c:orientation val="minMax"/>
          <c:max val="125"/>
          <c:min val="105"/>
        </c:scaling>
        <c:delete val="0"/>
        <c:axPos val="b"/>
        <c:title>
          <c:tx>
            <c:rich>
              <a:bodyPr xmlns:a="http://schemas.openxmlformats.org/drawingml/2006/main"/>
              <a:lstStyle xmlns:a="http://schemas.openxmlformats.org/drawingml/2006/main"/>
              <a:p xmlns:a="http://schemas.openxmlformats.org/drawingml/2006/main">
                <a:r>
                  <a:rPr>
                    <a:latin typeface="Georgia"/>
                    <a:ea typeface="Georgia"/>
                    <a:cs typeface="Georgia"/>
                  </a:rPr>
                  <a:t>Frequency (GHz)</a:t>
                </a:r>
              </a:p>
            </c:rich>
          </c:tx>
          <c:overlay val="0"/>
          <c:txPr>
            <a:bodyPr xmlns:a="http://schemas.openxmlformats.org/drawingml/2006/main" anchorCtr="1"/>
            <a:lstStyle xmlns:a="http://schemas.openxmlformats.org/drawingml/2006/main"/>
            <a:p xmlns:a="http://schemas.openxmlformats.org/drawingml/2006/main">
              <a:pPr>
                <a:defRPr>
                  <a:latin typeface="Georgia"/>
                  <a:ea typeface="Georgia"/>
                  <a:cs typeface="Georgia"/>
                </a:defRPr>
              </a:pPr>
            </a:p>
          </c:txPr>
        </c:title>
        <c:numFmt formatCode="0"/>
        <c:majorTickMark val="none"/>
        <c:minorTickMark val="none"/>
        <c:spPr>
          <a:ln xmlns:a="http://schemas.openxmlformats.org/drawingml/2006/main" w="9525">
            <a:solidFill>
              <a:srgbClr val="6E6A61"/>
            </a:solidFill>
          </a:ln>
        </c:spPr>
        <c:txPr>
          <a:bodyPr xmlns:a="http://schemas.openxmlformats.org/drawingml/2006/main" anchorCtr="1"/>
          <a:lstStyle xmlns:a="http://schemas.openxmlformats.org/drawingml/2006/main"/>
          <a:p xmlns:a="http://schemas.openxmlformats.org/drawingml/2006/main">
            <a:pPr>
              <a:defRPr sz="1500">
                <a:solidFill>
                  <a:srgbClr val="242421"/>
                </a:solidFill>
                <a:latin typeface="Georgia"/>
                <a:ea typeface="Georgia"/>
                <a:cs typeface="Georgia"/>
              </a:defRPr>
            </a:pPr>
          </a:p>
        </c:txPr>
        <c:crossAx val="48672768"/>
        <c:majorUnit val="5"/>
      </c:valAx>
      <c:spPr>
        <a:solidFill xmlns:a="http://schemas.openxmlformats.org/drawingml/2006/main">
          <a:srgbClr val="F4F0E8"/>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425">
              <a:solidFill>
                <a:srgbClr val="242421"/>
              </a:solidFill>
              <a:latin typeface="Georgia"/>
              <a:ea typeface="Georgia"/>
              <a:cs typeface="Georgia"/>
            </a:defRPr>
          </a:pPr>
        </a:p>
      </c:txPr>
    </c:legend>
    <c:plotVisOnly val="1"/>
  </c:chart>
  <c:spPr>
    <a:solidFill xmlns:a="http://schemas.openxmlformats.org/drawingml/2006/main">
      <a:srgbClr val="F4F0E8"/>
    </a:solidFill>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scatterChart>
        <c:scatterStyle val="line"/>
        <c:varyColors val="0"/>
        <c:ser>
          <c:idx val="0"/>
          <c:order val="0"/>
          <c:tx>
            <c:v>Original modeled extra loss</c:v>
          </c:tx>
          <c:spPr>
            <a:ln xmlns:a="http://schemas.openxmlformats.org/drawingml/2006/main" w="28575">
              <a:solidFill>
                <a:srgbClr val="B4472B"/>
              </a:solidFill>
            </a:ln>
          </c:spPr>
          <c:marker>
            <c:symbol val="none"/>
          </c:marker>
          <c:xVal>
            <c:numRef>
              <c:f>'Chart Data'!$A$2:$A$1025</c:f>
              <c:numCache>
                <c:formatCode>General</c:formatCode>
                <c:ptCount val="1024"/>
                <c:pt idx="0">
                  <c:v>230.0048828125</c:v>
                </c:pt>
                <c:pt idx="1">
                  <c:v>230.0146484375</c:v>
                </c:pt>
                <c:pt idx="2">
                  <c:v>230.0244140625</c:v>
                </c:pt>
                <c:pt idx="3">
                  <c:v>230.0341796875</c:v>
                </c:pt>
                <c:pt idx="4">
                  <c:v>230.0439453125</c:v>
                </c:pt>
                <c:pt idx="5">
                  <c:v>230.0537109375</c:v>
                </c:pt>
                <c:pt idx="6">
                  <c:v>230.0634765625</c:v>
                </c:pt>
                <c:pt idx="7">
                  <c:v>230.0732421875</c:v>
                </c:pt>
                <c:pt idx="8">
                  <c:v>230.0830078125</c:v>
                </c:pt>
                <c:pt idx="9">
                  <c:v>230.0927734375</c:v>
                </c:pt>
                <c:pt idx="10">
                  <c:v>230.1025390625</c:v>
                </c:pt>
                <c:pt idx="11">
                  <c:v>230.1123046875</c:v>
                </c:pt>
                <c:pt idx="12">
                  <c:v>230.1220703125</c:v>
                </c:pt>
                <c:pt idx="13">
                  <c:v>230.1318359375</c:v>
                </c:pt>
                <c:pt idx="14">
                  <c:v>230.1416015625</c:v>
                </c:pt>
                <c:pt idx="15">
                  <c:v>230.1513671875</c:v>
                </c:pt>
                <c:pt idx="16">
                  <c:v>230.1611328125</c:v>
                </c:pt>
                <c:pt idx="17">
                  <c:v>230.1708984375</c:v>
                </c:pt>
                <c:pt idx="18">
                  <c:v>230.1806640625</c:v>
                </c:pt>
                <c:pt idx="19">
                  <c:v>230.1904296875</c:v>
                </c:pt>
                <c:pt idx="20">
                  <c:v>230.2001953125</c:v>
                </c:pt>
                <c:pt idx="21">
                  <c:v>230.2099609375</c:v>
                </c:pt>
                <c:pt idx="22">
                  <c:v>230.2197265625</c:v>
                </c:pt>
                <c:pt idx="23">
                  <c:v>230.2294921875</c:v>
                </c:pt>
                <c:pt idx="24">
                  <c:v>230.2392578125</c:v>
                </c:pt>
                <c:pt idx="25">
                  <c:v>230.2490234375</c:v>
                </c:pt>
                <c:pt idx="26">
                  <c:v>230.2587890625</c:v>
                </c:pt>
                <c:pt idx="27">
                  <c:v>230.2685546875</c:v>
                </c:pt>
                <c:pt idx="28">
                  <c:v>230.2783203125</c:v>
                </c:pt>
                <c:pt idx="29">
                  <c:v>230.2880859375</c:v>
                </c:pt>
                <c:pt idx="30">
                  <c:v>230.2978515625</c:v>
                </c:pt>
                <c:pt idx="31">
                  <c:v>230.3076171875</c:v>
                </c:pt>
                <c:pt idx="32">
                  <c:v>230.3173828125</c:v>
                </c:pt>
                <c:pt idx="33">
                  <c:v>230.3271484375</c:v>
                </c:pt>
                <c:pt idx="34">
                  <c:v>230.3369140625</c:v>
                </c:pt>
                <c:pt idx="35">
                  <c:v>230.3466796875</c:v>
                </c:pt>
                <c:pt idx="36">
                  <c:v>230.3564453125</c:v>
                </c:pt>
                <c:pt idx="37">
                  <c:v>230.3662109375</c:v>
                </c:pt>
                <c:pt idx="38">
                  <c:v>230.3759765625</c:v>
                </c:pt>
                <c:pt idx="39">
                  <c:v>230.3857421875</c:v>
                </c:pt>
                <c:pt idx="40">
                  <c:v>230.3955078125</c:v>
                </c:pt>
                <c:pt idx="41">
                  <c:v>230.4052734375</c:v>
                </c:pt>
                <c:pt idx="42">
                  <c:v>230.4150390625</c:v>
                </c:pt>
                <c:pt idx="43">
                  <c:v>230.4248046875</c:v>
                </c:pt>
                <c:pt idx="44">
                  <c:v>230.4345703125</c:v>
                </c:pt>
                <c:pt idx="45">
                  <c:v>230.4443359375</c:v>
                </c:pt>
                <c:pt idx="46">
                  <c:v>230.4541015625</c:v>
                </c:pt>
                <c:pt idx="47">
                  <c:v>230.4638671875</c:v>
                </c:pt>
                <c:pt idx="48">
                  <c:v>230.4736328125</c:v>
                </c:pt>
                <c:pt idx="49">
                  <c:v>230.4833984375</c:v>
                </c:pt>
                <c:pt idx="50">
                  <c:v>230.4931640625</c:v>
                </c:pt>
                <c:pt idx="51">
                  <c:v>230.5029296875</c:v>
                </c:pt>
                <c:pt idx="52">
                  <c:v>230.5126953125</c:v>
                </c:pt>
                <c:pt idx="53">
                  <c:v>230.5224609375</c:v>
                </c:pt>
                <c:pt idx="54">
                  <c:v>230.5322265625</c:v>
                </c:pt>
                <c:pt idx="55">
                  <c:v>230.5419921875</c:v>
                </c:pt>
                <c:pt idx="56">
                  <c:v>230.5517578125</c:v>
                </c:pt>
                <c:pt idx="57">
                  <c:v>230.5615234375</c:v>
                </c:pt>
                <c:pt idx="58">
                  <c:v>230.5712890625</c:v>
                </c:pt>
                <c:pt idx="59">
                  <c:v>230.5810546875</c:v>
                </c:pt>
                <c:pt idx="60">
                  <c:v>230.5908203125</c:v>
                </c:pt>
                <c:pt idx="61">
                  <c:v>230.6005859375</c:v>
                </c:pt>
                <c:pt idx="62">
                  <c:v>230.6103515625</c:v>
                </c:pt>
                <c:pt idx="63">
                  <c:v>230.6201171875</c:v>
                </c:pt>
                <c:pt idx="64">
                  <c:v>230.6298828125</c:v>
                </c:pt>
                <c:pt idx="65">
                  <c:v>230.6396484375</c:v>
                </c:pt>
                <c:pt idx="66">
                  <c:v>230.6494140625</c:v>
                </c:pt>
                <c:pt idx="67">
                  <c:v>230.6591796875</c:v>
                </c:pt>
                <c:pt idx="68">
                  <c:v>230.6689453125</c:v>
                </c:pt>
                <c:pt idx="69">
                  <c:v>230.6787109375</c:v>
                </c:pt>
                <c:pt idx="70">
                  <c:v>230.6884765625</c:v>
                </c:pt>
                <c:pt idx="71">
                  <c:v>230.6982421875</c:v>
                </c:pt>
                <c:pt idx="72">
                  <c:v>230.7080078125</c:v>
                </c:pt>
                <c:pt idx="73">
                  <c:v>230.7177734375</c:v>
                </c:pt>
                <c:pt idx="74">
                  <c:v>230.7275390625</c:v>
                </c:pt>
                <c:pt idx="75">
                  <c:v>230.7373046875</c:v>
                </c:pt>
                <c:pt idx="76">
                  <c:v>230.7470703125</c:v>
                </c:pt>
                <c:pt idx="77">
                  <c:v>230.7568359375</c:v>
                </c:pt>
                <c:pt idx="78">
                  <c:v>230.7666015625</c:v>
                </c:pt>
                <c:pt idx="79">
                  <c:v>230.7763671875</c:v>
                </c:pt>
                <c:pt idx="80">
                  <c:v>230.7861328125</c:v>
                </c:pt>
                <c:pt idx="81">
                  <c:v>230.7958984375</c:v>
                </c:pt>
                <c:pt idx="82">
                  <c:v>230.8056640625</c:v>
                </c:pt>
                <c:pt idx="83">
                  <c:v>230.8154296875</c:v>
                </c:pt>
                <c:pt idx="84">
                  <c:v>230.8251953125</c:v>
                </c:pt>
                <c:pt idx="85">
                  <c:v>230.8349609375</c:v>
                </c:pt>
                <c:pt idx="86">
                  <c:v>230.8447265625</c:v>
                </c:pt>
                <c:pt idx="87">
                  <c:v>230.8544921875</c:v>
                </c:pt>
                <c:pt idx="88">
                  <c:v>230.8642578125</c:v>
                </c:pt>
                <c:pt idx="89">
                  <c:v>230.8740234375</c:v>
                </c:pt>
                <c:pt idx="90">
                  <c:v>230.8837890625</c:v>
                </c:pt>
                <c:pt idx="91">
                  <c:v>230.8935546875</c:v>
                </c:pt>
                <c:pt idx="92">
                  <c:v>230.9033203125</c:v>
                </c:pt>
                <c:pt idx="93">
                  <c:v>230.9130859375</c:v>
                </c:pt>
                <c:pt idx="94">
                  <c:v>230.9228515625</c:v>
                </c:pt>
                <c:pt idx="95">
                  <c:v>230.9326171875</c:v>
                </c:pt>
                <c:pt idx="96">
                  <c:v>230.9423828125</c:v>
                </c:pt>
                <c:pt idx="97">
                  <c:v>230.9521484375</c:v>
                </c:pt>
                <c:pt idx="98">
                  <c:v>230.9619140625</c:v>
                </c:pt>
                <c:pt idx="99">
                  <c:v>230.9716796875</c:v>
                </c:pt>
                <c:pt idx="100">
                  <c:v>230.9814453125</c:v>
                </c:pt>
                <c:pt idx="101">
                  <c:v>230.9912109375</c:v>
                </c:pt>
                <c:pt idx="102">
                  <c:v>231.0009765625</c:v>
                </c:pt>
                <c:pt idx="103">
                  <c:v>231.0107421875</c:v>
                </c:pt>
                <c:pt idx="104">
                  <c:v>231.0205078125</c:v>
                </c:pt>
                <c:pt idx="105">
                  <c:v>231.0302734375</c:v>
                </c:pt>
                <c:pt idx="106">
                  <c:v>231.0400390625</c:v>
                </c:pt>
                <c:pt idx="107">
                  <c:v>231.0498046875</c:v>
                </c:pt>
                <c:pt idx="108">
                  <c:v>231.0595703125</c:v>
                </c:pt>
                <c:pt idx="109">
                  <c:v>231.0693359375</c:v>
                </c:pt>
                <c:pt idx="110">
                  <c:v>231.0791015625</c:v>
                </c:pt>
                <c:pt idx="111">
                  <c:v>231.0888671875</c:v>
                </c:pt>
                <c:pt idx="112">
                  <c:v>231.0986328125</c:v>
                </c:pt>
                <c:pt idx="113">
                  <c:v>231.1083984375</c:v>
                </c:pt>
                <c:pt idx="114">
                  <c:v>231.1181640625</c:v>
                </c:pt>
                <c:pt idx="115">
                  <c:v>231.1279296875</c:v>
                </c:pt>
                <c:pt idx="116">
                  <c:v>231.1376953125</c:v>
                </c:pt>
                <c:pt idx="117">
                  <c:v>231.1474609375</c:v>
                </c:pt>
                <c:pt idx="118">
                  <c:v>231.1572265625</c:v>
                </c:pt>
                <c:pt idx="119">
                  <c:v>231.1669921875</c:v>
                </c:pt>
                <c:pt idx="120">
                  <c:v>231.1767578125</c:v>
                </c:pt>
                <c:pt idx="121">
                  <c:v>231.1865234375</c:v>
                </c:pt>
                <c:pt idx="122">
                  <c:v>231.1962890625</c:v>
                </c:pt>
                <c:pt idx="123">
                  <c:v>231.2060546875</c:v>
                </c:pt>
                <c:pt idx="124">
                  <c:v>231.2158203125</c:v>
                </c:pt>
                <c:pt idx="125">
                  <c:v>231.2255859375</c:v>
                </c:pt>
                <c:pt idx="126">
                  <c:v>231.2353515625</c:v>
                </c:pt>
                <c:pt idx="127">
                  <c:v>231.2451171875</c:v>
                </c:pt>
                <c:pt idx="128">
                  <c:v>231.2548828125</c:v>
                </c:pt>
                <c:pt idx="129">
                  <c:v>231.2646484375</c:v>
                </c:pt>
                <c:pt idx="130">
                  <c:v>231.2744140625</c:v>
                </c:pt>
                <c:pt idx="131">
                  <c:v>231.2841796875</c:v>
                </c:pt>
                <c:pt idx="132">
                  <c:v>231.2939453125</c:v>
                </c:pt>
                <c:pt idx="133">
                  <c:v>231.3037109375</c:v>
                </c:pt>
                <c:pt idx="134">
                  <c:v>231.3134765625</c:v>
                </c:pt>
                <c:pt idx="135">
                  <c:v>231.3232421875</c:v>
                </c:pt>
                <c:pt idx="136">
                  <c:v>231.3330078125</c:v>
                </c:pt>
                <c:pt idx="137">
                  <c:v>231.3427734375</c:v>
                </c:pt>
                <c:pt idx="138">
                  <c:v>231.3525390625</c:v>
                </c:pt>
                <c:pt idx="139">
                  <c:v>231.3623046875</c:v>
                </c:pt>
                <c:pt idx="140">
                  <c:v>231.3720703125</c:v>
                </c:pt>
                <c:pt idx="141">
                  <c:v>231.3818359375</c:v>
                </c:pt>
                <c:pt idx="142">
                  <c:v>231.3916015625</c:v>
                </c:pt>
                <c:pt idx="143">
                  <c:v>231.4013671875</c:v>
                </c:pt>
                <c:pt idx="144">
                  <c:v>231.4111328125</c:v>
                </c:pt>
                <c:pt idx="145">
                  <c:v>231.4208984375</c:v>
                </c:pt>
                <c:pt idx="146">
                  <c:v>231.4306640625</c:v>
                </c:pt>
                <c:pt idx="147">
                  <c:v>231.4404296875</c:v>
                </c:pt>
                <c:pt idx="148">
                  <c:v>231.4501953125</c:v>
                </c:pt>
                <c:pt idx="149">
                  <c:v>231.4599609375</c:v>
                </c:pt>
                <c:pt idx="150">
                  <c:v>231.4697265625</c:v>
                </c:pt>
                <c:pt idx="151">
                  <c:v>231.4794921875</c:v>
                </c:pt>
                <c:pt idx="152">
                  <c:v>231.4892578125</c:v>
                </c:pt>
                <c:pt idx="153">
                  <c:v>231.4990234375</c:v>
                </c:pt>
                <c:pt idx="154">
                  <c:v>231.5087890625</c:v>
                </c:pt>
                <c:pt idx="155">
                  <c:v>231.5185546875</c:v>
                </c:pt>
                <c:pt idx="156">
                  <c:v>231.5283203125</c:v>
                </c:pt>
                <c:pt idx="157">
                  <c:v>231.5380859375</c:v>
                </c:pt>
                <c:pt idx="158">
                  <c:v>231.5478515625</c:v>
                </c:pt>
                <c:pt idx="159">
                  <c:v>231.5576171875</c:v>
                </c:pt>
                <c:pt idx="160">
                  <c:v>231.5673828125</c:v>
                </c:pt>
                <c:pt idx="161">
                  <c:v>231.5771484375</c:v>
                </c:pt>
                <c:pt idx="162">
                  <c:v>231.5869140625</c:v>
                </c:pt>
                <c:pt idx="163">
                  <c:v>231.5966796875</c:v>
                </c:pt>
                <c:pt idx="164">
                  <c:v>231.6064453125</c:v>
                </c:pt>
                <c:pt idx="165">
                  <c:v>231.6162109375</c:v>
                </c:pt>
                <c:pt idx="166">
                  <c:v>231.6259765625</c:v>
                </c:pt>
                <c:pt idx="167">
                  <c:v>231.6357421875</c:v>
                </c:pt>
                <c:pt idx="168">
                  <c:v>231.6455078125</c:v>
                </c:pt>
                <c:pt idx="169">
                  <c:v>231.6552734375</c:v>
                </c:pt>
                <c:pt idx="170">
                  <c:v>231.6650390625</c:v>
                </c:pt>
                <c:pt idx="171">
                  <c:v>231.6748046875</c:v>
                </c:pt>
                <c:pt idx="172">
                  <c:v>231.6845703125</c:v>
                </c:pt>
                <c:pt idx="173">
                  <c:v>231.6943359375</c:v>
                </c:pt>
                <c:pt idx="174">
                  <c:v>231.7041015625</c:v>
                </c:pt>
                <c:pt idx="175">
                  <c:v>231.7138671875</c:v>
                </c:pt>
                <c:pt idx="176">
                  <c:v>231.7236328125</c:v>
                </c:pt>
                <c:pt idx="177">
                  <c:v>231.7333984375</c:v>
                </c:pt>
                <c:pt idx="178">
                  <c:v>231.7431640625</c:v>
                </c:pt>
                <c:pt idx="179">
                  <c:v>231.7529296875</c:v>
                </c:pt>
                <c:pt idx="180">
                  <c:v>231.7626953125</c:v>
                </c:pt>
                <c:pt idx="181">
                  <c:v>231.7724609375</c:v>
                </c:pt>
                <c:pt idx="182">
                  <c:v>231.7822265625</c:v>
                </c:pt>
                <c:pt idx="183">
                  <c:v>231.7919921875</c:v>
                </c:pt>
                <c:pt idx="184">
                  <c:v>231.8017578125</c:v>
                </c:pt>
                <c:pt idx="185">
                  <c:v>231.8115234375</c:v>
                </c:pt>
                <c:pt idx="186">
                  <c:v>231.8212890625</c:v>
                </c:pt>
                <c:pt idx="187">
                  <c:v>231.8310546875</c:v>
                </c:pt>
                <c:pt idx="188">
                  <c:v>231.8408203125</c:v>
                </c:pt>
                <c:pt idx="189">
                  <c:v>231.8505859375</c:v>
                </c:pt>
                <c:pt idx="190">
                  <c:v>231.8603515625</c:v>
                </c:pt>
                <c:pt idx="191">
                  <c:v>231.8701171875</c:v>
                </c:pt>
                <c:pt idx="192">
                  <c:v>231.8798828125</c:v>
                </c:pt>
                <c:pt idx="193">
                  <c:v>231.8896484375</c:v>
                </c:pt>
                <c:pt idx="194">
                  <c:v>231.8994140625</c:v>
                </c:pt>
                <c:pt idx="195">
                  <c:v>231.9091796875</c:v>
                </c:pt>
                <c:pt idx="196">
                  <c:v>231.9189453125</c:v>
                </c:pt>
                <c:pt idx="197">
                  <c:v>231.9287109375</c:v>
                </c:pt>
                <c:pt idx="198">
                  <c:v>231.9384765625</c:v>
                </c:pt>
                <c:pt idx="199">
                  <c:v>231.9482421875</c:v>
                </c:pt>
                <c:pt idx="200">
                  <c:v>231.9580078125</c:v>
                </c:pt>
                <c:pt idx="201">
                  <c:v>231.9677734375</c:v>
                </c:pt>
                <c:pt idx="202">
                  <c:v>231.9775390625</c:v>
                </c:pt>
                <c:pt idx="203">
                  <c:v>231.9873046875</c:v>
                </c:pt>
                <c:pt idx="204">
                  <c:v>231.9970703125</c:v>
                </c:pt>
                <c:pt idx="205">
                  <c:v>232.0068359375</c:v>
                </c:pt>
                <c:pt idx="206">
                  <c:v>232.0166015625</c:v>
                </c:pt>
                <c:pt idx="207">
                  <c:v>232.0263671875</c:v>
                </c:pt>
                <c:pt idx="208">
                  <c:v>232.0361328125</c:v>
                </c:pt>
                <c:pt idx="209">
                  <c:v>232.0458984375</c:v>
                </c:pt>
                <c:pt idx="210">
                  <c:v>232.0556640625</c:v>
                </c:pt>
                <c:pt idx="211">
                  <c:v>232.0654296875</c:v>
                </c:pt>
                <c:pt idx="212">
                  <c:v>232.0751953125</c:v>
                </c:pt>
                <c:pt idx="213">
                  <c:v>232.0849609375</c:v>
                </c:pt>
                <c:pt idx="214">
                  <c:v>232.0947265625</c:v>
                </c:pt>
                <c:pt idx="215">
                  <c:v>232.1044921875</c:v>
                </c:pt>
                <c:pt idx="216">
                  <c:v>232.1142578125</c:v>
                </c:pt>
                <c:pt idx="217">
                  <c:v>232.1240234375</c:v>
                </c:pt>
                <c:pt idx="218">
                  <c:v>232.1337890625</c:v>
                </c:pt>
                <c:pt idx="219">
                  <c:v>232.1435546875</c:v>
                </c:pt>
                <c:pt idx="220">
                  <c:v>232.1533203125</c:v>
                </c:pt>
                <c:pt idx="221">
                  <c:v>232.1630859375</c:v>
                </c:pt>
                <c:pt idx="222">
                  <c:v>232.1728515625</c:v>
                </c:pt>
                <c:pt idx="223">
                  <c:v>232.1826171875</c:v>
                </c:pt>
                <c:pt idx="224">
                  <c:v>232.1923828125</c:v>
                </c:pt>
                <c:pt idx="225">
                  <c:v>232.2021484375</c:v>
                </c:pt>
                <c:pt idx="226">
                  <c:v>232.2119140625</c:v>
                </c:pt>
                <c:pt idx="227">
                  <c:v>232.2216796875</c:v>
                </c:pt>
                <c:pt idx="228">
                  <c:v>232.2314453125</c:v>
                </c:pt>
                <c:pt idx="229">
                  <c:v>232.2412109375</c:v>
                </c:pt>
                <c:pt idx="230">
                  <c:v>232.2509765625</c:v>
                </c:pt>
                <c:pt idx="231">
                  <c:v>232.2607421875</c:v>
                </c:pt>
                <c:pt idx="232">
                  <c:v>232.2705078125</c:v>
                </c:pt>
                <c:pt idx="233">
                  <c:v>232.2802734375</c:v>
                </c:pt>
                <c:pt idx="234">
                  <c:v>232.2900390625</c:v>
                </c:pt>
                <c:pt idx="235">
                  <c:v>232.2998046875</c:v>
                </c:pt>
                <c:pt idx="236">
                  <c:v>232.3095703125</c:v>
                </c:pt>
                <c:pt idx="237">
                  <c:v>232.3193359375</c:v>
                </c:pt>
                <c:pt idx="238">
                  <c:v>232.3291015625</c:v>
                </c:pt>
                <c:pt idx="239">
                  <c:v>232.3388671875</c:v>
                </c:pt>
                <c:pt idx="240">
                  <c:v>232.3486328125</c:v>
                </c:pt>
                <c:pt idx="241">
                  <c:v>232.3583984375</c:v>
                </c:pt>
                <c:pt idx="242">
                  <c:v>232.3681640625</c:v>
                </c:pt>
                <c:pt idx="243">
                  <c:v>232.3779296875</c:v>
                </c:pt>
                <c:pt idx="244">
                  <c:v>232.3876953125</c:v>
                </c:pt>
                <c:pt idx="245">
                  <c:v>232.3974609375</c:v>
                </c:pt>
                <c:pt idx="246">
                  <c:v>232.4072265625</c:v>
                </c:pt>
                <c:pt idx="247">
                  <c:v>232.4169921875</c:v>
                </c:pt>
                <c:pt idx="248">
                  <c:v>232.4267578125</c:v>
                </c:pt>
                <c:pt idx="249">
                  <c:v>232.4365234375</c:v>
                </c:pt>
                <c:pt idx="250">
                  <c:v>232.4462890625</c:v>
                </c:pt>
                <c:pt idx="251">
                  <c:v>232.4560546875</c:v>
                </c:pt>
                <c:pt idx="252">
                  <c:v>232.4658203125</c:v>
                </c:pt>
                <c:pt idx="253">
                  <c:v>232.4755859375</c:v>
                </c:pt>
                <c:pt idx="254">
                  <c:v>232.4853515625</c:v>
                </c:pt>
                <c:pt idx="255">
                  <c:v>232.4951171875</c:v>
                </c:pt>
                <c:pt idx="256">
                  <c:v>232.5048828125</c:v>
                </c:pt>
                <c:pt idx="257">
                  <c:v>232.5146484375</c:v>
                </c:pt>
                <c:pt idx="258">
                  <c:v>232.5244140625</c:v>
                </c:pt>
                <c:pt idx="259">
                  <c:v>232.5341796875</c:v>
                </c:pt>
                <c:pt idx="260">
                  <c:v>232.5439453125</c:v>
                </c:pt>
                <c:pt idx="261">
                  <c:v>232.5537109375</c:v>
                </c:pt>
                <c:pt idx="262">
                  <c:v>232.5634765625</c:v>
                </c:pt>
                <c:pt idx="263">
                  <c:v>232.5732421875</c:v>
                </c:pt>
                <c:pt idx="264">
                  <c:v>232.5830078125</c:v>
                </c:pt>
                <c:pt idx="265">
                  <c:v>232.5927734375</c:v>
                </c:pt>
                <c:pt idx="266">
                  <c:v>232.6025390625</c:v>
                </c:pt>
                <c:pt idx="267">
                  <c:v>232.6123046875</c:v>
                </c:pt>
                <c:pt idx="268">
                  <c:v>232.6220703125</c:v>
                </c:pt>
                <c:pt idx="269">
                  <c:v>232.6318359375</c:v>
                </c:pt>
                <c:pt idx="270">
                  <c:v>232.6416015625</c:v>
                </c:pt>
                <c:pt idx="271">
                  <c:v>232.6513671875</c:v>
                </c:pt>
                <c:pt idx="272">
                  <c:v>232.6611328125</c:v>
                </c:pt>
                <c:pt idx="273">
                  <c:v>232.6708984375</c:v>
                </c:pt>
                <c:pt idx="274">
                  <c:v>232.6806640625</c:v>
                </c:pt>
                <c:pt idx="275">
                  <c:v>232.6904296875</c:v>
                </c:pt>
                <c:pt idx="276">
                  <c:v>232.7001953125</c:v>
                </c:pt>
                <c:pt idx="277">
                  <c:v>232.7099609375</c:v>
                </c:pt>
                <c:pt idx="278">
                  <c:v>232.7197265625</c:v>
                </c:pt>
                <c:pt idx="279">
                  <c:v>232.7294921875</c:v>
                </c:pt>
                <c:pt idx="280">
                  <c:v>232.7392578125</c:v>
                </c:pt>
                <c:pt idx="281">
                  <c:v>232.7490234375</c:v>
                </c:pt>
                <c:pt idx="282">
                  <c:v>232.7587890625</c:v>
                </c:pt>
                <c:pt idx="283">
                  <c:v>232.7685546875</c:v>
                </c:pt>
                <c:pt idx="284">
                  <c:v>232.7783203125</c:v>
                </c:pt>
                <c:pt idx="285">
                  <c:v>232.7880859375</c:v>
                </c:pt>
                <c:pt idx="286">
                  <c:v>232.7978515625</c:v>
                </c:pt>
                <c:pt idx="287">
                  <c:v>232.8076171875</c:v>
                </c:pt>
                <c:pt idx="288">
                  <c:v>232.8173828125</c:v>
                </c:pt>
                <c:pt idx="289">
                  <c:v>232.8271484375</c:v>
                </c:pt>
                <c:pt idx="290">
                  <c:v>232.8369140625</c:v>
                </c:pt>
                <c:pt idx="291">
                  <c:v>232.8466796875</c:v>
                </c:pt>
                <c:pt idx="292">
                  <c:v>232.8564453125</c:v>
                </c:pt>
                <c:pt idx="293">
                  <c:v>232.8662109375</c:v>
                </c:pt>
                <c:pt idx="294">
                  <c:v>232.8759765625</c:v>
                </c:pt>
                <c:pt idx="295">
                  <c:v>232.8857421875</c:v>
                </c:pt>
                <c:pt idx="296">
                  <c:v>232.8955078125</c:v>
                </c:pt>
                <c:pt idx="297">
                  <c:v>232.9052734375</c:v>
                </c:pt>
                <c:pt idx="298">
                  <c:v>232.9150390625</c:v>
                </c:pt>
                <c:pt idx="299">
                  <c:v>232.9248046875</c:v>
                </c:pt>
                <c:pt idx="300">
                  <c:v>232.9345703125</c:v>
                </c:pt>
                <c:pt idx="301">
                  <c:v>232.9443359375</c:v>
                </c:pt>
                <c:pt idx="302">
                  <c:v>232.9541015625</c:v>
                </c:pt>
                <c:pt idx="303">
                  <c:v>232.9638671875</c:v>
                </c:pt>
                <c:pt idx="304">
                  <c:v>232.9736328125</c:v>
                </c:pt>
                <c:pt idx="305">
                  <c:v>232.9833984375</c:v>
                </c:pt>
                <c:pt idx="306">
                  <c:v>232.9931640625</c:v>
                </c:pt>
                <c:pt idx="307">
                  <c:v>233.0029296875</c:v>
                </c:pt>
                <c:pt idx="308">
                  <c:v>233.0126953125</c:v>
                </c:pt>
                <c:pt idx="309">
                  <c:v>233.0224609375</c:v>
                </c:pt>
                <c:pt idx="310">
                  <c:v>233.0322265625</c:v>
                </c:pt>
                <c:pt idx="311">
                  <c:v>233.0419921875</c:v>
                </c:pt>
                <c:pt idx="312">
                  <c:v>233.0517578125</c:v>
                </c:pt>
                <c:pt idx="313">
                  <c:v>233.0615234375</c:v>
                </c:pt>
                <c:pt idx="314">
                  <c:v>233.0712890625</c:v>
                </c:pt>
                <c:pt idx="315">
                  <c:v>233.0810546875</c:v>
                </c:pt>
                <c:pt idx="316">
                  <c:v>233.0908203125</c:v>
                </c:pt>
                <c:pt idx="317">
                  <c:v>233.1005859375</c:v>
                </c:pt>
                <c:pt idx="318">
                  <c:v>233.1103515625</c:v>
                </c:pt>
                <c:pt idx="319">
                  <c:v>233.1201171875</c:v>
                </c:pt>
                <c:pt idx="320">
                  <c:v>233.1298828125</c:v>
                </c:pt>
                <c:pt idx="321">
                  <c:v>233.1396484375</c:v>
                </c:pt>
                <c:pt idx="322">
                  <c:v>233.1494140625</c:v>
                </c:pt>
                <c:pt idx="323">
                  <c:v>233.1591796875</c:v>
                </c:pt>
                <c:pt idx="324">
                  <c:v>233.1689453125</c:v>
                </c:pt>
                <c:pt idx="325">
                  <c:v>233.1787109375</c:v>
                </c:pt>
                <c:pt idx="326">
                  <c:v>233.1884765625</c:v>
                </c:pt>
                <c:pt idx="327">
                  <c:v>233.1982421875</c:v>
                </c:pt>
                <c:pt idx="328">
                  <c:v>233.2080078125</c:v>
                </c:pt>
                <c:pt idx="329">
                  <c:v>233.2177734375</c:v>
                </c:pt>
                <c:pt idx="330">
                  <c:v>233.2275390625</c:v>
                </c:pt>
                <c:pt idx="331">
                  <c:v>233.2373046875</c:v>
                </c:pt>
                <c:pt idx="332">
                  <c:v>233.2470703125</c:v>
                </c:pt>
                <c:pt idx="333">
                  <c:v>233.2568359375</c:v>
                </c:pt>
                <c:pt idx="334">
                  <c:v>233.2666015625</c:v>
                </c:pt>
                <c:pt idx="335">
                  <c:v>233.2763671875</c:v>
                </c:pt>
                <c:pt idx="336">
                  <c:v>233.2861328125</c:v>
                </c:pt>
                <c:pt idx="337">
                  <c:v>233.2958984375</c:v>
                </c:pt>
                <c:pt idx="338">
                  <c:v>233.3056640625</c:v>
                </c:pt>
                <c:pt idx="339">
                  <c:v>233.3154296875</c:v>
                </c:pt>
                <c:pt idx="340">
                  <c:v>233.3251953125</c:v>
                </c:pt>
                <c:pt idx="341">
                  <c:v>233.3349609375</c:v>
                </c:pt>
                <c:pt idx="342">
                  <c:v>233.3447265625</c:v>
                </c:pt>
                <c:pt idx="343">
                  <c:v>233.3544921875</c:v>
                </c:pt>
                <c:pt idx="344">
                  <c:v>233.3642578125</c:v>
                </c:pt>
                <c:pt idx="345">
                  <c:v>233.3740234375</c:v>
                </c:pt>
                <c:pt idx="346">
                  <c:v>233.3837890625</c:v>
                </c:pt>
                <c:pt idx="347">
                  <c:v>233.3935546875</c:v>
                </c:pt>
                <c:pt idx="348">
                  <c:v>233.4033203125</c:v>
                </c:pt>
                <c:pt idx="349">
                  <c:v>233.4130859375</c:v>
                </c:pt>
                <c:pt idx="350">
                  <c:v>233.4228515625</c:v>
                </c:pt>
                <c:pt idx="351">
                  <c:v>233.4326171875</c:v>
                </c:pt>
                <c:pt idx="352">
                  <c:v>233.4423828125</c:v>
                </c:pt>
                <c:pt idx="353">
                  <c:v>233.4521484375</c:v>
                </c:pt>
                <c:pt idx="354">
                  <c:v>233.4619140625</c:v>
                </c:pt>
                <c:pt idx="355">
                  <c:v>233.4716796875</c:v>
                </c:pt>
                <c:pt idx="356">
                  <c:v>233.4814453125</c:v>
                </c:pt>
                <c:pt idx="357">
                  <c:v>233.4912109375</c:v>
                </c:pt>
                <c:pt idx="358">
                  <c:v>233.5009765625</c:v>
                </c:pt>
                <c:pt idx="359">
                  <c:v>233.5107421875</c:v>
                </c:pt>
                <c:pt idx="360">
                  <c:v>233.5205078125</c:v>
                </c:pt>
                <c:pt idx="361">
                  <c:v>233.5302734375</c:v>
                </c:pt>
                <c:pt idx="362">
                  <c:v>233.5400390625</c:v>
                </c:pt>
                <c:pt idx="363">
                  <c:v>233.5498046875</c:v>
                </c:pt>
                <c:pt idx="364">
                  <c:v>233.5595703125</c:v>
                </c:pt>
                <c:pt idx="365">
                  <c:v>233.5693359375</c:v>
                </c:pt>
                <c:pt idx="366">
                  <c:v>233.5791015625</c:v>
                </c:pt>
                <c:pt idx="367">
                  <c:v>233.5888671875</c:v>
                </c:pt>
                <c:pt idx="368">
                  <c:v>233.5986328125</c:v>
                </c:pt>
                <c:pt idx="369">
                  <c:v>233.6083984375</c:v>
                </c:pt>
                <c:pt idx="370">
                  <c:v>233.6181640625</c:v>
                </c:pt>
                <c:pt idx="371">
                  <c:v>233.6279296875</c:v>
                </c:pt>
                <c:pt idx="372">
                  <c:v>233.6376953125</c:v>
                </c:pt>
                <c:pt idx="373">
                  <c:v>233.6474609375</c:v>
                </c:pt>
                <c:pt idx="374">
                  <c:v>233.6572265625</c:v>
                </c:pt>
                <c:pt idx="375">
                  <c:v>233.6669921875</c:v>
                </c:pt>
                <c:pt idx="376">
                  <c:v>233.6767578125</c:v>
                </c:pt>
                <c:pt idx="377">
                  <c:v>233.6865234375</c:v>
                </c:pt>
                <c:pt idx="378">
                  <c:v>233.6962890625</c:v>
                </c:pt>
                <c:pt idx="379">
                  <c:v>233.7060546875</c:v>
                </c:pt>
                <c:pt idx="380">
                  <c:v>233.7158203125</c:v>
                </c:pt>
                <c:pt idx="381">
                  <c:v>233.7255859375</c:v>
                </c:pt>
                <c:pt idx="382">
                  <c:v>233.7353515625</c:v>
                </c:pt>
                <c:pt idx="383">
                  <c:v>233.7451171875</c:v>
                </c:pt>
                <c:pt idx="384">
                  <c:v>233.7548828125</c:v>
                </c:pt>
                <c:pt idx="385">
                  <c:v>233.7646484375</c:v>
                </c:pt>
                <c:pt idx="386">
                  <c:v>233.7744140625</c:v>
                </c:pt>
                <c:pt idx="387">
                  <c:v>233.7841796875</c:v>
                </c:pt>
                <c:pt idx="388">
                  <c:v>233.7939453125</c:v>
                </c:pt>
                <c:pt idx="389">
                  <c:v>233.8037109375</c:v>
                </c:pt>
                <c:pt idx="390">
                  <c:v>233.8134765625</c:v>
                </c:pt>
                <c:pt idx="391">
                  <c:v>233.8232421875</c:v>
                </c:pt>
                <c:pt idx="392">
                  <c:v>233.8330078125</c:v>
                </c:pt>
                <c:pt idx="393">
                  <c:v>233.8427734375</c:v>
                </c:pt>
                <c:pt idx="394">
                  <c:v>233.8525390625</c:v>
                </c:pt>
                <c:pt idx="395">
                  <c:v>233.8623046875</c:v>
                </c:pt>
                <c:pt idx="396">
                  <c:v>233.8720703125</c:v>
                </c:pt>
                <c:pt idx="397">
                  <c:v>233.8818359375</c:v>
                </c:pt>
                <c:pt idx="398">
                  <c:v>233.8916015625</c:v>
                </c:pt>
                <c:pt idx="399">
                  <c:v>233.9013671875</c:v>
                </c:pt>
                <c:pt idx="400">
                  <c:v>233.9111328125</c:v>
                </c:pt>
                <c:pt idx="401">
                  <c:v>233.9208984375</c:v>
                </c:pt>
                <c:pt idx="402">
                  <c:v>233.9306640625</c:v>
                </c:pt>
                <c:pt idx="403">
                  <c:v>233.9404296875</c:v>
                </c:pt>
                <c:pt idx="404">
                  <c:v>233.9501953125</c:v>
                </c:pt>
                <c:pt idx="405">
                  <c:v>233.9599609375</c:v>
                </c:pt>
                <c:pt idx="406">
                  <c:v>233.9697265625</c:v>
                </c:pt>
                <c:pt idx="407">
                  <c:v>233.9794921875</c:v>
                </c:pt>
                <c:pt idx="408">
                  <c:v>233.9892578125</c:v>
                </c:pt>
                <c:pt idx="409">
                  <c:v>233.9990234375</c:v>
                </c:pt>
                <c:pt idx="410">
                  <c:v>234.0087890625</c:v>
                </c:pt>
                <c:pt idx="411">
                  <c:v>234.0185546875</c:v>
                </c:pt>
                <c:pt idx="412">
                  <c:v>234.0283203125</c:v>
                </c:pt>
                <c:pt idx="413">
                  <c:v>234.0380859375</c:v>
                </c:pt>
                <c:pt idx="414">
                  <c:v>234.0478515625</c:v>
                </c:pt>
                <c:pt idx="415">
                  <c:v>234.0576171875</c:v>
                </c:pt>
                <c:pt idx="416">
                  <c:v>234.0673828125</c:v>
                </c:pt>
                <c:pt idx="417">
                  <c:v>234.0771484375</c:v>
                </c:pt>
                <c:pt idx="418">
                  <c:v>234.0869140625</c:v>
                </c:pt>
                <c:pt idx="419">
                  <c:v>234.0966796875</c:v>
                </c:pt>
                <c:pt idx="420">
                  <c:v>234.1064453125</c:v>
                </c:pt>
                <c:pt idx="421">
                  <c:v>234.1162109375</c:v>
                </c:pt>
                <c:pt idx="422">
                  <c:v>234.1259765625</c:v>
                </c:pt>
                <c:pt idx="423">
                  <c:v>234.1357421875</c:v>
                </c:pt>
                <c:pt idx="424">
                  <c:v>234.1455078125</c:v>
                </c:pt>
                <c:pt idx="425">
                  <c:v>234.1552734375</c:v>
                </c:pt>
                <c:pt idx="426">
                  <c:v>234.1650390625</c:v>
                </c:pt>
                <c:pt idx="427">
                  <c:v>234.1748046875</c:v>
                </c:pt>
                <c:pt idx="428">
                  <c:v>234.1845703125</c:v>
                </c:pt>
                <c:pt idx="429">
                  <c:v>234.1943359375</c:v>
                </c:pt>
                <c:pt idx="430">
                  <c:v>234.2041015625</c:v>
                </c:pt>
                <c:pt idx="431">
                  <c:v>234.2138671875</c:v>
                </c:pt>
                <c:pt idx="432">
                  <c:v>234.2236328125</c:v>
                </c:pt>
                <c:pt idx="433">
                  <c:v>234.2333984375</c:v>
                </c:pt>
                <c:pt idx="434">
                  <c:v>234.2431640625</c:v>
                </c:pt>
                <c:pt idx="435">
                  <c:v>234.2529296875</c:v>
                </c:pt>
                <c:pt idx="436">
                  <c:v>234.2626953125</c:v>
                </c:pt>
                <c:pt idx="437">
                  <c:v>234.2724609375</c:v>
                </c:pt>
                <c:pt idx="438">
                  <c:v>234.2822265625</c:v>
                </c:pt>
                <c:pt idx="439">
                  <c:v>234.2919921875</c:v>
                </c:pt>
                <c:pt idx="440">
                  <c:v>234.3017578125</c:v>
                </c:pt>
                <c:pt idx="441">
                  <c:v>234.3115234375</c:v>
                </c:pt>
                <c:pt idx="442">
                  <c:v>234.3212890625</c:v>
                </c:pt>
                <c:pt idx="443">
                  <c:v>234.3310546875</c:v>
                </c:pt>
                <c:pt idx="444">
                  <c:v>234.3408203125</c:v>
                </c:pt>
                <c:pt idx="445">
                  <c:v>234.3505859375</c:v>
                </c:pt>
                <c:pt idx="446">
                  <c:v>234.3603515625</c:v>
                </c:pt>
                <c:pt idx="447">
                  <c:v>234.3701171875</c:v>
                </c:pt>
                <c:pt idx="448">
                  <c:v>234.3798828125</c:v>
                </c:pt>
                <c:pt idx="449">
                  <c:v>234.3896484375</c:v>
                </c:pt>
                <c:pt idx="450">
                  <c:v>234.3994140625</c:v>
                </c:pt>
                <c:pt idx="451">
                  <c:v>234.4091796875</c:v>
                </c:pt>
                <c:pt idx="452">
                  <c:v>234.4189453125</c:v>
                </c:pt>
                <c:pt idx="453">
                  <c:v>234.4287109375</c:v>
                </c:pt>
                <c:pt idx="454">
                  <c:v>234.4384765625</c:v>
                </c:pt>
                <c:pt idx="455">
                  <c:v>234.4482421875</c:v>
                </c:pt>
                <c:pt idx="456">
                  <c:v>234.4580078125</c:v>
                </c:pt>
                <c:pt idx="457">
                  <c:v>234.4677734375</c:v>
                </c:pt>
                <c:pt idx="458">
                  <c:v>234.4775390625</c:v>
                </c:pt>
                <c:pt idx="459">
                  <c:v>234.4873046875</c:v>
                </c:pt>
                <c:pt idx="460">
                  <c:v>234.4970703125</c:v>
                </c:pt>
                <c:pt idx="461">
                  <c:v>234.5068359375</c:v>
                </c:pt>
                <c:pt idx="462">
                  <c:v>234.5166015625</c:v>
                </c:pt>
                <c:pt idx="463">
                  <c:v>234.5263671875</c:v>
                </c:pt>
                <c:pt idx="464">
                  <c:v>234.5361328125</c:v>
                </c:pt>
                <c:pt idx="465">
                  <c:v>234.5458984375</c:v>
                </c:pt>
                <c:pt idx="466">
                  <c:v>234.5556640625</c:v>
                </c:pt>
                <c:pt idx="467">
                  <c:v>234.5654296875</c:v>
                </c:pt>
                <c:pt idx="468">
                  <c:v>234.5751953125</c:v>
                </c:pt>
                <c:pt idx="469">
                  <c:v>234.5849609375</c:v>
                </c:pt>
                <c:pt idx="470">
                  <c:v>234.5947265625</c:v>
                </c:pt>
                <c:pt idx="471">
                  <c:v>234.6044921875</c:v>
                </c:pt>
                <c:pt idx="472">
                  <c:v>234.6142578125</c:v>
                </c:pt>
                <c:pt idx="473">
                  <c:v>234.6240234375</c:v>
                </c:pt>
                <c:pt idx="474">
                  <c:v>234.6337890625</c:v>
                </c:pt>
                <c:pt idx="475">
                  <c:v>234.6435546875</c:v>
                </c:pt>
                <c:pt idx="476">
                  <c:v>234.6533203125</c:v>
                </c:pt>
                <c:pt idx="477">
                  <c:v>234.6630859375</c:v>
                </c:pt>
                <c:pt idx="478">
                  <c:v>234.6728515625</c:v>
                </c:pt>
                <c:pt idx="479">
                  <c:v>234.6826171875</c:v>
                </c:pt>
                <c:pt idx="480">
                  <c:v>234.6923828125</c:v>
                </c:pt>
                <c:pt idx="481">
                  <c:v>234.7021484375</c:v>
                </c:pt>
                <c:pt idx="482">
                  <c:v>234.7119140625</c:v>
                </c:pt>
                <c:pt idx="483">
                  <c:v>234.7216796875</c:v>
                </c:pt>
                <c:pt idx="484">
                  <c:v>234.7314453125</c:v>
                </c:pt>
                <c:pt idx="485">
                  <c:v>234.7412109375</c:v>
                </c:pt>
                <c:pt idx="486">
                  <c:v>234.7509765625</c:v>
                </c:pt>
                <c:pt idx="487">
                  <c:v>234.7607421875</c:v>
                </c:pt>
                <c:pt idx="488">
                  <c:v>234.7705078125</c:v>
                </c:pt>
                <c:pt idx="489">
                  <c:v>234.7802734375</c:v>
                </c:pt>
                <c:pt idx="490">
                  <c:v>234.7900390625</c:v>
                </c:pt>
                <c:pt idx="491">
                  <c:v>234.7998046875</c:v>
                </c:pt>
                <c:pt idx="492">
                  <c:v>234.8095703125</c:v>
                </c:pt>
                <c:pt idx="493">
                  <c:v>234.8193359375</c:v>
                </c:pt>
                <c:pt idx="494">
                  <c:v>234.8291015625</c:v>
                </c:pt>
                <c:pt idx="495">
                  <c:v>234.8388671875</c:v>
                </c:pt>
                <c:pt idx="496">
                  <c:v>234.8486328125</c:v>
                </c:pt>
                <c:pt idx="497">
                  <c:v>234.8583984375</c:v>
                </c:pt>
                <c:pt idx="498">
                  <c:v>234.8681640625</c:v>
                </c:pt>
                <c:pt idx="499">
                  <c:v>234.8779296875</c:v>
                </c:pt>
                <c:pt idx="500">
                  <c:v>234.8876953125</c:v>
                </c:pt>
                <c:pt idx="501">
                  <c:v>234.8974609375</c:v>
                </c:pt>
                <c:pt idx="502">
                  <c:v>234.9072265625</c:v>
                </c:pt>
                <c:pt idx="503">
                  <c:v>234.9169921875</c:v>
                </c:pt>
                <c:pt idx="504">
                  <c:v>234.9267578125</c:v>
                </c:pt>
                <c:pt idx="505">
                  <c:v>234.9365234375</c:v>
                </c:pt>
                <c:pt idx="506">
                  <c:v>234.9462890625</c:v>
                </c:pt>
                <c:pt idx="507">
                  <c:v>234.9560546875</c:v>
                </c:pt>
                <c:pt idx="508">
                  <c:v>234.9658203125</c:v>
                </c:pt>
                <c:pt idx="509">
                  <c:v>234.9755859375</c:v>
                </c:pt>
                <c:pt idx="510">
                  <c:v>234.9853515625</c:v>
                </c:pt>
                <c:pt idx="511">
                  <c:v>234.9951171875</c:v>
                </c:pt>
                <c:pt idx="512">
                  <c:v>235.0048828125</c:v>
                </c:pt>
                <c:pt idx="513">
                  <c:v>235.0146484375</c:v>
                </c:pt>
                <c:pt idx="514">
                  <c:v>235.0244140625</c:v>
                </c:pt>
                <c:pt idx="515">
                  <c:v>235.0341796875</c:v>
                </c:pt>
                <c:pt idx="516">
                  <c:v>235.0439453125</c:v>
                </c:pt>
                <c:pt idx="517">
                  <c:v>235.0537109375</c:v>
                </c:pt>
                <c:pt idx="518">
                  <c:v>235.0634765625</c:v>
                </c:pt>
                <c:pt idx="519">
                  <c:v>235.0732421875</c:v>
                </c:pt>
                <c:pt idx="520">
                  <c:v>235.0830078125</c:v>
                </c:pt>
                <c:pt idx="521">
                  <c:v>235.0927734375</c:v>
                </c:pt>
                <c:pt idx="522">
                  <c:v>235.1025390625</c:v>
                </c:pt>
                <c:pt idx="523">
                  <c:v>235.1123046875</c:v>
                </c:pt>
                <c:pt idx="524">
                  <c:v>235.1220703125</c:v>
                </c:pt>
                <c:pt idx="525">
                  <c:v>235.1318359375</c:v>
                </c:pt>
                <c:pt idx="526">
                  <c:v>235.1416015625</c:v>
                </c:pt>
                <c:pt idx="527">
                  <c:v>235.1513671875</c:v>
                </c:pt>
                <c:pt idx="528">
                  <c:v>235.1611328125</c:v>
                </c:pt>
                <c:pt idx="529">
                  <c:v>235.1708984375</c:v>
                </c:pt>
                <c:pt idx="530">
                  <c:v>235.1806640625</c:v>
                </c:pt>
                <c:pt idx="531">
                  <c:v>235.1904296875</c:v>
                </c:pt>
                <c:pt idx="532">
                  <c:v>235.2001953125</c:v>
                </c:pt>
                <c:pt idx="533">
                  <c:v>235.2099609375</c:v>
                </c:pt>
                <c:pt idx="534">
                  <c:v>235.2197265625</c:v>
                </c:pt>
                <c:pt idx="535">
                  <c:v>235.2294921875</c:v>
                </c:pt>
                <c:pt idx="536">
                  <c:v>235.2392578125</c:v>
                </c:pt>
                <c:pt idx="537">
                  <c:v>235.2490234375</c:v>
                </c:pt>
                <c:pt idx="538">
                  <c:v>235.2587890625</c:v>
                </c:pt>
                <c:pt idx="539">
                  <c:v>235.2685546875</c:v>
                </c:pt>
                <c:pt idx="540">
                  <c:v>235.2783203125</c:v>
                </c:pt>
                <c:pt idx="541">
                  <c:v>235.2880859375</c:v>
                </c:pt>
                <c:pt idx="542">
                  <c:v>235.2978515625</c:v>
                </c:pt>
                <c:pt idx="543">
                  <c:v>235.3076171875</c:v>
                </c:pt>
                <c:pt idx="544">
                  <c:v>235.3173828125</c:v>
                </c:pt>
                <c:pt idx="545">
                  <c:v>235.3271484375</c:v>
                </c:pt>
                <c:pt idx="546">
                  <c:v>235.3369140625</c:v>
                </c:pt>
                <c:pt idx="547">
                  <c:v>235.3466796875</c:v>
                </c:pt>
                <c:pt idx="548">
                  <c:v>235.3564453125</c:v>
                </c:pt>
                <c:pt idx="549">
                  <c:v>235.3662109375</c:v>
                </c:pt>
                <c:pt idx="550">
                  <c:v>235.3759765625</c:v>
                </c:pt>
                <c:pt idx="551">
                  <c:v>235.3857421875</c:v>
                </c:pt>
                <c:pt idx="552">
                  <c:v>235.3955078125</c:v>
                </c:pt>
                <c:pt idx="553">
                  <c:v>235.4052734375</c:v>
                </c:pt>
                <c:pt idx="554">
                  <c:v>235.4150390625</c:v>
                </c:pt>
                <c:pt idx="555">
                  <c:v>235.4248046875</c:v>
                </c:pt>
                <c:pt idx="556">
                  <c:v>235.4345703125</c:v>
                </c:pt>
                <c:pt idx="557">
                  <c:v>235.4443359375</c:v>
                </c:pt>
                <c:pt idx="558">
                  <c:v>235.4541015625</c:v>
                </c:pt>
                <c:pt idx="559">
                  <c:v>235.4638671875</c:v>
                </c:pt>
                <c:pt idx="560">
                  <c:v>235.4736328125</c:v>
                </c:pt>
                <c:pt idx="561">
                  <c:v>235.4833984375</c:v>
                </c:pt>
                <c:pt idx="562">
                  <c:v>235.4931640625</c:v>
                </c:pt>
                <c:pt idx="563">
                  <c:v>235.5029296875</c:v>
                </c:pt>
                <c:pt idx="564">
                  <c:v>235.5126953125</c:v>
                </c:pt>
                <c:pt idx="565">
                  <c:v>235.5224609375</c:v>
                </c:pt>
                <c:pt idx="566">
                  <c:v>235.5322265625</c:v>
                </c:pt>
                <c:pt idx="567">
                  <c:v>235.5419921875</c:v>
                </c:pt>
                <c:pt idx="568">
                  <c:v>235.5517578125</c:v>
                </c:pt>
                <c:pt idx="569">
                  <c:v>235.5615234375</c:v>
                </c:pt>
                <c:pt idx="570">
                  <c:v>235.5712890625</c:v>
                </c:pt>
                <c:pt idx="571">
                  <c:v>235.5810546875</c:v>
                </c:pt>
                <c:pt idx="572">
                  <c:v>235.5908203125</c:v>
                </c:pt>
                <c:pt idx="573">
                  <c:v>235.6005859375</c:v>
                </c:pt>
                <c:pt idx="574">
                  <c:v>235.6103515625</c:v>
                </c:pt>
                <c:pt idx="575">
                  <c:v>235.6201171875</c:v>
                </c:pt>
                <c:pt idx="576">
                  <c:v>235.6298828125</c:v>
                </c:pt>
                <c:pt idx="577">
                  <c:v>235.6396484375</c:v>
                </c:pt>
                <c:pt idx="578">
                  <c:v>235.6494140625</c:v>
                </c:pt>
                <c:pt idx="579">
                  <c:v>235.6591796875</c:v>
                </c:pt>
                <c:pt idx="580">
                  <c:v>235.6689453125</c:v>
                </c:pt>
                <c:pt idx="581">
                  <c:v>235.6787109375</c:v>
                </c:pt>
                <c:pt idx="582">
                  <c:v>235.6884765625</c:v>
                </c:pt>
                <c:pt idx="583">
                  <c:v>235.6982421875</c:v>
                </c:pt>
                <c:pt idx="584">
                  <c:v>235.7080078125</c:v>
                </c:pt>
                <c:pt idx="585">
                  <c:v>235.7177734375</c:v>
                </c:pt>
                <c:pt idx="586">
                  <c:v>235.7275390625</c:v>
                </c:pt>
                <c:pt idx="587">
                  <c:v>235.7373046875</c:v>
                </c:pt>
                <c:pt idx="588">
                  <c:v>235.7470703125</c:v>
                </c:pt>
                <c:pt idx="589">
                  <c:v>235.7568359375</c:v>
                </c:pt>
                <c:pt idx="590">
                  <c:v>235.7666015625</c:v>
                </c:pt>
                <c:pt idx="591">
                  <c:v>235.7763671875</c:v>
                </c:pt>
                <c:pt idx="592">
                  <c:v>235.7861328125</c:v>
                </c:pt>
                <c:pt idx="593">
                  <c:v>235.7958984375</c:v>
                </c:pt>
                <c:pt idx="594">
                  <c:v>235.8056640625</c:v>
                </c:pt>
                <c:pt idx="595">
                  <c:v>235.8154296875</c:v>
                </c:pt>
                <c:pt idx="596">
                  <c:v>235.8251953125</c:v>
                </c:pt>
                <c:pt idx="597">
                  <c:v>235.8349609375</c:v>
                </c:pt>
                <c:pt idx="598">
                  <c:v>235.8447265625</c:v>
                </c:pt>
                <c:pt idx="599">
                  <c:v>235.8544921875</c:v>
                </c:pt>
                <c:pt idx="600">
                  <c:v>235.8642578125</c:v>
                </c:pt>
                <c:pt idx="601">
                  <c:v>235.8740234375</c:v>
                </c:pt>
                <c:pt idx="602">
                  <c:v>235.8837890625</c:v>
                </c:pt>
                <c:pt idx="603">
                  <c:v>235.8935546875</c:v>
                </c:pt>
                <c:pt idx="604">
                  <c:v>235.9033203125</c:v>
                </c:pt>
                <c:pt idx="605">
                  <c:v>235.9130859375</c:v>
                </c:pt>
                <c:pt idx="606">
                  <c:v>235.9228515625</c:v>
                </c:pt>
                <c:pt idx="607">
                  <c:v>235.9326171875</c:v>
                </c:pt>
                <c:pt idx="608">
                  <c:v>235.9423828125</c:v>
                </c:pt>
                <c:pt idx="609">
                  <c:v>235.9521484375</c:v>
                </c:pt>
                <c:pt idx="610">
                  <c:v>235.9619140625</c:v>
                </c:pt>
                <c:pt idx="611">
                  <c:v>235.9716796875</c:v>
                </c:pt>
                <c:pt idx="612">
                  <c:v>235.9814453125</c:v>
                </c:pt>
                <c:pt idx="613">
                  <c:v>235.9912109375</c:v>
                </c:pt>
                <c:pt idx="614">
                  <c:v>236.0009765625</c:v>
                </c:pt>
                <c:pt idx="615">
                  <c:v>236.0107421875</c:v>
                </c:pt>
                <c:pt idx="616">
                  <c:v>236.0205078125</c:v>
                </c:pt>
                <c:pt idx="617">
                  <c:v>236.0302734375</c:v>
                </c:pt>
                <c:pt idx="618">
                  <c:v>236.0400390625</c:v>
                </c:pt>
                <c:pt idx="619">
                  <c:v>236.0498046875</c:v>
                </c:pt>
                <c:pt idx="620">
                  <c:v>236.0595703125</c:v>
                </c:pt>
                <c:pt idx="621">
                  <c:v>236.0693359375</c:v>
                </c:pt>
                <c:pt idx="622">
                  <c:v>236.0791015625</c:v>
                </c:pt>
                <c:pt idx="623">
                  <c:v>236.0888671875</c:v>
                </c:pt>
                <c:pt idx="624">
                  <c:v>236.0986328125</c:v>
                </c:pt>
                <c:pt idx="625">
                  <c:v>236.1083984375</c:v>
                </c:pt>
                <c:pt idx="626">
                  <c:v>236.1181640625</c:v>
                </c:pt>
                <c:pt idx="627">
                  <c:v>236.1279296875</c:v>
                </c:pt>
                <c:pt idx="628">
                  <c:v>236.1376953125</c:v>
                </c:pt>
                <c:pt idx="629">
                  <c:v>236.1474609375</c:v>
                </c:pt>
                <c:pt idx="630">
                  <c:v>236.1572265625</c:v>
                </c:pt>
                <c:pt idx="631">
                  <c:v>236.1669921875</c:v>
                </c:pt>
                <c:pt idx="632">
                  <c:v>236.1767578125</c:v>
                </c:pt>
                <c:pt idx="633">
                  <c:v>236.1865234375</c:v>
                </c:pt>
                <c:pt idx="634">
                  <c:v>236.1962890625</c:v>
                </c:pt>
                <c:pt idx="635">
                  <c:v>236.2060546875</c:v>
                </c:pt>
                <c:pt idx="636">
                  <c:v>236.2158203125</c:v>
                </c:pt>
                <c:pt idx="637">
                  <c:v>236.2255859375</c:v>
                </c:pt>
                <c:pt idx="638">
                  <c:v>236.2353515625</c:v>
                </c:pt>
                <c:pt idx="639">
                  <c:v>236.2451171875</c:v>
                </c:pt>
                <c:pt idx="640">
                  <c:v>236.2548828125</c:v>
                </c:pt>
                <c:pt idx="641">
                  <c:v>236.2646484375</c:v>
                </c:pt>
                <c:pt idx="642">
                  <c:v>236.2744140625</c:v>
                </c:pt>
                <c:pt idx="643">
                  <c:v>236.2841796875</c:v>
                </c:pt>
                <c:pt idx="644">
                  <c:v>236.2939453125</c:v>
                </c:pt>
                <c:pt idx="645">
                  <c:v>236.3037109375</c:v>
                </c:pt>
                <c:pt idx="646">
                  <c:v>236.3134765625</c:v>
                </c:pt>
                <c:pt idx="647">
                  <c:v>236.3232421875</c:v>
                </c:pt>
                <c:pt idx="648">
                  <c:v>236.3330078125</c:v>
                </c:pt>
                <c:pt idx="649">
                  <c:v>236.3427734375</c:v>
                </c:pt>
                <c:pt idx="650">
                  <c:v>236.3525390625</c:v>
                </c:pt>
                <c:pt idx="651">
                  <c:v>236.3623046875</c:v>
                </c:pt>
                <c:pt idx="652">
                  <c:v>236.3720703125</c:v>
                </c:pt>
                <c:pt idx="653">
                  <c:v>236.3818359375</c:v>
                </c:pt>
                <c:pt idx="654">
                  <c:v>236.3916015625</c:v>
                </c:pt>
                <c:pt idx="655">
                  <c:v>236.4013671875</c:v>
                </c:pt>
                <c:pt idx="656">
                  <c:v>236.4111328125</c:v>
                </c:pt>
                <c:pt idx="657">
                  <c:v>236.4208984375</c:v>
                </c:pt>
                <c:pt idx="658">
                  <c:v>236.4306640625</c:v>
                </c:pt>
                <c:pt idx="659">
                  <c:v>236.4404296875</c:v>
                </c:pt>
                <c:pt idx="660">
                  <c:v>236.4501953125</c:v>
                </c:pt>
                <c:pt idx="661">
                  <c:v>236.4599609375</c:v>
                </c:pt>
                <c:pt idx="662">
                  <c:v>236.4697265625</c:v>
                </c:pt>
                <c:pt idx="663">
                  <c:v>236.4794921875</c:v>
                </c:pt>
                <c:pt idx="664">
                  <c:v>236.4892578125</c:v>
                </c:pt>
                <c:pt idx="665">
                  <c:v>236.4990234375</c:v>
                </c:pt>
                <c:pt idx="666">
                  <c:v>236.5087890625</c:v>
                </c:pt>
                <c:pt idx="667">
                  <c:v>236.5185546875</c:v>
                </c:pt>
                <c:pt idx="668">
                  <c:v>236.5283203125</c:v>
                </c:pt>
                <c:pt idx="669">
                  <c:v>236.5380859375</c:v>
                </c:pt>
                <c:pt idx="670">
                  <c:v>236.5478515625</c:v>
                </c:pt>
                <c:pt idx="671">
                  <c:v>236.5576171875</c:v>
                </c:pt>
                <c:pt idx="672">
                  <c:v>236.5673828125</c:v>
                </c:pt>
                <c:pt idx="673">
                  <c:v>236.5771484375</c:v>
                </c:pt>
                <c:pt idx="674">
                  <c:v>236.5869140625</c:v>
                </c:pt>
                <c:pt idx="675">
                  <c:v>236.5966796875</c:v>
                </c:pt>
                <c:pt idx="676">
                  <c:v>236.6064453125</c:v>
                </c:pt>
                <c:pt idx="677">
                  <c:v>236.6162109375</c:v>
                </c:pt>
                <c:pt idx="678">
                  <c:v>236.6259765625</c:v>
                </c:pt>
                <c:pt idx="679">
                  <c:v>236.6357421875</c:v>
                </c:pt>
                <c:pt idx="680">
                  <c:v>236.6455078125</c:v>
                </c:pt>
                <c:pt idx="681">
                  <c:v>236.6552734375</c:v>
                </c:pt>
                <c:pt idx="682">
                  <c:v>236.6650390625</c:v>
                </c:pt>
                <c:pt idx="683">
                  <c:v>236.6748046875</c:v>
                </c:pt>
                <c:pt idx="684">
                  <c:v>236.6845703125</c:v>
                </c:pt>
                <c:pt idx="685">
                  <c:v>236.6943359375</c:v>
                </c:pt>
                <c:pt idx="686">
                  <c:v>236.7041015625</c:v>
                </c:pt>
                <c:pt idx="687">
                  <c:v>236.7138671875</c:v>
                </c:pt>
                <c:pt idx="688">
                  <c:v>236.7236328125</c:v>
                </c:pt>
                <c:pt idx="689">
                  <c:v>236.7333984375</c:v>
                </c:pt>
                <c:pt idx="690">
                  <c:v>236.7431640625</c:v>
                </c:pt>
                <c:pt idx="691">
                  <c:v>236.7529296875</c:v>
                </c:pt>
                <c:pt idx="692">
                  <c:v>236.7626953125</c:v>
                </c:pt>
                <c:pt idx="693">
                  <c:v>236.7724609375</c:v>
                </c:pt>
                <c:pt idx="694">
                  <c:v>236.7822265625</c:v>
                </c:pt>
                <c:pt idx="695">
                  <c:v>236.7919921875</c:v>
                </c:pt>
                <c:pt idx="696">
                  <c:v>236.8017578125</c:v>
                </c:pt>
                <c:pt idx="697">
                  <c:v>236.8115234375</c:v>
                </c:pt>
                <c:pt idx="698">
                  <c:v>236.8212890625</c:v>
                </c:pt>
                <c:pt idx="699">
                  <c:v>236.8310546875</c:v>
                </c:pt>
                <c:pt idx="700">
                  <c:v>236.8408203125</c:v>
                </c:pt>
                <c:pt idx="701">
                  <c:v>236.8505859375</c:v>
                </c:pt>
                <c:pt idx="702">
                  <c:v>236.8603515625</c:v>
                </c:pt>
                <c:pt idx="703">
                  <c:v>236.8701171875</c:v>
                </c:pt>
                <c:pt idx="704">
                  <c:v>236.8798828125</c:v>
                </c:pt>
                <c:pt idx="705">
                  <c:v>236.8896484375</c:v>
                </c:pt>
                <c:pt idx="706">
                  <c:v>236.8994140625</c:v>
                </c:pt>
                <c:pt idx="707">
                  <c:v>236.9091796875</c:v>
                </c:pt>
                <c:pt idx="708">
                  <c:v>236.9189453125</c:v>
                </c:pt>
                <c:pt idx="709">
                  <c:v>236.9287109375</c:v>
                </c:pt>
                <c:pt idx="710">
                  <c:v>236.9384765625</c:v>
                </c:pt>
                <c:pt idx="711">
                  <c:v>236.9482421875</c:v>
                </c:pt>
                <c:pt idx="712">
                  <c:v>236.9580078125</c:v>
                </c:pt>
                <c:pt idx="713">
                  <c:v>236.9677734375</c:v>
                </c:pt>
                <c:pt idx="714">
                  <c:v>236.9775390625</c:v>
                </c:pt>
                <c:pt idx="715">
                  <c:v>236.9873046875</c:v>
                </c:pt>
                <c:pt idx="716">
                  <c:v>236.9970703125</c:v>
                </c:pt>
                <c:pt idx="717">
                  <c:v>237.0068359375</c:v>
                </c:pt>
                <c:pt idx="718">
                  <c:v>237.0166015625</c:v>
                </c:pt>
                <c:pt idx="719">
                  <c:v>237.0263671875</c:v>
                </c:pt>
                <c:pt idx="720">
                  <c:v>237.0361328125</c:v>
                </c:pt>
                <c:pt idx="721">
                  <c:v>237.0458984375</c:v>
                </c:pt>
                <c:pt idx="722">
                  <c:v>237.0556640625</c:v>
                </c:pt>
                <c:pt idx="723">
                  <c:v>237.0654296875</c:v>
                </c:pt>
                <c:pt idx="724">
                  <c:v>237.0751953125</c:v>
                </c:pt>
                <c:pt idx="725">
                  <c:v>237.0849609375</c:v>
                </c:pt>
                <c:pt idx="726">
                  <c:v>237.0947265625</c:v>
                </c:pt>
                <c:pt idx="727">
                  <c:v>237.1044921875</c:v>
                </c:pt>
                <c:pt idx="728">
                  <c:v>237.1142578125</c:v>
                </c:pt>
                <c:pt idx="729">
                  <c:v>237.1240234375</c:v>
                </c:pt>
                <c:pt idx="730">
                  <c:v>237.1337890625</c:v>
                </c:pt>
                <c:pt idx="731">
                  <c:v>237.1435546875</c:v>
                </c:pt>
                <c:pt idx="732">
                  <c:v>237.1533203125</c:v>
                </c:pt>
                <c:pt idx="733">
                  <c:v>237.1630859375</c:v>
                </c:pt>
                <c:pt idx="734">
                  <c:v>237.1728515625</c:v>
                </c:pt>
                <c:pt idx="735">
                  <c:v>237.1826171875</c:v>
                </c:pt>
                <c:pt idx="736">
                  <c:v>237.1923828125</c:v>
                </c:pt>
                <c:pt idx="737">
                  <c:v>237.2021484375</c:v>
                </c:pt>
                <c:pt idx="738">
                  <c:v>237.2119140625</c:v>
                </c:pt>
                <c:pt idx="739">
                  <c:v>237.2216796875</c:v>
                </c:pt>
                <c:pt idx="740">
                  <c:v>237.2314453125</c:v>
                </c:pt>
                <c:pt idx="741">
                  <c:v>237.2412109375</c:v>
                </c:pt>
                <c:pt idx="742">
                  <c:v>237.2509765625</c:v>
                </c:pt>
                <c:pt idx="743">
                  <c:v>237.2607421875</c:v>
                </c:pt>
                <c:pt idx="744">
                  <c:v>237.2705078125</c:v>
                </c:pt>
                <c:pt idx="745">
                  <c:v>237.2802734375</c:v>
                </c:pt>
                <c:pt idx="746">
                  <c:v>237.2900390625</c:v>
                </c:pt>
                <c:pt idx="747">
                  <c:v>237.2998046875</c:v>
                </c:pt>
                <c:pt idx="748">
                  <c:v>237.3095703125</c:v>
                </c:pt>
                <c:pt idx="749">
                  <c:v>237.3193359375</c:v>
                </c:pt>
                <c:pt idx="750">
                  <c:v>237.3291015625</c:v>
                </c:pt>
                <c:pt idx="751">
                  <c:v>237.3388671875</c:v>
                </c:pt>
                <c:pt idx="752">
                  <c:v>237.3486328125</c:v>
                </c:pt>
                <c:pt idx="753">
                  <c:v>237.3583984375</c:v>
                </c:pt>
                <c:pt idx="754">
                  <c:v>237.3681640625</c:v>
                </c:pt>
                <c:pt idx="755">
                  <c:v>237.3779296875</c:v>
                </c:pt>
                <c:pt idx="756">
                  <c:v>237.3876953125</c:v>
                </c:pt>
                <c:pt idx="757">
                  <c:v>237.3974609375</c:v>
                </c:pt>
                <c:pt idx="758">
                  <c:v>237.4072265625</c:v>
                </c:pt>
                <c:pt idx="759">
                  <c:v>237.4169921875</c:v>
                </c:pt>
                <c:pt idx="760">
                  <c:v>237.4267578125</c:v>
                </c:pt>
                <c:pt idx="761">
                  <c:v>237.4365234375</c:v>
                </c:pt>
                <c:pt idx="762">
                  <c:v>237.4462890625</c:v>
                </c:pt>
                <c:pt idx="763">
                  <c:v>237.4560546875</c:v>
                </c:pt>
                <c:pt idx="764">
                  <c:v>237.4658203125</c:v>
                </c:pt>
                <c:pt idx="765">
                  <c:v>237.4755859375</c:v>
                </c:pt>
                <c:pt idx="766">
                  <c:v>237.4853515625</c:v>
                </c:pt>
                <c:pt idx="767">
                  <c:v>237.4951171875</c:v>
                </c:pt>
                <c:pt idx="768">
                  <c:v>237.5048828125</c:v>
                </c:pt>
                <c:pt idx="769">
                  <c:v>237.5146484375</c:v>
                </c:pt>
                <c:pt idx="770">
                  <c:v>237.5244140625</c:v>
                </c:pt>
                <c:pt idx="771">
                  <c:v>237.5341796875</c:v>
                </c:pt>
                <c:pt idx="772">
                  <c:v>237.5439453125</c:v>
                </c:pt>
                <c:pt idx="773">
                  <c:v>237.5537109375</c:v>
                </c:pt>
                <c:pt idx="774">
                  <c:v>237.5634765625</c:v>
                </c:pt>
                <c:pt idx="775">
                  <c:v>237.5732421875</c:v>
                </c:pt>
                <c:pt idx="776">
                  <c:v>237.5830078125</c:v>
                </c:pt>
                <c:pt idx="777">
                  <c:v>237.5927734375</c:v>
                </c:pt>
                <c:pt idx="778">
                  <c:v>237.6025390625</c:v>
                </c:pt>
                <c:pt idx="779">
                  <c:v>237.6123046875</c:v>
                </c:pt>
                <c:pt idx="780">
                  <c:v>237.6220703125</c:v>
                </c:pt>
                <c:pt idx="781">
                  <c:v>237.6318359375</c:v>
                </c:pt>
                <c:pt idx="782">
                  <c:v>237.6416015625</c:v>
                </c:pt>
                <c:pt idx="783">
                  <c:v>237.6513671875</c:v>
                </c:pt>
                <c:pt idx="784">
                  <c:v>237.6611328125</c:v>
                </c:pt>
                <c:pt idx="785">
                  <c:v>237.6708984375</c:v>
                </c:pt>
                <c:pt idx="786">
                  <c:v>237.6806640625</c:v>
                </c:pt>
                <c:pt idx="787">
                  <c:v>237.6904296875</c:v>
                </c:pt>
                <c:pt idx="788">
                  <c:v>237.7001953125</c:v>
                </c:pt>
                <c:pt idx="789">
                  <c:v>237.7099609375</c:v>
                </c:pt>
                <c:pt idx="790">
                  <c:v>237.7197265625</c:v>
                </c:pt>
                <c:pt idx="791">
                  <c:v>237.7294921875</c:v>
                </c:pt>
                <c:pt idx="792">
                  <c:v>237.7392578125</c:v>
                </c:pt>
                <c:pt idx="793">
                  <c:v>237.7490234375</c:v>
                </c:pt>
                <c:pt idx="794">
                  <c:v>237.7587890625</c:v>
                </c:pt>
                <c:pt idx="795">
                  <c:v>237.7685546875</c:v>
                </c:pt>
                <c:pt idx="796">
                  <c:v>237.7783203125</c:v>
                </c:pt>
                <c:pt idx="797">
                  <c:v>237.7880859375</c:v>
                </c:pt>
                <c:pt idx="798">
                  <c:v>237.7978515625</c:v>
                </c:pt>
                <c:pt idx="799">
                  <c:v>237.8076171875</c:v>
                </c:pt>
                <c:pt idx="800">
                  <c:v>237.8173828125</c:v>
                </c:pt>
                <c:pt idx="801">
                  <c:v>237.8271484375</c:v>
                </c:pt>
                <c:pt idx="802">
                  <c:v>237.8369140625</c:v>
                </c:pt>
                <c:pt idx="803">
                  <c:v>237.8466796875</c:v>
                </c:pt>
                <c:pt idx="804">
                  <c:v>237.8564453125</c:v>
                </c:pt>
                <c:pt idx="805">
                  <c:v>237.8662109375</c:v>
                </c:pt>
                <c:pt idx="806">
                  <c:v>237.8759765625</c:v>
                </c:pt>
                <c:pt idx="807">
                  <c:v>237.8857421875</c:v>
                </c:pt>
                <c:pt idx="808">
                  <c:v>237.8955078125</c:v>
                </c:pt>
                <c:pt idx="809">
                  <c:v>237.9052734375</c:v>
                </c:pt>
                <c:pt idx="810">
                  <c:v>237.9150390625</c:v>
                </c:pt>
                <c:pt idx="811">
                  <c:v>237.9248046875</c:v>
                </c:pt>
                <c:pt idx="812">
                  <c:v>237.9345703125</c:v>
                </c:pt>
                <c:pt idx="813">
                  <c:v>237.9443359375</c:v>
                </c:pt>
                <c:pt idx="814">
                  <c:v>237.9541015625</c:v>
                </c:pt>
                <c:pt idx="815">
                  <c:v>237.9638671875</c:v>
                </c:pt>
                <c:pt idx="816">
                  <c:v>237.9736328125</c:v>
                </c:pt>
                <c:pt idx="817">
                  <c:v>237.9833984375</c:v>
                </c:pt>
                <c:pt idx="818">
                  <c:v>237.9931640625</c:v>
                </c:pt>
                <c:pt idx="819">
                  <c:v>238.0029296875</c:v>
                </c:pt>
                <c:pt idx="820">
                  <c:v>238.0126953125</c:v>
                </c:pt>
                <c:pt idx="821">
                  <c:v>238.0224609375</c:v>
                </c:pt>
                <c:pt idx="822">
                  <c:v>238.0322265625</c:v>
                </c:pt>
                <c:pt idx="823">
                  <c:v>238.0419921875</c:v>
                </c:pt>
                <c:pt idx="824">
                  <c:v>238.0517578125</c:v>
                </c:pt>
                <c:pt idx="825">
                  <c:v>238.0615234375</c:v>
                </c:pt>
                <c:pt idx="826">
                  <c:v>238.0712890625</c:v>
                </c:pt>
                <c:pt idx="827">
                  <c:v>238.0810546875</c:v>
                </c:pt>
                <c:pt idx="828">
                  <c:v>238.0908203125</c:v>
                </c:pt>
                <c:pt idx="829">
                  <c:v>238.1005859375</c:v>
                </c:pt>
                <c:pt idx="830">
                  <c:v>238.1103515625</c:v>
                </c:pt>
                <c:pt idx="831">
                  <c:v>238.1201171875</c:v>
                </c:pt>
                <c:pt idx="832">
                  <c:v>238.1298828125</c:v>
                </c:pt>
                <c:pt idx="833">
                  <c:v>238.1396484375</c:v>
                </c:pt>
                <c:pt idx="834">
                  <c:v>238.1494140625</c:v>
                </c:pt>
                <c:pt idx="835">
                  <c:v>238.1591796875</c:v>
                </c:pt>
                <c:pt idx="836">
                  <c:v>238.1689453125</c:v>
                </c:pt>
                <c:pt idx="837">
                  <c:v>238.1787109375</c:v>
                </c:pt>
                <c:pt idx="838">
                  <c:v>238.1884765625</c:v>
                </c:pt>
                <c:pt idx="839">
                  <c:v>238.1982421875</c:v>
                </c:pt>
                <c:pt idx="840">
                  <c:v>238.2080078125</c:v>
                </c:pt>
                <c:pt idx="841">
                  <c:v>238.2177734375</c:v>
                </c:pt>
                <c:pt idx="842">
                  <c:v>238.2275390625</c:v>
                </c:pt>
                <c:pt idx="843">
                  <c:v>238.2373046875</c:v>
                </c:pt>
                <c:pt idx="844">
                  <c:v>238.2470703125</c:v>
                </c:pt>
                <c:pt idx="845">
                  <c:v>238.2568359375</c:v>
                </c:pt>
                <c:pt idx="846">
                  <c:v>238.2666015625</c:v>
                </c:pt>
                <c:pt idx="847">
                  <c:v>238.2763671875</c:v>
                </c:pt>
                <c:pt idx="848">
                  <c:v>238.2861328125</c:v>
                </c:pt>
                <c:pt idx="849">
                  <c:v>238.2958984375</c:v>
                </c:pt>
                <c:pt idx="850">
                  <c:v>238.3056640625</c:v>
                </c:pt>
                <c:pt idx="851">
                  <c:v>238.3154296875</c:v>
                </c:pt>
                <c:pt idx="852">
                  <c:v>238.3251953125</c:v>
                </c:pt>
                <c:pt idx="853">
                  <c:v>238.3349609375</c:v>
                </c:pt>
                <c:pt idx="854">
                  <c:v>238.3447265625</c:v>
                </c:pt>
                <c:pt idx="855">
                  <c:v>238.3544921875</c:v>
                </c:pt>
                <c:pt idx="856">
                  <c:v>238.3642578125</c:v>
                </c:pt>
                <c:pt idx="857">
                  <c:v>238.3740234375</c:v>
                </c:pt>
                <c:pt idx="858">
                  <c:v>238.3837890625</c:v>
                </c:pt>
                <c:pt idx="859">
                  <c:v>238.3935546875</c:v>
                </c:pt>
                <c:pt idx="860">
                  <c:v>238.4033203125</c:v>
                </c:pt>
                <c:pt idx="861">
                  <c:v>238.4130859375</c:v>
                </c:pt>
                <c:pt idx="862">
                  <c:v>238.4228515625</c:v>
                </c:pt>
                <c:pt idx="863">
                  <c:v>238.4326171875</c:v>
                </c:pt>
                <c:pt idx="864">
                  <c:v>238.4423828125</c:v>
                </c:pt>
                <c:pt idx="865">
                  <c:v>238.4521484375</c:v>
                </c:pt>
                <c:pt idx="866">
                  <c:v>238.4619140625</c:v>
                </c:pt>
                <c:pt idx="867">
                  <c:v>238.4716796875</c:v>
                </c:pt>
                <c:pt idx="868">
                  <c:v>238.4814453125</c:v>
                </c:pt>
                <c:pt idx="869">
                  <c:v>238.4912109375</c:v>
                </c:pt>
                <c:pt idx="870">
                  <c:v>238.5009765625</c:v>
                </c:pt>
                <c:pt idx="871">
                  <c:v>238.5107421875</c:v>
                </c:pt>
                <c:pt idx="872">
                  <c:v>238.5205078125</c:v>
                </c:pt>
                <c:pt idx="873">
                  <c:v>238.5302734375</c:v>
                </c:pt>
                <c:pt idx="874">
                  <c:v>238.5400390625</c:v>
                </c:pt>
                <c:pt idx="875">
                  <c:v>238.5498046875</c:v>
                </c:pt>
                <c:pt idx="876">
                  <c:v>238.5595703125</c:v>
                </c:pt>
                <c:pt idx="877">
                  <c:v>238.5693359375</c:v>
                </c:pt>
                <c:pt idx="878">
                  <c:v>238.5791015625</c:v>
                </c:pt>
                <c:pt idx="879">
                  <c:v>238.5888671875</c:v>
                </c:pt>
                <c:pt idx="880">
                  <c:v>238.5986328125</c:v>
                </c:pt>
                <c:pt idx="881">
                  <c:v>238.6083984375</c:v>
                </c:pt>
                <c:pt idx="882">
                  <c:v>238.6181640625</c:v>
                </c:pt>
                <c:pt idx="883">
                  <c:v>238.6279296875</c:v>
                </c:pt>
                <c:pt idx="884">
                  <c:v>238.6376953125</c:v>
                </c:pt>
                <c:pt idx="885">
                  <c:v>238.6474609375</c:v>
                </c:pt>
                <c:pt idx="886">
                  <c:v>238.6572265625</c:v>
                </c:pt>
                <c:pt idx="887">
                  <c:v>238.6669921875</c:v>
                </c:pt>
                <c:pt idx="888">
                  <c:v>238.6767578125</c:v>
                </c:pt>
                <c:pt idx="889">
                  <c:v>238.6865234375</c:v>
                </c:pt>
                <c:pt idx="890">
                  <c:v>238.6962890625</c:v>
                </c:pt>
                <c:pt idx="891">
                  <c:v>238.7060546875</c:v>
                </c:pt>
                <c:pt idx="892">
                  <c:v>238.7158203125</c:v>
                </c:pt>
                <c:pt idx="893">
                  <c:v>238.7255859375</c:v>
                </c:pt>
                <c:pt idx="894">
                  <c:v>238.7353515625</c:v>
                </c:pt>
                <c:pt idx="895">
                  <c:v>238.7451171875</c:v>
                </c:pt>
                <c:pt idx="896">
                  <c:v>238.7548828125</c:v>
                </c:pt>
                <c:pt idx="897">
                  <c:v>238.7646484375</c:v>
                </c:pt>
                <c:pt idx="898">
                  <c:v>238.7744140625</c:v>
                </c:pt>
                <c:pt idx="899">
                  <c:v>238.7841796875</c:v>
                </c:pt>
                <c:pt idx="900">
                  <c:v>238.7939453125</c:v>
                </c:pt>
                <c:pt idx="901">
                  <c:v>238.8037109375</c:v>
                </c:pt>
                <c:pt idx="902">
                  <c:v>238.8134765625</c:v>
                </c:pt>
                <c:pt idx="903">
                  <c:v>238.8232421875</c:v>
                </c:pt>
                <c:pt idx="904">
                  <c:v>238.8330078125</c:v>
                </c:pt>
                <c:pt idx="905">
                  <c:v>238.8427734375</c:v>
                </c:pt>
                <c:pt idx="906">
                  <c:v>238.8525390625</c:v>
                </c:pt>
                <c:pt idx="907">
                  <c:v>238.8623046875</c:v>
                </c:pt>
                <c:pt idx="908">
                  <c:v>238.8720703125</c:v>
                </c:pt>
                <c:pt idx="909">
                  <c:v>238.8818359375</c:v>
                </c:pt>
                <c:pt idx="910">
                  <c:v>238.8916015625</c:v>
                </c:pt>
                <c:pt idx="911">
                  <c:v>238.9013671875</c:v>
                </c:pt>
                <c:pt idx="912">
                  <c:v>238.9111328125</c:v>
                </c:pt>
                <c:pt idx="913">
                  <c:v>238.9208984375</c:v>
                </c:pt>
                <c:pt idx="914">
                  <c:v>238.9306640625</c:v>
                </c:pt>
                <c:pt idx="915">
                  <c:v>238.9404296875</c:v>
                </c:pt>
                <c:pt idx="916">
                  <c:v>238.9501953125</c:v>
                </c:pt>
                <c:pt idx="917">
                  <c:v>238.9599609375</c:v>
                </c:pt>
                <c:pt idx="918">
                  <c:v>238.9697265625</c:v>
                </c:pt>
                <c:pt idx="919">
                  <c:v>238.9794921875</c:v>
                </c:pt>
                <c:pt idx="920">
                  <c:v>238.9892578125</c:v>
                </c:pt>
                <c:pt idx="921">
                  <c:v>238.9990234375</c:v>
                </c:pt>
                <c:pt idx="922">
                  <c:v>239.0087890625</c:v>
                </c:pt>
                <c:pt idx="923">
                  <c:v>239.0185546875</c:v>
                </c:pt>
                <c:pt idx="924">
                  <c:v>239.0283203125</c:v>
                </c:pt>
                <c:pt idx="925">
                  <c:v>239.0380859375</c:v>
                </c:pt>
                <c:pt idx="926">
                  <c:v>239.0478515625</c:v>
                </c:pt>
                <c:pt idx="927">
                  <c:v>239.0576171875</c:v>
                </c:pt>
                <c:pt idx="928">
                  <c:v>239.0673828125</c:v>
                </c:pt>
                <c:pt idx="929">
                  <c:v>239.0771484375</c:v>
                </c:pt>
                <c:pt idx="930">
                  <c:v>239.0869140625</c:v>
                </c:pt>
                <c:pt idx="931">
                  <c:v>239.0966796875</c:v>
                </c:pt>
                <c:pt idx="932">
                  <c:v>239.1064453125</c:v>
                </c:pt>
                <c:pt idx="933">
                  <c:v>239.1162109375</c:v>
                </c:pt>
                <c:pt idx="934">
                  <c:v>239.1259765625</c:v>
                </c:pt>
                <c:pt idx="935">
                  <c:v>239.1357421875</c:v>
                </c:pt>
                <c:pt idx="936">
                  <c:v>239.1455078125</c:v>
                </c:pt>
                <c:pt idx="937">
                  <c:v>239.1552734375</c:v>
                </c:pt>
                <c:pt idx="938">
                  <c:v>239.1650390625</c:v>
                </c:pt>
                <c:pt idx="939">
                  <c:v>239.1748046875</c:v>
                </c:pt>
                <c:pt idx="940">
                  <c:v>239.1845703125</c:v>
                </c:pt>
                <c:pt idx="941">
                  <c:v>239.1943359375</c:v>
                </c:pt>
                <c:pt idx="942">
                  <c:v>239.2041015625</c:v>
                </c:pt>
                <c:pt idx="943">
                  <c:v>239.2138671875</c:v>
                </c:pt>
                <c:pt idx="944">
                  <c:v>239.2236328125</c:v>
                </c:pt>
                <c:pt idx="945">
                  <c:v>239.2333984375</c:v>
                </c:pt>
                <c:pt idx="946">
                  <c:v>239.2431640625</c:v>
                </c:pt>
                <c:pt idx="947">
                  <c:v>239.2529296875</c:v>
                </c:pt>
                <c:pt idx="948">
                  <c:v>239.2626953125</c:v>
                </c:pt>
                <c:pt idx="949">
                  <c:v>239.2724609375</c:v>
                </c:pt>
                <c:pt idx="950">
                  <c:v>239.2822265625</c:v>
                </c:pt>
                <c:pt idx="951">
                  <c:v>239.2919921875</c:v>
                </c:pt>
                <c:pt idx="952">
                  <c:v>239.3017578125</c:v>
                </c:pt>
                <c:pt idx="953">
                  <c:v>239.3115234375</c:v>
                </c:pt>
                <c:pt idx="954">
                  <c:v>239.3212890625</c:v>
                </c:pt>
                <c:pt idx="955">
                  <c:v>239.3310546875</c:v>
                </c:pt>
                <c:pt idx="956">
                  <c:v>239.3408203125</c:v>
                </c:pt>
                <c:pt idx="957">
                  <c:v>239.3505859375</c:v>
                </c:pt>
                <c:pt idx="958">
                  <c:v>239.3603515625</c:v>
                </c:pt>
                <c:pt idx="959">
                  <c:v>239.3701171875</c:v>
                </c:pt>
                <c:pt idx="960">
                  <c:v>239.3798828125</c:v>
                </c:pt>
                <c:pt idx="961">
                  <c:v>239.3896484375</c:v>
                </c:pt>
                <c:pt idx="962">
                  <c:v>239.3994140625</c:v>
                </c:pt>
                <c:pt idx="963">
                  <c:v>239.4091796875</c:v>
                </c:pt>
                <c:pt idx="964">
                  <c:v>239.4189453125</c:v>
                </c:pt>
                <c:pt idx="965">
                  <c:v>239.4287109375</c:v>
                </c:pt>
                <c:pt idx="966">
                  <c:v>239.4384765625</c:v>
                </c:pt>
                <c:pt idx="967">
                  <c:v>239.4482421875</c:v>
                </c:pt>
                <c:pt idx="968">
                  <c:v>239.4580078125</c:v>
                </c:pt>
                <c:pt idx="969">
                  <c:v>239.4677734375</c:v>
                </c:pt>
                <c:pt idx="970">
                  <c:v>239.4775390625</c:v>
                </c:pt>
                <c:pt idx="971">
                  <c:v>239.4873046875</c:v>
                </c:pt>
                <c:pt idx="972">
                  <c:v>239.4970703125</c:v>
                </c:pt>
                <c:pt idx="973">
                  <c:v>239.5068359375</c:v>
                </c:pt>
                <c:pt idx="974">
                  <c:v>239.5166015625</c:v>
                </c:pt>
                <c:pt idx="975">
                  <c:v>239.5263671875</c:v>
                </c:pt>
                <c:pt idx="976">
                  <c:v>239.5361328125</c:v>
                </c:pt>
                <c:pt idx="977">
                  <c:v>239.5458984375</c:v>
                </c:pt>
                <c:pt idx="978">
                  <c:v>239.5556640625</c:v>
                </c:pt>
                <c:pt idx="979">
                  <c:v>239.5654296875</c:v>
                </c:pt>
                <c:pt idx="980">
                  <c:v>239.5751953125</c:v>
                </c:pt>
                <c:pt idx="981">
                  <c:v>239.5849609375</c:v>
                </c:pt>
                <c:pt idx="982">
                  <c:v>239.5947265625</c:v>
                </c:pt>
                <c:pt idx="983">
                  <c:v>239.6044921875</c:v>
                </c:pt>
                <c:pt idx="984">
                  <c:v>239.6142578125</c:v>
                </c:pt>
                <c:pt idx="985">
                  <c:v>239.6240234375</c:v>
                </c:pt>
                <c:pt idx="986">
                  <c:v>239.6337890625</c:v>
                </c:pt>
                <c:pt idx="987">
                  <c:v>239.6435546875</c:v>
                </c:pt>
                <c:pt idx="988">
                  <c:v>239.6533203125</c:v>
                </c:pt>
                <c:pt idx="989">
                  <c:v>239.6630859375</c:v>
                </c:pt>
                <c:pt idx="990">
                  <c:v>239.6728515625</c:v>
                </c:pt>
                <c:pt idx="991">
                  <c:v>239.6826171875</c:v>
                </c:pt>
                <c:pt idx="992">
                  <c:v>239.6923828125</c:v>
                </c:pt>
                <c:pt idx="993">
                  <c:v>239.7021484375</c:v>
                </c:pt>
                <c:pt idx="994">
                  <c:v>239.7119140625</c:v>
                </c:pt>
                <c:pt idx="995">
                  <c:v>239.7216796875</c:v>
                </c:pt>
                <c:pt idx="996">
                  <c:v>239.7314453125</c:v>
                </c:pt>
                <c:pt idx="997">
                  <c:v>239.7412109375</c:v>
                </c:pt>
                <c:pt idx="998">
                  <c:v>239.7509765625</c:v>
                </c:pt>
                <c:pt idx="999">
                  <c:v>239.7607421875</c:v>
                </c:pt>
                <c:pt idx="1000">
                  <c:v>239.7705078125</c:v>
                </c:pt>
                <c:pt idx="1001">
                  <c:v>239.7802734375</c:v>
                </c:pt>
                <c:pt idx="1002">
                  <c:v>239.7900390625</c:v>
                </c:pt>
                <c:pt idx="1003">
                  <c:v>239.7998046875</c:v>
                </c:pt>
                <c:pt idx="1004">
                  <c:v>239.8095703125</c:v>
                </c:pt>
                <c:pt idx="1005">
                  <c:v>239.8193359375</c:v>
                </c:pt>
                <c:pt idx="1006">
                  <c:v>239.8291015625</c:v>
                </c:pt>
                <c:pt idx="1007">
                  <c:v>239.8388671875</c:v>
                </c:pt>
                <c:pt idx="1008">
                  <c:v>239.8486328125</c:v>
                </c:pt>
                <c:pt idx="1009">
                  <c:v>239.8583984375</c:v>
                </c:pt>
                <c:pt idx="1010">
                  <c:v>239.8681640625</c:v>
                </c:pt>
                <c:pt idx="1011">
                  <c:v>239.8779296875</c:v>
                </c:pt>
                <c:pt idx="1012">
                  <c:v>239.8876953125</c:v>
                </c:pt>
                <c:pt idx="1013">
                  <c:v>239.8974609375</c:v>
                </c:pt>
                <c:pt idx="1014">
                  <c:v>239.9072265625</c:v>
                </c:pt>
                <c:pt idx="1015">
                  <c:v>239.9169921875</c:v>
                </c:pt>
                <c:pt idx="1016">
                  <c:v>239.9267578125</c:v>
                </c:pt>
                <c:pt idx="1017">
                  <c:v>239.9365234375</c:v>
                </c:pt>
                <c:pt idx="1018">
                  <c:v>239.9462890625</c:v>
                </c:pt>
                <c:pt idx="1019">
                  <c:v>239.9560546875</c:v>
                </c:pt>
                <c:pt idx="1020">
                  <c:v>239.9658203125</c:v>
                </c:pt>
                <c:pt idx="1021">
                  <c:v>239.9755859375</c:v>
                </c:pt>
                <c:pt idx="1022">
                  <c:v>239.9853515625</c:v>
                </c:pt>
                <c:pt idx="1023">
                  <c:v>239.9951171875</c:v>
                </c:pt>
              </c:numCache>
            </c:numRef>
          </c:xVal>
          <c:yVal>
            <c:numRef>
              <c:f>'Chart Data'!$B$2:$B$1025</c:f>
              <c:numCache>
                <c:formatCode>0.00</c:formatCode>
                <c:ptCount val="1024"/>
                <c:pt idx="0">
                  <c:v>0.012181009829589</c:v>
                </c:pt>
                <c:pt idx="1">
                  <c:v>0.012182983992581</c:v>
                </c:pt>
                <c:pt idx="2">
                  <c:v>0.01218500097219</c:v>
                </c:pt>
                <c:pt idx="3">
                  <c:v>0.012187060780494</c:v>
                </c:pt>
                <c:pt idx="4">
                  <c:v>0.012189163430015</c:v>
                </c:pt>
                <c:pt idx="5">
                  <c:v>0.012191308933726</c:v>
                </c:pt>
                <c:pt idx="6">
                  <c:v>0.012193497305051</c:v>
                </c:pt>
                <c:pt idx="7">
                  <c:v>0.01219572855786</c:v>
                </c:pt>
                <c:pt idx="8">
                  <c:v>0.012198002706474</c:v>
                </c:pt>
                <c:pt idx="9">
                  <c:v>0.012200319765664</c:v>
                </c:pt>
                <c:pt idx="10">
                  <c:v>0.01220267975065</c:v>
                </c:pt>
                <c:pt idx="11">
                  <c:v>0.012205082677101</c:v>
                </c:pt>
                <c:pt idx="12">
                  <c:v>0.01220752856114</c:v>
                </c:pt>
                <c:pt idx="13">
                  <c:v>0.012210017419336</c:v>
                </c:pt>
                <c:pt idx="14">
                  <c:v>0.012212549268713</c:v>
                </c:pt>
                <c:pt idx="15">
                  <c:v>0.012215124126743</c:v>
                </c:pt>
                <c:pt idx="16">
                  <c:v>0.012217742011349</c:v>
                </c:pt>
                <c:pt idx="17">
                  <c:v>0.012220402940909</c:v>
                </c:pt>
                <c:pt idx="18">
                  <c:v>0.012223106934248</c:v>
                </c:pt>
                <c:pt idx="19">
                  <c:v>0.012225854010647</c:v>
                </c:pt>
                <c:pt idx="20">
                  <c:v>0.012228644189837</c:v>
                </c:pt>
                <c:pt idx="21">
                  <c:v>0.012231477492001</c:v>
                </c:pt>
                <c:pt idx="22">
                  <c:v>0.012234353937777</c:v>
                </c:pt>
                <c:pt idx="23">
                  <c:v>0.012237273548254</c:v>
                </c:pt>
                <c:pt idx="24">
                  <c:v>0.012240236344975</c:v>
                </c:pt>
                <c:pt idx="25">
                  <c:v>0.012243242349937</c:v>
                </c:pt>
                <c:pt idx="26">
                  <c:v>0.012246291585589</c:v>
                </c:pt>
                <c:pt idx="27">
                  <c:v>0.012249384074836</c:v>
                </c:pt>
                <c:pt idx="28">
                  <c:v>0.012252519841038</c:v>
                </c:pt>
                <c:pt idx="29">
                  <c:v>0.012255698908006</c:v>
                </c:pt>
                <c:pt idx="30">
                  <c:v>0.012258921300011</c:v>
                </c:pt>
                <c:pt idx="31">
                  <c:v>0.012262187041775</c:v>
                </c:pt>
                <c:pt idx="32">
                  <c:v>0.012265496158477</c:v>
                </c:pt>
                <c:pt idx="33">
                  <c:v>0.012268848675754</c:v>
                </c:pt>
                <c:pt idx="34">
                  <c:v>0.012272244619696</c:v>
                </c:pt>
                <c:pt idx="35">
                  <c:v>0.01227568401685</c:v>
                </c:pt>
                <c:pt idx="36">
                  <c:v>0.012279166894223</c:v>
                </c:pt>
                <c:pt idx="37">
                  <c:v>0.012282693279275</c:v>
                </c:pt>
                <c:pt idx="38">
                  <c:v>0.012286263199926</c:v>
                </c:pt>
                <c:pt idx="39">
                  <c:v>0.012289876684553</c:v>
                </c:pt>
                <c:pt idx="40">
                  <c:v>0.012293533761991</c:v>
                </c:pt>
                <c:pt idx="41">
                  <c:v>0.012297234461535</c:v>
                </c:pt>
                <c:pt idx="42">
                  <c:v>0.012300978812936</c:v>
                </c:pt>
                <c:pt idx="43">
                  <c:v>0.012304766846407</c:v>
                </c:pt>
                <c:pt idx="44">
                  <c:v>0.012308598592618</c:v>
                </c:pt>
                <c:pt idx="45">
                  <c:v>0.012312474082702</c:v>
                </c:pt>
                <c:pt idx="46">
                  <c:v>0.012316393348249</c:v>
                </c:pt>
                <c:pt idx="47">
                  <c:v>0.012320356421313</c:v>
                </c:pt>
                <c:pt idx="48">
                  <c:v>0.012324363334405</c:v>
                </c:pt>
                <c:pt idx="49">
                  <c:v>0.012328414120501</c:v>
                </c:pt>
                <c:pt idx="50">
                  <c:v>0.012332508813036</c:v>
                </c:pt>
                <c:pt idx="51">
                  <c:v>0.01233664744591</c:v>
                </c:pt>
                <c:pt idx="52">
                  <c:v>0.012340830053483</c:v>
                </c:pt>
                <c:pt idx="53">
                  <c:v>0.012345056670579</c:v>
                </c:pt>
                <c:pt idx="54">
                  <c:v>0.012349327332485</c:v>
                </c:pt>
                <c:pt idx="55">
                  <c:v>0.012353642074952</c:v>
                </c:pt>
                <c:pt idx="56">
                  <c:v>0.012358000934194</c:v>
                </c:pt>
                <c:pt idx="57">
                  <c:v>0.012362403946892</c:v>
                </c:pt>
                <c:pt idx="58">
                  <c:v>0.012366851150189</c:v>
                </c:pt>
                <c:pt idx="59">
                  <c:v>0.012371342581695</c:v>
                </c:pt>
                <c:pt idx="60">
                  <c:v>0.012375878279486</c:v>
                </c:pt>
                <c:pt idx="61">
                  <c:v>0.012380458282103</c:v>
                </c:pt>
                <c:pt idx="62">
                  <c:v>0.012385082628554</c:v>
                </c:pt>
                <c:pt idx="63">
                  <c:v>0.012389751358314</c:v>
                </c:pt>
                <c:pt idx="64">
                  <c:v>0.012394464511327</c:v>
                </c:pt>
                <c:pt idx="65">
                  <c:v>0.012399222128002</c:v>
                </c:pt>
                <c:pt idx="66">
                  <c:v>0.012404024249219</c:v>
                </c:pt>
                <c:pt idx="67">
                  <c:v>0.012408870916324</c:v>
                </c:pt>
                <c:pt idx="68">
                  <c:v>0.012413762171136</c:v>
                </c:pt>
                <c:pt idx="69">
                  <c:v>0.012418698055939</c:v>
                </c:pt>
                <c:pt idx="70">
                  <c:v>0.012423678613492</c:v>
                </c:pt>
                <c:pt idx="71">
                  <c:v>0.01242870388702</c:v>
                </c:pt>
                <c:pt idx="72">
                  <c:v>0.012433773920223</c:v>
                </c:pt>
                <c:pt idx="73">
                  <c:v>0.01243888875727</c:v>
                </c:pt>
                <c:pt idx="74">
                  <c:v>0.012444048442802</c:v>
                </c:pt>
                <c:pt idx="75">
                  <c:v>0.012449253021935</c:v>
                </c:pt>
                <c:pt idx="76">
                  <c:v>0.012454502540255</c:v>
                </c:pt>
                <c:pt idx="77">
                  <c:v>0.012459797043822</c:v>
                </c:pt>
                <c:pt idx="78">
                  <c:v>0.012465136579171</c:v>
                </c:pt>
                <c:pt idx="79">
                  <c:v>0.012470521193312</c:v>
                </c:pt>
                <c:pt idx="80">
                  <c:v>0.012475950933726</c:v>
                </c:pt>
                <c:pt idx="81">
                  <c:v>0.012481425848374</c:v>
                </c:pt>
                <c:pt idx="82">
                  <c:v>0.012486945985691</c:v>
                </c:pt>
                <c:pt idx="83">
                  <c:v>0.012492511394587</c:v>
                </c:pt>
                <c:pt idx="84">
                  <c:v>0.012498122124451</c:v>
                </c:pt>
                <c:pt idx="85">
                  <c:v>0.012503778225148</c:v>
                </c:pt>
                <c:pt idx="86">
                  <c:v>0.012509479747022</c:v>
                </c:pt>
                <c:pt idx="87">
                  <c:v>0.012515226740895</c:v>
                </c:pt>
                <c:pt idx="88">
                  <c:v>0.012521019258066</c:v>
                </c:pt>
                <c:pt idx="89">
                  <c:v>0.012526857350317</c:v>
                </c:pt>
                <c:pt idx="90">
                  <c:v>0.012532741069908</c:v>
                </c:pt>
                <c:pt idx="91">
                  <c:v>0.012538670469579</c:v>
                </c:pt>
                <c:pt idx="92">
                  <c:v>0.012544645602551</c:v>
                </c:pt>
                <c:pt idx="93">
                  <c:v>0.012550666522528</c:v>
                </c:pt>
                <c:pt idx="94">
                  <c:v>0.012556733283696</c:v>
                </c:pt>
                <c:pt idx="95">
                  <c:v>0.012562845940721</c:v>
                </c:pt>
                <c:pt idx="96">
                  <c:v>0.012569004548756</c:v>
                </c:pt>
                <c:pt idx="97">
                  <c:v>0.012575209163435</c:v>
                </c:pt>
                <c:pt idx="98">
                  <c:v>0.012581459840877</c:v>
                </c:pt>
                <c:pt idx="99">
                  <c:v>0.012587756637686</c:v>
                </c:pt>
                <c:pt idx="100">
                  <c:v>0.01259409961095</c:v>
                </c:pt>
                <c:pt idx="101">
                  <c:v>0.012600488818247</c:v>
                </c:pt>
                <c:pt idx="102">
                  <c:v>0.012606924317636</c:v>
                </c:pt>
                <c:pt idx="103">
                  <c:v>0.012613406167667</c:v>
                </c:pt>
                <c:pt idx="104">
                  <c:v>0.012619934427376</c:v>
                </c:pt>
                <c:pt idx="105">
                  <c:v>0.012626509156288</c:v>
                </c:pt>
                <c:pt idx="106">
                  <c:v>0.012633130414415</c:v>
                </c:pt>
                <c:pt idx="107">
                  <c:v>0.012639798262261</c:v>
                </c:pt>
                <c:pt idx="108">
                  <c:v>0.012646512760818</c:v>
                </c:pt>
                <c:pt idx="109">
                  <c:v>0.012653273971568</c:v>
                </c:pt>
                <c:pt idx="110">
                  <c:v>0.012660081956487</c:v>
                </c:pt>
                <c:pt idx="111">
                  <c:v>0.012666936778039</c:v>
                </c:pt>
                <c:pt idx="112">
                  <c:v>0.012673838499183</c:v>
                </c:pt>
                <c:pt idx="113">
                  <c:v>0.012680787183369</c:v>
                </c:pt>
                <c:pt idx="114">
                  <c:v>0.012687782894542</c:v>
                </c:pt>
                <c:pt idx="115">
                  <c:v>0.012694825697138</c:v>
                </c:pt>
                <c:pt idx="116">
                  <c:v>0.012701915656092</c:v>
                </c:pt>
                <c:pt idx="117">
                  <c:v>0.012709052836832</c:v>
                </c:pt>
                <c:pt idx="118">
                  <c:v>0.012716237305279</c:v>
                </c:pt>
                <c:pt idx="119">
                  <c:v>0.012723469127856</c:v>
                </c:pt>
                <c:pt idx="120">
                  <c:v>0.012730748371479</c:v>
                </c:pt>
                <c:pt idx="121">
                  <c:v>0.012738075103562</c:v>
                </c:pt>
                <c:pt idx="122">
                  <c:v>0.012745449392019</c:v>
                </c:pt>
                <c:pt idx="123">
                  <c:v>0.012752871305261</c:v>
                </c:pt>
                <c:pt idx="124">
                  <c:v>0.012760340912199</c:v>
                </c:pt>
                <c:pt idx="125">
                  <c:v>0.012767858282244</c:v>
                </c:pt>
                <c:pt idx="126">
                  <c:v>0.012775423485308</c:v>
                </c:pt>
                <c:pt idx="127">
                  <c:v>0.012783036591805</c:v>
                </c:pt>
                <c:pt idx="128">
                  <c:v>0.012790697672648</c:v>
                </c:pt>
                <c:pt idx="129">
                  <c:v>0.012798406799256</c:v>
                </c:pt>
                <c:pt idx="130">
                  <c:v>0.012806164043549</c:v>
                </c:pt>
                <c:pt idx="131">
                  <c:v>0.012813969477951</c:v>
                </c:pt>
                <c:pt idx="132">
                  <c:v>0.01282182317539</c:v>
                </c:pt>
                <c:pt idx="133">
                  <c:v>0.012829725209301</c:v>
                </c:pt>
                <c:pt idx="134">
                  <c:v>0.012837675653623</c:v>
                </c:pt>
                <c:pt idx="135">
                  <c:v>0.0128456745828</c:v>
                </c:pt>
                <c:pt idx="136">
                  <c:v>0.012853722071785</c:v>
                </c:pt>
                <c:pt idx="137">
                  <c:v>0.012861818196038</c:v>
                </c:pt>
                <c:pt idx="138">
                  <c:v>0.012869963031528</c:v>
                </c:pt>
                <c:pt idx="139">
                  <c:v>0.012878156654729</c:v>
                </c:pt>
                <c:pt idx="140">
                  <c:v>0.012886399142629</c:v>
                </c:pt>
                <c:pt idx="141">
                  <c:v>0.012894690572723</c:v>
                </c:pt>
                <c:pt idx="142">
                  <c:v>0.012903031023019</c:v>
                </c:pt>
                <c:pt idx="143">
                  <c:v>0.012911420572033</c:v>
                </c:pt>
                <c:pt idx="144">
                  <c:v>0.012919859298797</c:v>
                </c:pt>
                <c:pt idx="145">
                  <c:v>0.012928347282851</c:v>
                </c:pt>
                <c:pt idx="146">
                  <c:v>0.012936884604253</c:v>
                </c:pt>
                <c:pt idx="147">
                  <c:v>0.01294547134357</c:v>
                </c:pt>
                <c:pt idx="148">
                  <c:v>0.012954107581887</c:v>
                </c:pt>
                <c:pt idx="149">
                  <c:v>0.012962793400804</c:v>
                </c:pt>
                <c:pt idx="150">
                  <c:v>0.012971528882433</c:v>
                </c:pt>
                <c:pt idx="151">
                  <c:v>0.012980314109408</c:v>
                </c:pt>
                <c:pt idx="152">
                  <c:v>0.012989149164874</c:v>
                </c:pt>
                <c:pt idx="153">
                  <c:v>0.012998034132499</c:v>
                </c:pt>
                <c:pt idx="154">
                  <c:v>0.013006969096465</c:v>
                </c:pt>
                <c:pt idx="155">
                  <c:v>0.013015954141476</c:v>
                </c:pt>
                <c:pt idx="156">
                  <c:v>0.013024989352753</c:v>
                </c:pt>
                <c:pt idx="157">
                  <c:v>0.01303407481604</c:v>
                </c:pt>
                <c:pt idx="158">
                  <c:v>0.013043210617599</c:v>
                </c:pt>
                <c:pt idx="159">
                  <c:v>0.013052396844215</c:v>
                </c:pt>
                <c:pt idx="160">
                  <c:v>0.013061633583195</c:v>
                </c:pt>
                <c:pt idx="161">
                  <c:v>0.013070920922368</c:v>
                </c:pt>
                <c:pt idx="162">
                  <c:v>0.013080258950087</c:v>
                </c:pt>
                <c:pt idx="163">
                  <c:v>0.013089647755229</c:v>
                </c:pt>
                <c:pt idx="164">
                  <c:v>0.013099087427194</c:v>
                </c:pt>
                <c:pt idx="165">
                  <c:v>0.01310857805591</c:v>
                </c:pt>
                <c:pt idx="166">
                  <c:v>0.013118119731829</c:v>
                </c:pt>
                <c:pt idx="167">
                  <c:v>0.013127712545929</c:v>
                </c:pt>
                <c:pt idx="168">
                  <c:v>0.013137356589716</c:v>
                </c:pt>
                <c:pt idx="169">
                  <c:v>0.013147051955224</c:v>
                </c:pt>
                <c:pt idx="170">
                  <c:v>0.013156798735015</c:v>
                </c:pt>
                <c:pt idx="171">
                  <c:v>0.013166597022179</c:v>
                </c:pt>
                <c:pt idx="172">
                  <c:v>0.013176446910338</c:v>
                </c:pt>
                <c:pt idx="173">
                  <c:v>0.013186348493641</c:v>
                </c:pt>
                <c:pt idx="174">
                  <c:v>0.01319630186677</c:v>
                </c:pt>
                <c:pt idx="175">
                  <c:v>0.013206307124937</c:v>
                </c:pt>
                <c:pt idx="176">
                  <c:v>0.013216364363888</c:v>
                </c:pt>
                <c:pt idx="177">
                  <c:v>0.0132264736799</c:v>
                </c:pt>
                <c:pt idx="178">
                  <c:v>0.013236635169784</c:v>
                </c:pt>
                <c:pt idx="179">
                  <c:v>0.013246848930884</c:v>
                </c:pt>
                <c:pt idx="180">
                  <c:v>0.013257115061078</c:v>
                </c:pt>
                <c:pt idx="181">
                  <c:v>0.013267433658781</c:v>
                </c:pt>
                <c:pt idx="182">
                  <c:v>0.013277804822943</c:v>
                </c:pt>
                <c:pt idx="183">
                  <c:v>0.013288228653048</c:v>
                </c:pt>
                <c:pt idx="184">
                  <c:v>0.01329870524912</c:v>
                </c:pt>
                <c:pt idx="185">
                  <c:v>0.013309234711718</c:v>
                </c:pt>
                <c:pt idx="186">
                  <c:v>0.01331981714194</c:v>
                </c:pt>
                <c:pt idx="187">
                  <c:v>0.013330452641422</c:v>
                </c:pt>
                <c:pt idx="188">
                  <c:v>0.01334114131234</c:v>
                </c:pt>
                <c:pt idx="189">
                  <c:v>0.013351883257409</c:v>
                </c:pt>
                <c:pt idx="190">
                  <c:v>0.013362678579884</c:v>
                </c:pt>
                <c:pt idx="191">
                  <c:v>0.013373527383561</c:v>
                </c:pt>
                <c:pt idx="192">
                  <c:v>0.013384429772778</c:v>
                </c:pt>
                <c:pt idx="193">
                  <c:v>0.013395385852414</c:v>
                </c:pt>
                <c:pt idx="194">
                  <c:v>0.01340639572789</c:v>
                </c:pt>
                <c:pt idx="195">
                  <c:v>0.013417459505172</c:v>
                </c:pt>
                <c:pt idx="196">
                  <c:v>0.013428577290768</c:v>
                </c:pt>
                <c:pt idx="197">
                  <c:v>0.01343974919173</c:v>
                </c:pt>
                <c:pt idx="198">
                  <c:v>0.013450975315656</c:v>
                </c:pt>
                <c:pt idx="199">
                  <c:v>0.013462255770687</c:v>
                </c:pt>
                <c:pt idx="200">
                  <c:v>0.013473590665511</c:v>
                </c:pt>
                <c:pt idx="201">
                  <c:v>0.013484980109362</c:v>
                </c:pt>
                <c:pt idx="202">
                  <c:v>0.01349642421202</c:v>
                </c:pt>
                <c:pt idx="203">
                  <c:v>0.013507923083814</c:v>
                </c:pt>
                <c:pt idx="204">
                  <c:v>0.013519476835618</c:v>
                </c:pt>
                <c:pt idx="205">
                  <c:v>0.013531085578856</c:v>
                </c:pt>
                <c:pt idx="206">
                  <c:v>0.013542749425501</c:v>
                </c:pt>
                <c:pt idx="207">
                  <c:v>0.013554468488073</c:v>
                </c:pt>
                <c:pt idx="208">
                  <c:v>0.013566242879643</c:v>
                </c:pt>
                <c:pt idx="209">
                  <c:v>0.013578072713833</c:v>
                </c:pt>
                <c:pt idx="210">
                  <c:v>0.013589958104813</c:v>
                </c:pt>
                <c:pt idx="211">
                  <c:v>0.013601899167306</c:v>
                </c:pt>
                <c:pt idx="212">
                  <c:v>0.013613896016586</c:v>
                </c:pt>
                <c:pt idx="213">
                  <c:v>0.013625948768478</c:v>
                </c:pt>
                <c:pt idx="214">
                  <c:v>0.01363805753936</c:v>
                </c:pt>
                <c:pt idx="215">
                  <c:v>0.013650222446163</c:v>
                </c:pt>
                <c:pt idx="216">
                  <c:v>0.01366244360637</c:v>
                </c:pt>
                <c:pt idx="217">
                  <c:v>0.013674721138018</c:v>
                </c:pt>
                <c:pt idx="218">
                  <c:v>0.013687055159699</c:v>
                </c:pt>
                <c:pt idx="219">
                  <c:v>0.013699445790557</c:v>
                </c:pt>
                <c:pt idx="220">
                  <c:v>0.013711893150292</c:v>
                </c:pt>
                <c:pt idx="221">
                  <c:v>0.01372439735916</c:v>
                </c:pt>
                <c:pt idx="222">
                  <c:v>0.013736958537972</c:v>
                </c:pt>
                <c:pt idx="223">
                  <c:v>0.013749576808092</c:v>
                </c:pt>
                <c:pt idx="224">
                  <c:v>0.013762252291444</c:v>
                </c:pt>
                <c:pt idx="225">
                  <c:v>0.013774985110506</c:v>
                </c:pt>
                <c:pt idx="226">
                  <c:v>0.013787775388314</c:v>
                </c:pt>
                <c:pt idx="227">
                  <c:v>0.01380062324846</c:v>
                </c:pt>
                <c:pt idx="228">
                  <c:v>0.013813528815094</c:v>
                </c:pt>
                <c:pt idx="229">
                  <c:v>0.013826492212924</c:v>
                </c:pt>
                <c:pt idx="230">
                  <c:v>0.013839513567215</c:v>
                </c:pt>
                <c:pt idx="231">
                  <c:v>0.013852593003792</c:v>
                </c:pt>
                <c:pt idx="232">
                  <c:v>0.013865730649036</c:v>
                </c:pt>
                <c:pt idx="233">
                  <c:v>0.01387892662989</c:v>
                </c:pt>
                <c:pt idx="234">
                  <c:v>0.013892181073853</c:v>
                </c:pt>
                <c:pt idx="235">
                  <c:v>0.013905494108985</c:v>
                </c:pt>
                <c:pt idx="236">
                  <c:v>0.013918865863906</c:v>
                </c:pt>
                <c:pt idx="237">
                  <c:v>0.013932296467794</c:v>
                </c:pt>
                <c:pt idx="238">
                  <c:v>0.013945786050387</c:v>
                </c:pt>
                <c:pt idx="239">
                  <c:v>0.013959334741985</c:v>
                </c:pt>
                <c:pt idx="240">
                  <c:v>0.013972942673445</c:v>
                </c:pt>
                <c:pt idx="241">
                  <c:v>0.013986609976187</c:v>
                </c:pt>
                <c:pt idx="242">
                  <c:v>0.01400033678219</c:v>
                </c:pt>
                <c:pt idx="243">
                  <c:v>0.014014123223995</c:v>
                </c:pt>
                <c:pt idx="244">
                  <c:v>0.014027969434702</c:v>
                </c:pt>
                <c:pt idx="245">
                  <c:v>0.014041875547973</c:v>
                </c:pt>
                <c:pt idx="246">
                  <c:v>0.01405584169803</c:v>
                </c:pt>
                <c:pt idx="247">
                  <c:v>0.014069868019658</c:v>
                </c:pt>
                <c:pt idx="248">
                  <c:v>0.014083954648199</c:v>
                </c:pt>
                <c:pt idx="249">
                  <c:v>0.014098101719561</c:v>
                </c:pt>
                <c:pt idx="250">
                  <c:v>0.014112309370209</c:v>
                </c:pt>
                <c:pt idx="251">
                  <c:v>0.014126577737171</c:v>
                </c:pt>
                <c:pt idx="252">
                  <c:v>0.014140906958036</c:v>
                </c:pt>
                <c:pt idx="253">
                  <c:v>0.014155297170955</c:v>
                </c:pt>
                <c:pt idx="254">
                  <c:v>0.014169748514637</c:v>
                </c:pt>
                <c:pt idx="255">
                  <c:v>0.014184261128355</c:v>
                </c:pt>
                <c:pt idx="256">
                  <c:v>0.014198835151942</c:v>
                </c:pt>
                <c:pt idx="257">
                  <c:v>0.014213470725791</c:v>
                </c:pt>
                <c:pt idx="258">
                  <c:v>0.014228167990857</c:v>
                </c:pt>
                <c:pt idx="259">
                  <c:v>0.014242927088654</c:v>
                </c:pt>
                <c:pt idx="260">
                  <c:v>0.014257748161258</c:v>
                </c:pt>
                <c:pt idx="261">
                  <c:v>0.014272631351305</c:v>
                </c:pt>
                <c:pt idx="262">
                  <c:v>0.01428757680199</c:v>
                </c:pt>
                <c:pt idx="263">
                  <c:v>0.014302584657069</c:v>
                </c:pt>
                <c:pt idx="264">
                  <c:v>0.014317655060858</c:v>
                </c:pt>
                <c:pt idx="265">
                  <c:v>0.014332788158231</c:v>
                </c:pt>
                <c:pt idx="266">
                  <c:v>0.014347984094623</c:v>
                </c:pt>
                <c:pt idx="267">
                  <c:v>0.014363243016026</c:v>
                </c:pt>
                <c:pt idx="268">
                  <c:v>0.014378565068992</c:v>
                </c:pt>
                <c:pt idx="269">
                  <c:v>0.014393950400631</c:v>
                </c:pt>
                <c:pt idx="270">
                  <c:v>0.014409399158612</c:v>
                </c:pt>
                <c:pt idx="271">
                  <c:v>0.014424911491159</c:v>
                </c:pt>
                <c:pt idx="272">
                  <c:v>0.014440487547055</c:v>
                </c:pt>
                <c:pt idx="273">
                  <c:v>0.01445612747564</c:v>
                </c:pt>
                <c:pt idx="274">
                  <c:v>0.014471831426811</c:v>
                </c:pt>
                <c:pt idx="275">
                  <c:v>0.014487599551019</c:v>
                </c:pt>
                <c:pt idx="276">
                  <c:v>0.014503431999271</c:v>
                </c:pt>
                <c:pt idx="277">
                  <c:v>0.014519328923131</c:v>
                </c:pt>
                <c:pt idx="278">
                  <c:v>0.014535290474715</c:v>
                </c:pt>
                <c:pt idx="279">
                  <c:v>0.014551316806695</c:v>
                </c:pt>
                <c:pt idx="280">
                  <c:v>0.014567408072294</c:v>
                </c:pt>
                <c:pt idx="281">
                  <c:v>0.014583564425289</c:v>
                </c:pt>
                <c:pt idx="282">
                  <c:v>0.014599786020011</c:v>
                </c:pt>
                <c:pt idx="283">
                  <c:v>0.01461607301134</c:v>
                </c:pt>
                <c:pt idx="284">
                  <c:v>0.014632425554707</c:v>
                </c:pt>
                <c:pt idx="285">
                  <c:v>0.014648843806095</c:v>
                </c:pt>
                <c:pt idx="286">
                  <c:v>0.014665327922034</c:v>
                </c:pt>
                <c:pt idx="287">
                  <c:v>0.014681878059604</c:v>
                </c:pt>
                <c:pt idx="288">
                  <c:v>0.014698494376434</c:v>
                </c:pt>
                <c:pt idx="289">
                  <c:v>0.014715177030698</c:v>
                </c:pt>
                <c:pt idx="290">
                  <c:v>0.014731926181117</c:v>
                </c:pt>
                <c:pt idx="291">
                  <c:v>0.014748741986958</c:v>
                </c:pt>
                <c:pt idx="292">
                  <c:v>0.014765624608033</c:v>
                </c:pt>
                <c:pt idx="293">
                  <c:v>0.014782574204695</c:v>
                </c:pt>
                <c:pt idx="294">
                  <c:v>0.014799590937843</c:v>
                </c:pt>
                <c:pt idx="295">
                  <c:v>0.014816674968914</c:v>
                </c:pt>
                <c:pt idx="296">
                  <c:v>0.01483382645989</c:v>
                </c:pt>
                <c:pt idx="297">
                  <c:v>0.014851045573289</c:v>
                </c:pt>
                <c:pt idx="298">
                  <c:v>0.014868332472168</c:v>
                </c:pt>
                <c:pt idx="299">
                  <c:v>0.014885687320123</c:v>
                </c:pt>
                <c:pt idx="300">
                  <c:v>0.014903110281286</c:v>
                </c:pt>
                <c:pt idx="301">
                  <c:v>0.014920601520323</c:v>
                </c:pt>
                <c:pt idx="302">
                  <c:v>0.014938161202434</c:v>
                </c:pt>
                <c:pt idx="303">
                  <c:v>0.014955789493353</c:v>
                </c:pt>
                <c:pt idx="304">
                  <c:v>0.014973486559344</c:v>
                </c:pt>
                <c:pt idx="305">
                  <c:v>0.014991252567202</c:v>
                </c:pt>
                <c:pt idx="306">
                  <c:v>0.015009087684249</c:v>
                </c:pt>
                <c:pt idx="307">
                  <c:v>0.015026992078336</c:v>
                </c:pt>
                <c:pt idx="308">
                  <c:v>0.015044965917841</c:v>
                </c:pt>
                <c:pt idx="309">
                  <c:v>0.015063009371663</c:v>
                </c:pt>
                <c:pt idx="310">
                  <c:v>0.015081122609227</c:v>
                </c:pt>
                <c:pt idx="311">
                  <c:v>0.015099305800478</c:v>
                </c:pt>
                <c:pt idx="312">
                  <c:v>0.015117559115881</c:v>
                </c:pt>
                <c:pt idx="313">
                  <c:v>0.01513588272642</c:v>
                </c:pt>
                <c:pt idx="314">
                  <c:v>0.015154276803594</c:v>
                </c:pt>
                <c:pt idx="315">
                  <c:v>0.015172741519419</c:v>
                </c:pt>
                <c:pt idx="316">
                  <c:v>0.015191277046423</c:v>
                </c:pt>
                <c:pt idx="317">
                  <c:v>0.015209883557644</c:v>
                </c:pt>
                <c:pt idx="318">
                  <c:v>0.015228561226633</c:v>
                </c:pt>
                <c:pt idx="319">
                  <c:v>0.015247310227446</c:v>
                </c:pt>
                <c:pt idx="320">
                  <c:v>0.015266130734646</c:v>
                </c:pt>
                <c:pt idx="321">
                  <c:v>0.0152850229233</c:v>
                </c:pt>
                <c:pt idx="322">
                  <c:v>0.015303986968975</c:v>
                </c:pt>
                <c:pt idx="323">
                  <c:v>0.01532302304774</c:v>
                </c:pt>
                <c:pt idx="324">
                  <c:v>0.015342131336162</c:v>
                </c:pt>
                <c:pt idx="325">
                  <c:v>0.015361312011303</c:v>
                </c:pt>
                <c:pt idx="326">
                  <c:v>0.015380565250717</c:v>
                </c:pt>
                <c:pt idx="327">
                  <c:v>0.015399891232451</c:v>
                </c:pt>
                <c:pt idx="328">
                  <c:v>0.015419290135042</c:v>
                </c:pt>
                <c:pt idx="329">
                  <c:v>0.015438762137512</c:v>
                </c:pt>
                <c:pt idx="330">
                  <c:v>0.015458307419367</c:v>
                </c:pt>
                <c:pt idx="331">
                  <c:v>0.015477926160597</c:v>
                </c:pt>
                <c:pt idx="332">
                  <c:v>0.01549761854167</c:v>
                </c:pt>
                <c:pt idx="333">
                  <c:v>0.015517384743531</c:v>
                </c:pt>
                <c:pt idx="334">
                  <c:v>0.0155372249476</c:v>
                </c:pt>
                <c:pt idx="335">
                  <c:v>0.015557139335769</c:v>
                </c:pt>
                <c:pt idx="336">
                  <c:v>0.015577128090399</c:v>
                </c:pt>
                <c:pt idx="337">
                  <c:v>0.015597191394317</c:v>
                </c:pt>
                <c:pt idx="338">
                  <c:v>0.015617329430814</c:v>
                </c:pt>
                <c:pt idx="339">
                  <c:v>0.015637542383642</c:v>
                </c:pt>
                <c:pt idx="340">
                  <c:v>0.015657830437012</c:v>
                </c:pt>
                <c:pt idx="341">
                  <c:v>0.015678193775587</c:v>
                </c:pt>
                <c:pt idx="342">
                  <c:v>0.015698632584485</c:v>
                </c:pt>
                <c:pt idx="343">
                  <c:v>0.015719147049272</c:v>
                </c:pt>
                <c:pt idx="344">
                  <c:v>0.01573973735596</c:v>
                </c:pt>
                <c:pt idx="345">
                  <c:v>0.015760403691004</c:v>
                </c:pt>
                <c:pt idx="346">
                  <c:v>0.015781146241298</c:v>
                </c:pt>
                <c:pt idx="347">
                  <c:v>0.015801965194172</c:v>
                </c:pt>
                <c:pt idx="348">
                  <c:v>0.01582286073739</c:v>
                </c:pt>
                <c:pt idx="349">
                  <c:v>0.015843833059145</c:v>
                </c:pt>
                <c:pt idx="350">
                  <c:v>0.015864882348056</c:v>
                </c:pt>
                <c:pt idx="351">
                  <c:v>0.015886008793163</c:v>
                </c:pt>
                <c:pt idx="352">
                  <c:v>0.015907212583928</c:v>
                </c:pt>
                <c:pt idx="353">
                  <c:v>0.015928493910226</c:v>
                </c:pt>
                <c:pt idx="354">
                  <c:v>0.015949852962343</c:v>
                </c:pt>
                <c:pt idx="355">
                  <c:v>0.015971289930975</c:v>
                </c:pt>
                <c:pt idx="356">
                  <c:v>0.01599280500722</c:v>
                </c:pt>
                <c:pt idx="357">
                  <c:v>0.016014398382577</c:v>
                </c:pt>
                <c:pt idx="358">
                  <c:v>0.01603607024894</c:v>
                </c:pt>
                <c:pt idx="359">
                  <c:v>0.016057820798596</c:v>
                </c:pt>
                <c:pt idx="360">
                  <c:v>0.016079650224218</c:v>
                </c:pt>
                <c:pt idx="361">
                  <c:v>0.016101558718865</c:v>
                </c:pt>
                <c:pt idx="362">
                  <c:v>0.016123546475973</c:v>
                </c:pt>
                <c:pt idx="363">
                  <c:v>0.016145613689354</c:v>
                </c:pt>
                <c:pt idx="364">
                  <c:v>0.016167760553191</c:v>
                </c:pt>
                <c:pt idx="365">
                  <c:v>0.016189987262031</c:v>
                </c:pt>
                <c:pt idx="366">
                  <c:v>0.016212294010785</c:v>
                </c:pt>
                <c:pt idx="367">
                  <c:v>0.016234680994719</c:v>
                </c:pt>
                <c:pt idx="368">
                  <c:v>0.016257148409451</c:v>
                </c:pt>
                <c:pt idx="369">
                  <c:v>0.016279696450948</c:v>
                </c:pt>
                <c:pt idx="370">
                  <c:v>0.016302325315518</c:v>
                </c:pt>
                <c:pt idx="371">
                  <c:v>0.016325035199807</c:v>
                </c:pt>
                <c:pt idx="372">
                  <c:v>0.016347826300792</c:v>
                </c:pt>
                <c:pt idx="373">
                  <c:v>0.016370698815778</c:v>
                </c:pt>
                <c:pt idx="374">
                  <c:v>0.016393652942394</c:v>
                </c:pt>
                <c:pt idx="375">
                  <c:v>0.016416688878583</c:v>
                </c:pt>
                <c:pt idx="376">
                  <c:v>0.016439806822601</c:v>
                </c:pt>
                <c:pt idx="377">
                  <c:v>0.016463006973009</c:v>
                </c:pt>
                <c:pt idx="378">
                  <c:v>0.016486289528669</c:v>
                </c:pt>
                <c:pt idx="379">
                  <c:v>0.016509654688738</c:v>
                </c:pt>
                <c:pt idx="380">
                  <c:v>0.016533102652661</c:v>
                </c:pt>
                <c:pt idx="381">
                  <c:v>0.016556633620168</c:v>
                </c:pt>
                <c:pt idx="382">
                  <c:v>0.016580247791264</c:v>
                </c:pt>
                <c:pt idx="383">
                  <c:v>0.016603945366227</c:v>
                </c:pt>
                <c:pt idx="384">
                  <c:v>0.016627726545601</c:v>
                </c:pt>
                <c:pt idx="385">
                  <c:v>0.016651591530186</c:v>
                </c:pt>
                <c:pt idx="386">
                  <c:v>0.016675540521039</c:v>
                </c:pt>
                <c:pt idx="387">
                  <c:v>0.01669957371946</c:v>
                </c:pt>
                <c:pt idx="388">
                  <c:v>0.016723691326991</c:v>
                </c:pt>
                <c:pt idx="389">
                  <c:v>0.016747893545406</c:v>
                </c:pt>
                <c:pt idx="390">
                  <c:v>0.016772180576708</c:v>
                </c:pt>
                <c:pt idx="391">
                  <c:v>0.016796552623118</c:v>
                </c:pt>
                <c:pt idx="392">
                  <c:v>0.016821009887071</c:v>
                </c:pt>
                <c:pt idx="393">
                  <c:v>0.016845552571208</c:v>
                </c:pt>
                <c:pt idx="394">
                  <c:v>0.01687018087837</c:v>
                </c:pt>
                <c:pt idx="395">
                  <c:v>0.016894895011589</c:v>
                </c:pt>
                <c:pt idx="396">
                  <c:v>0.016919695174083</c:v>
                </c:pt>
                <c:pt idx="397">
                  <c:v>0.016944581569247</c:v>
                </c:pt>
                <c:pt idx="398">
                  <c:v>0.016969554400644</c:v>
                </c:pt>
                <c:pt idx="399">
                  <c:v>0.016994613872002</c:v>
                </c:pt>
                <c:pt idx="400">
                  <c:v>0.017019760187203</c:v>
                </c:pt>
                <c:pt idx="401">
                  <c:v>0.017044993550275</c:v>
                </c:pt>
                <c:pt idx="402">
                  <c:v>0.017070314165386</c:v>
                </c:pt>
                <c:pt idx="403">
                  <c:v>0.017095722236834</c:v>
                </c:pt>
                <c:pt idx="404">
                  <c:v>0.017121217969039</c:v>
                </c:pt>
                <c:pt idx="405">
                  <c:v>0.017146801566539</c:v>
                </c:pt>
                <c:pt idx="406">
                  <c:v>0.017172473233974</c:v>
                </c:pt>
                <c:pt idx="407">
                  <c:v>0.017198233176084</c:v>
                </c:pt>
                <c:pt idx="408">
                  <c:v>0.017224081597698</c:v>
                </c:pt>
                <c:pt idx="409">
                  <c:v>0.017250018703724</c:v>
                </c:pt>
                <c:pt idx="410">
                  <c:v>0.017276044699142</c:v>
                </c:pt>
                <c:pt idx="411">
                  <c:v>0.017302159788995</c:v>
                </c:pt>
                <c:pt idx="412">
                  <c:v>0.017328364178379</c:v>
                </c:pt>
                <c:pt idx="413">
                  <c:v>0.017354658072435</c:v>
                </c:pt>
                <c:pt idx="414">
                  <c:v>0.017381041676336</c:v>
                </c:pt>
                <c:pt idx="415">
                  <c:v>0.017407515195285</c:v>
                </c:pt>
                <c:pt idx="416">
                  <c:v>0.017434078834495</c:v>
                </c:pt>
                <c:pt idx="417">
                  <c:v>0.017460732799191</c:v>
                </c:pt>
                <c:pt idx="418">
                  <c:v>0.017487477294589</c:v>
                </c:pt>
                <c:pt idx="419">
                  <c:v>0.017514312525893</c:v>
                </c:pt>
                <c:pt idx="420">
                  <c:v>0.017541238698285</c:v>
                </c:pt>
                <c:pt idx="421">
                  <c:v>0.01756825601691</c:v>
                </c:pt>
                <c:pt idx="422">
                  <c:v>0.017595364686868</c:v>
                </c:pt>
                <c:pt idx="423">
                  <c:v>0.017622564913207</c:v>
                </c:pt>
                <c:pt idx="424">
                  <c:v>0.017649856900905</c:v>
                </c:pt>
                <c:pt idx="425">
                  <c:v>0.017677240854866</c:v>
                </c:pt>
                <c:pt idx="426">
                  <c:v>0.017704716979906</c:v>
                </c:pt>
                <c:pt idx="427">
                  <c:v>0.017732285480741</c:v>
                </c:pt>
                <c:pt idx="428">
                  <c:v>0.017759946561978</c:v>
                </c:pt>
                <c:pt idx="429">
                  <c:v>0.0177877004281</c:v>
                </c:pt>
                <c:pt idx="430">
                  <c:v>0.017815547283462</c:v>
                </c:pt>
                <c:pt idx="431">
                  <c:v>0.017843487332268</c:v>
                </c:pt>
                <c:pt idx="432">
                  <c:v>0.017871520778571</c:v>
                </c:pt>
                <c:pt idx="433">
                  <c:v>0.017899647826251</c:v>
                </c:pt>
                <c:pt idx="434">
                  <c:v>0.01792786867901</c:v>
                </c:pt>
                <c:pt idx="435">
                  <c:v>0.017956183540355</c:v>
                </c:pt>
                <c:pt idx="436">
                  <c:v>0.017984592613589</c:v>
                </c:pt>
                <c:pt idx="437">
                  <c:v>0.018013096101796</c:v>
                </c:pt>
                <c:pt idx="438">
                  <c:v>0.01804169420783</c:v>
                </c:pt>
                <c:pt idx="439">
                  <c:v>0.018070387134298</c:v>
                </c:pt>
                <c:pt idx="440">
                  <c:v>0.018099175083553</c:v>
                </c:pt>
                <c:pt idx="441">
                  <c:v>0.018128058257677</c:v>
                </c:pt>
                <c:pt idx="442">
                  <c:v>0.018157036858468</c:v>
                </c:pt>
                <c:pt idx="443">
                  <c:v>0.018186111087426</c:v>
                </c:pt>
                <c:pt idx="444">
                  <c:v>0.01821528114574</c:v>
                </c:pt>
                <c:pt idx="445">
                  <c:v>0.018244547234274</c:v>
                </c:pt>
                <c:pt idx="446">
                  <c:v>0.018273909553553</c:v>
                </c:pt>
                <c:pt idx="447">
                  <c:v>0.018303368303747</c:v>
                </c:pt>
                <c:pt idx="448">
                  <c:v>0.018332923684661</c:v>
                </c:pt>
                <c:pt idx="449">
                  <c:v>0.018362575895714</c:v>
                </c:pt>
                <c:pt idx="450">
                  <c:v>0.018392325135929</c:v>
                </c:pt>
                <c:pt idx="451">
                  <c:v>0.018422171603917</c:v>
                </c:pt>
                <c:pt idx="452">
                  <c:v>0.018452115497858</c:v>
                </c:pt>
                <c:pt idx="453">
                  <c:v>0.018482157015494</c:v>
                </c:pt>
                <c:pt idx="454">
                  <c:v>0.018512296354104</c:v>
                </c:pt>
                <c:pt idx="455">
                  <c:v>0.018542533710495</c:v>
                </c:pt>
                <c:pt idx="456">
                  <c:v>0.018572869280982</c:v>
                </c:pt>
                <c:pt idx="457">
                  <c:v>0.018603303261374</c:v>
                </c:pt>
                <c:pt idx="458">
                  <c:v>0.018633835846957</c:v>
                </c:pt>
                <c:pt idx="459">
                  <c:v>0.018664467232479</c:v>
                </c:pt>
                <c:pt idx="460">
                  <c:v>0.018695197612131</c:v>
                </c:pt>
                <c:pt idx="461">
                  <c:v>0.018726027179529</c:v>
                </c:pt>
                <c:pt idx="462">
                  <c:v>0.018756956127702</c:v>
                </c:pt>
                <c:pt idx="463">
                  <c:v>0.01878798464907</c:v>
                </c:pt>
                <c:pt idx="464">
                  <c:v>0.018819112935428</c:v>
                </c:pt>
                <c:pt idx="465">
                  <c:v>0.018850341177929</c:v>
                </c:pt>
                <c:pt idx="466">
                  <c:v>0.018881669567066</c:v>
                </c:pt>
                <c:pt idx="467">
                  <c:v>0.018913098292651</c:v>
                </c:pt>
                <c:pt idx="468">
                  <c:v>0.018944627543801</c:v>
                </c:pt>
                <c:pt idx="469">
                  <c:v>0.018976257508917</c:v>
                </c:pt>
                <c:pt idx="470">
                  <c:v>0.019007988375666</c:v>
                </c:pt>
                <c:pt idx="471">
                  <c:v>0.01903982033096</c:v>
                </c:pt>
                <c:pt idx="472">
                  <c:v>0.01907175356094</c:v>
                </c:pt>
                <c:pt idx="473">
                  <c:v>0.019103788250954</c:v>
                </c:pt>
                <c:pt idx="474">
                  <c:v>0.019135924585541</c:v>
                </c:pt>
                <c:pt idx="475">
                  <c:v>0.019168162748406</c:v>
                </c:pt>
                <c:pt idx="476">
                  <c:v>0.019200502922402</c:v>
                </c:pt>
                <c:pt idx="477">
                  <c:v>0.019232945289513</c:v>
                </c:pt>
                <c:pt idx="478">
                  <c:v>0.019265490030827</c:v>
                </c:pt>
                <c:pt idx="479">
                  <c:v>0.019298137326524</c:v>
                </c:pt>
                <c:pt idx="480">
                  <c:v>0.019330887355844</c:v>
                </c:pt>
                <c:pt idx="481">
                  <c:v>0.019363740297076</c:v>
                </c:pt>
                <c:pt idx="482">
                  <c:v>0.01939669632753</c:v>
                </c:pt>
                <c:pt idx="483">
                  <c:v>0.019429755623519</c:v>
                </c:pt>
                <c:pt idx="484">
                  <c:v>0.019462918360335</c:v>
                </c:pt>
                <c:pt idx="485">
                  <c:v>0.019496184712226</c:v>
                </c:pt>
                <c:pt idx="486">
                  <c:v>0.019529554852377</c:v>
                </c:pt>
                <c:pt idx="487">
                  <c:v>0.019563028952885</c:v>
                </c:pt>
                <c:pt idx="488">
                  <c:v>0.019596607184735</c:v>
                </c:pt>
                <c:pt idx="489">
                  <c:v>0.019630289717779</c:v>
                </c:pt>
                <c:pt idx="490">
                  <c:v>0.019664076720714</c:v>
                </c:pt>
                <c:pt idx="491">
                  <c:v>0.019697968361052</c:v>
                </c:pt>
                <c:pt idx="492">
                  <c:v>0.019731964805103</c:v>
                </c:pt>
                <c:pt idx="493">
                  <c:v>0.019766066217948</c:v>
                </c:pt>
                <c:pt idx="494">
                  <c:v>0.019800272763414</c:v>
                </c:pt>
                <c:pt idx="495">
                  <c:v>0.019834584604049</c:v>
                </c:pt>
                <c:pt idx="496">
                  <c:v>0.019869001901101</c:v>
                </c:pt>
                <c:pt idx="497">
                  <c:v>0.019903524814487</c:v>
                </c:pt>
                <c:pt idx="498">
                  <c:v>0.019938153502771</c:v>
                </c:pt>
                <c:pt idx="499">
                  <c:v>0.019972888123138</c:v>
                </c:pt>
                <c:pt idx="500">
                  <c:v>0.020007728831368</c:v>
                </c:pt>
                <c:pt idx="501">
                  <c:v>0.020042675781808</c:v>
                </c:pt>
                <c:pt idx="502">
                  <c:v>0.020077729127348</c:v>
                </c:pt>
                <c:pt idx="503">
                  <c:v>0.020112889019391</c:v>
                </c:pt>
                <c:pt idx="504">
                  <c:v>0.020148155607829</c:v>
                </c:pt>
                <c:pt idx="505">
                  <c:v>0.020183529041016</c:v>
                </c:pt>
                <c:pt idx="506">
                  <c:v>0.020219009465736</c:v>
                </c:pt>
                <c:pt idx="507">
                  <c:v>0.020254597027178</c:v>
                </c:pt>
                <c:pt idx="508">
                  <c:v>0.02029029186891</c:v>
                </c:pt>
                <c:pt idx="509">
                  <c:v>0.020326094132844</c:v>
                </c:pt>
                <c:pt idx="510">
                  <c:v>0.020362003959215</c:v>
                </c:pt>
                <c:pt idx="511">
                  <c:v>0.020398021486546</c:v>
                </c:pt>
                <c:pt idx="512">
                  <c:v>0.02043414685162</c:v>
                </c:pt>
                <c:pt idx="513">
                  <c:v>0.020470380189453</c:v>
                </c:pt>
                <c:pt idx="514">
                  <c:v>0.020506721633261</c:v>
                </c:pt>
                <c:pt idx="515">
                  <c:v>0.02054317131443</c:v>
                </c:pt>
                <c:pt idx="516">
                  <c:v>0.020579729362487</c:v>
                </c:pt>
                <c:pt idx="517">
                  <c:v>0.020616395905067</c:v>
                </c:pt>
                <c:pt idx="518">
                  <c:v>0.020653171067885</c:v>
                </c:pt>
                <c:pt idx="519">
                  <c:v>0.020690054974701</c:v>
                </c:pt>
                <c:pt idx="520">
                  <c:v>0.020727047747289</c:v>
                </c:pt>
                <c:pt idx="521">
                  <c:v>0.020764149505407</c:v>
                </c:pt>
                <c:pt idx="522">
                  <c:v>0.020801360366763</c:v>
                </c:pt>
                <c:pt idx="523">
                  <c:v>0.020838680446982</c:v>
                </c:pt>
                <c:pt idx="524">
                  <c:v>0.020876109859572</c:v>
                </c:pt>
                <c:pt idx="525">
                  <c:v>0.020913648715895</c:v>
                </c:pt>
                <c:pt idx="526">
                  <c:v>0.020951297125128</c:v>
                </c:pt>
                <c:pt idx="527">
                  <c:v>0.020989055194231</c:v>
                </c:pt>
                <c:pt idx="528">
                  <c:v>0.021026923027914</c:v>
                </c:pt>
                <c:pt idx="529">
                  <c:v>0.0210649007286</c:v>
                </c:pt>
                <c:pt idx="530">
                  <c:v>0.021102988396394</c:v>
                </c:pt>
                <c:pt idx="531">
                  <c:v>0.021141186129042</c:v>
                </c:pt>
                <c:pt idx="532">
                  <c:v>0.021179494021898</c:v>
                </c:pt>
                <c:pt idx="533">
                  <c:v>0.021217912167892</c:v>
                </c:pt>
                <c:pt idx="534">
                  <c:v>0.021256440657485</c:v>
                </c:pt>
                <c:pt idx="535">
                  <c:v>0.021295079578641</c:v>
                </c:pt>
                <c:pt idx="536">
                  <c:v>0.021333829016785</c:v>
                </c:pt>
                <c:pt idx="537">
                  <c:v>0.021372689054767</c:v>
                </c:pt>
                <c:pt idx="538">
                  <c:v>0.021411659772825</c:v>
                </c:pt>
                <c:pt idx="539">
                  <c:v>0.021450741248544</c:v>
                </c:pt>
                <c:pt idx="540">
                  <c:v>0.021489933556824</c:v>
                </c:pt>
                <c:pt idx="541">
                  <c:v>0.021529236769834</c:v>
                </c:pt>
                <c:pt idx="542">
                  <c:v>0.021568650956977</c:v>
                </c:pt>
                <c:pt idx="543">
                  <c:v>0.02160817618485</c:v>
                </c:pt>
                <c:pt idx="544">
                  <c:v>0.021647812517205</c:v>
                </c:pt>
                <c:pt idx="545">
                  <c:v>0.021687560014906</c:v>
                </c:pt>
                <c:pt idx="546">
                  <c:v>0.021727418735893</c:v>
                </c:pt>
                <c:pt idx="547">
                  <c:v>0.021767388735136</c:v>
                </c:pt>
                <c:pt idx="548">
                  <c:v>0.021807470064599</c:v>
                </c:pt>
                <c:pt idx="549">
                  <c:v>0.021847662773195</c:v>
                </c:pt>
                <c:pt idx="550">
                  <c:v>0.021887966906745</c:v>
                </c:pt>
                <c:pt idx="551">
                  <c:v>0.021928382507937</c:v>
                </c:pt>
                <c:pt idx="552">
                  <c:v>0.021968909616279</c:v>
                </c:pt>
                <c:pt idx="553">
                  <c:v>0.022009548268064</c:v>
                </c:pt>
                <c:pt idx="554">
                  <c:v>0.02205029849632</c:v>
                </c:pt>
                <c:pt idx="555">
                  <c:v>0.022091160330767</c:v>
                </c:pt>
                <c:pt idx="556">
                  <c:v>0.022132133797775</c:v>
                </c:pt>
                <c:pt idx="557">
                  <c:v>0.022173218920321</c:v>
                </c:pt>
                <c:pt idx="558">
                  <c:v>0.022214415717939</c:v>
                </c:pt>
                <c:pt idx="559">
                  <c:v>0.022255724206679</c:v>
                </c:pt>
                <c:pt idx="560">
                  <c:v>0.022297144399061</c:v>
                </c:pt>
                <c:pt idx="561">
                  <c:v>0.022338676304026</c:v>
                </c:pt>
                <c:pt idx="562">
                  <c:v>0.022380319926896</c:v>
                </c:pt>
                <c:pt idx="563">
                  <c:v>0.022422075269319</c:v>
                </c:pt>
                <c:pt idx="564">
                  <c:v>0.022463942329229</c:v>
                </c:pt>
                <c:pt idx="565">
                  <c:v>0.022505921100796</c:v>
                </c:pt>
                <c:pt idx="566">
                  <c:v>0.022548011574376</c:v>
                </c:pt>
                <c:pt idx="567">
                  <c:v>0.022590213736465</c:v>
                </c:pt>
                <c:pt idx="568">
                  <c:v>0.022632527569654</c:v>
                </c:pt>
                <c:pt idx="569">
                  <c:v>0.022674953052571</c:v>
                </c:pt>
                <c:pt idx="570">
                  <c:v>0.022717490159841</c:v>
                </c:pt>
                <c:pt idx="571">
                  <c:v>0.022760138862029</c:v>
                </c:pt>
                <c:pt idx="572">
                  <c:v>0.022802899125597</c:v>
                </c:pt>
                <c:pt idx="573">
                  <c:v>0.022845770912845</c:v>
                </c:pt>
                <c:pt idx="574">
                  <c:v>0.022888754181869</c:v>
                </c:pt>
                <c:pt idx="575">
                  <c:v>0.022931848886502</c:v>
                </c:pt>
                <c:pt idx="576">
                  <c:v>0.022975054976268</c:v>
                </c:pt>
                <c:pt idx="577">
                  <c:v>0.023018372396326</c:v>
                </c:pt>
                <c:pt idx="578">
                  <c:v>0.023061801087421</c:v>
                </c:pt>
                <c:pt idx="579">
                  <c:v>0.02310534098583</c:v>
                </c:pt>
                <c:pt idx="580">
                  <c:v>0.023148992023305</c:v>
                </c:pt>
                <c:pt idx="581">
                  <c:v>0.023192754127028</c:v>
                </c:pt>
                <c:pt idx="582">
                  <c:v>0.023236627219548</c:v>
                </c:pt>
                <c:pt idx="583">
                  <c:v>0.02328061121873</c:v>
                </c:pt>
                <c:pt idx="584">
                  <c:v>0.023324706037704</c:v>
                </c:pt>
                <c:pt idx="585">
                  <c:v>0.023368911584803</c:v>
                </c:pt>
                <c:pt idx="586">
                  <c:v>0.023413227763512</c:v>
                </c:pt>
                <c:pt idx="587">
                  <c:v>0.023457654472409</c:v>
                </c:pt>
                <c:pt idx="588">
                  <c:v>0.023502191605113</c:v>
                </c:pt>
                <c:pt idx="589">
                  <c:v>0.023546839050223</c:v>
                </c:pt>
                <c:pt idx="590">
                  <c:v>0.023591596691263</c:v>
                </c:pt>
                <c:pt idx="591">
                  <c:v>0.023636464406623</c:v>
                </c:pt>
                <c:pt idx="592">
                  <c:v>0.023681442069504</c:v>
                </c:pt>
                <c:pt idx="593">
                  <c:v>0.023726529547856</c:v>
                </c:pt>
                <c:pt idx="594">
                  <c:v>0.023771726704321</c:v>
                </c:pt>
                <c:pt idx="595">
                  <c:v>0.023817033396176</c:v>
                </c:pt>
                <c:pt idx="596">
                  <c:v>0.023862449475269</c:v>
                </c:pt>
                <c:pt idx="597">
                  <c:v>0.023907974787964</c:v>
                </c:pt>
                <c:pt idx="598">
                  <c:v>0.023953609175077</c:v>
                </c:pt>
                <c:pt idx="599">
                  <c:v>0.023999352471816</c:v>
                </c:pt>
                <c:pt idx="600">
                  <c:v>0.024045204507723</c:v>
                </c:pt>
                <c:pt idx="601">
                  <c:v>0.024091165106609</c:v>
                </c:pt>
                <c:pt idx="602">
                  <c:v>0.024137234086494</c:v>
                </c:pt>
                <c:pt idx="603">
                  <c:v>0.024183411259544</c:v>
                </c:pt>
                <c:pt idx="604">
                  <c:v>0.024229696432009</c:v>
                </c:pt>
                <c:pt idx="605">
                  <c:v>0.024276089404161</c:v>
                </c:pt>
                <c:pt idx="606">
                  <c:v>0.024322589970228</c:v>
                </c:pt>
                <c:pt idx="607">
                  <c:v>0.024369197918333</c:v>
                </c:pt>
                <c:pt idx="608">
                  <c:v>0.02441591303043</c:v>
                </c:pt>
                <c:pt idx="609">
                  <c:v>0.024462735082235</c:v>
                </c:pt>
                <c:pt idx="610">
                  <c:v>0.02450966384317</c:v>
                </c:pt>
                <c:pt idx="611">
                  <c:v>0.02455669907629</c:v>
                </c:pt>
                <c:pt idx="612">
                  <c:v>0.02460384053822</c:v>
                </c:pt>
                <c:pt idx="613">
                  <c:v>0.024651087979091</c:v>
                </c:pt>
                <c:pt idx="614">
                  <c:v>0.024698441142469</c:v>
                </c:pt>
                <c:pt idx="615">
                  <c:v>0.024745899765294</c:v>
                </c:pt>
                <c:pt idx="616">
                  <c:v>0.024793463577809</c:v>
                </c:pt>
                <c:pt idx="617">
                  <c:v>0.024841132303494</c:v>
                </c:pt>
                <c:pt idx="618">
                  <c:v>0.024888905658997</c:v>
                </c:pt>
                <c:pt idx="619">
                  <c:v>0.024936783354069</c:v>
                </c:pt>
                <c:pt idx="620">
                  <c:v>0.024984765091493</c:v>
                </c:pt>
                <c:pt idx="621">
                  <c:v>0.025032850567016</c:v>
                </c:pt>
                <c:pt idx="622">
                  <c:v>0.025081039469278</c:v>
                </c:pt>
                <c:pt idx="623">
                  <c:v>0.025129331479747</c:v>
                </c:pt>
                <c:pt idx="624">
                  <c:v>0.025177726272645</c:v>
                </c:pt>
                <c:pt idx="625">
                  <c:v>0.025226223514881</c:v>
                </c:pt>
                <c:pt idx="626">
                  <c:v>0.025274822865977</c:v>
                </c:pt>
                <c:pt idx="627">
                  <c:v>0.025323523978</c:v>
                </c:pt>
                <c:pt idx="628">
                  <c:v>0.025372326495492</c:v>
                </c:pt>
                <c:pt idx="629">
                  <c:v>0.025421230055395</c:v>
                </c:pt>
                <c:pt idx="630">
                  <c:v>0.02547023428698</c:v>
                </c:pt>
                <c:pt idx="631">
                  <c:v>0.025519338811779</c:v>
                </c:pt>
                <c:pt idx="632">
                  <c:v>0.025568543243507</c:v>
                </c:pt>
                <c:pt idx="633">
                  <c:v>0.025617847187995</c:v>
                </c:pt>
                <c:pt idx="634">
                  <c:v>0.02566725024311</c:v>
                </c:pt>
                <c:pt idx="635">
                  <c:v>0.025716751998689</c:v>
                </c:pt>
                <c:pt idx="636">
                  <c:v>0.025766352036462</c:v>
                </c:pt>
                <c:pt idx="637">
                  <c:v>0.025816049929977</c:v>
                </c:pt>
                <c:pt idx="638">
                  <c:v>0.025865845244529</c:v>
                </c:pt>
                <c:pt idx="639">
                  <c:v>0.025915737537084</c:v>
                </c:pt>
                <c:pt idx="640">
                  <c:v>0.025965726356203</c:v>
                </c:pt>
                <c:pt idx="641">
                  <c:v>0.026015811241969</c:v>
                </c:pt>
                <c:pt idx="642">
                  <c:v>0.026065991725912</c:v>
                </c:pt>
                <c:pt idx="643">
                  <c:v>0.026116267330933</c:v>
                </c:pt>
                <c:pt idx="644">
                  <c:v>0.026166637571227</c:v>
                </c:pt>
                <c:pt idx="645">
                  <c:v>0.026217101952211</c:v>
                </c:pt>
                <c:pt idx="646">
                  <c:v>0.026267659970443</c:v>
                </c:pt>
                <c:pt idx="647">
                  <c:v>0.026318311113548</c:v>
                </c:pt>
                <c:pt idx="648">
                  <c:v>0.026369054860141</c:v>
                </c:pt>
                <c:pt idx="649">
                  <c:v>0.026419890679754</c:v>
                </c:pt>
                <c:pt idx="650">
                  <c:v>0.026470818032751</c:v>
                </c:pt>
                <c:pt idx="651">
                  <c:v>0.026521836370257</c:v>
                </c:pt>
                <c:pt idx="652">
                  <c:v>0.02657294513408</c:v>
                </c:pt>
                <c:pt idx="653">
                  <c:v>0.026624143756631</c:v>
                </c:pt>
                <c:pt idx="654">
                  <c:v>0.026675431660848</c:v>
                </c:pt>
                <c:pt idx="655">
                  <c:v>0.026726808260117</c:v>
                </c:pt>
                <c:pt idx="656">
                  <c:v>0.026778272958196</c:v>
                </c:pt>
                <c:pt idx="657">
                  <c:v>0.026829825149134</c:v>
                </c:pt>
                <c:pt idx="658">
                  <c:v>0.026881464217193</c:v>
                </c:pt>
                <c:pt idx="659">
                  <c:v>0.026933189536774</c:v>
                </c:pt>
                <c:pt idx="660">
                  <c:v>0.02698500047233</c:v>
                </c:pt>
                <c:pt idx="661">
                  <c:v>0.027036896378294</c:v>
                </c:pt>
                <c:pt idx="662">
                  <c:v>0.027088876598999</c:v>
                </c:pt>
                <c:pt idx="663">
                  <c:v>0.027140940468597</c:v>
                </c:pt>
                <c:pt idx="664">
                  <c:v>0.02719308731098</c:v>
                </c:pt>
                <c:pt idx="665">
                  <c:v>0.027245316439703</c:v>
                </c:pt>
                <c:pt idx="666">
                  <c:v>0.027297627157903</c:v>
                </c:pt>
                <c:pt idx="667">
                  <c:v>0.027350018758219</c:v>
                </c:pt>
                <c:pt idx="668">
                  <c:v>0.027402490522715</c:v>
                </c:pt>
                <c:pt idx="669">
                  <c:v>0.027455041722799</c:v>
                </c:pt>
                <c:pt idx="670">
                  <c:v>0.027507671619144</c:v>
                </c:pt>
                <c:pt idx="671">
                  <c:v>0.027560379461609</c:v>
                </c:pt>
                <c:pt idx="672">
                  <c:v>0.027613164489156</c:v>
                </c:pt>
                <c:pt idx="673">
                  <c:v>0.027666025929777</c:v>
                </c:pt>
                <c:pt idx="674">
                  <c:v>0.027718963000409</c:v>
                </c:pt>
                <c:pt idx="675">
                  <c:v>0.027771974906856</c:v>
                </c:pt>
                <c:pt idx="676">
                  <c:v>0.027825060843713</c:v>
                </c:pt>
                <c:pt idx="677">
                  <c:v>0.027878219994279</c:v>
                </c:pt>
                <c:pt idx="678">
                  <c:v>0.027931451530487</c:v>
                </c:pt>
                <c:pt idx="679">
                  <c:v>0.027984754612817</c:v>
                </c:pt>
                <c:pt idx="680">
                  <c:v>0.028038128390221</c:v>
                </c:pt>
                <c:pt idx="681">
                  <c:v>0.028091572000043</c:v>
                </c:pt>
                <c:pt idx="682">
                  <c:v>0.028145084567941</c:v>
                </c:pt>
                <c:pt idx="683">
                  <c:v>0.028198665207805</c:v>
                </c:pt>
                <c:pt idx="684">
                  <c:v>0.028252313021681</c:v>
                </c:pt>
                <c:pt idx="685">
                  <c:v>0.028306027099695</c:v>
                </c:pt>
                <c:pt idx="686">
                  <c:v>0.028359806519967</c:v>
                </c:pt>
                <c:pt idx="687">
                  <c:v>0.028413650348539</c:v>
                </c:pt>
                <c:pt idx="688">
                  <c:v>0.028467557639298</c:v>
                </c:pt>
                <c:pt idx="689">
                  <c:v>0.028521527433892</c:v>
                </c:pt>
                <c:pt idx="690">
                  <c:v>0.028575558761658</c:v>
                </c:pt>
                <c:pt idx="691">
                  <c:v>0.028629650639542</c:v>
                </c:pt>
                <c:pt idx="692">
                  <c:v>0.028683802072023</c:v>
                </c:pt>
                <c:pt idx="693">
                  <c:v>0.028738012051035</c:v>
                </c:pt>
                <c:pt idx="694">
                  <c:v>0.028792279555894</c:v>
                </c:pt>
                <c:pt idx="695">
                  <c:v>0.028846603553216</c:v>
                </c:pt>
                <c:pt idx="696">
                  <c:v>0.028900982996846</c:v>
                </c:pt>
                <c:pt idx="697">
                  <c:v>0.02895541682778</c:v>
                </c:pt>
                <c:pt idx="698">
                  <c:v>0.029009903974092</c:v>
                </c:pt>
                <c:pt idx="699">
                  <c:v>0.029064443350856</c:v>
                </c:pt>
                <c:pt idx="700">
                  <c:v>0.029119033860073</c:v>
                </c:pt>
                <c:pt idx="701">
                  <c:v>0.0291736743906</c:v>
                </c:pt>
                <c:pt idx="702">
                  <c:v>0.029228363818072</c:v>
                </c:pt>
                <c:pt idx="703">
                  <c:v>0.029283101004829</c:v>
                </c:pt>
                <c:pt idx="704">
                  <c:v>0.029337884799848</c:v>
                </c:pt>
                <c:pt idx="705">
                  <c:v>0.029392714038666</c:v>
                </c:pt>
                <c:pt idx="706">
                  <c:v>0.029447587543309</c:v>
                </c:pt>
                <c:pt idx="707">
                  <c:v>0.029502504122224</c:v>
                </c:pt>
                <c:pt idx="708">
                  <c:v>0.029557462570204</c:v>
                </c:pt>
                <c:pt idx="709">
                  <c:v>0.029612461668322</c:v>
                </c:pt>
                <c:pt idx="710">
                  <c:v>0.029667500183858</c:v>
                </c:pt>
                <c:pt idx="711">
                  <c:v>0.029722576870232</c:v>
                </c:pt>
                <c:pt idx="712">
                  <c:v>0.029777690466937</c:v>
                </c:pt>
                <c:pt idx="713">
                  <c:v>0.029832839699466</c:v>
                </c:pt>
                <c:pt idx="714">
                  <c:v>0.029888023279252</c:v>
                </c:pt>
                <c:pt idx="715">
                  <c:v>0.029943239903598</c:v>
                </c:pt>
                <c:pt idx="716">
                  <c:v>0.029998488255611</c:v>
                </c:pt>
                <c:pt idx="717">
                  <c:v>0.030053767004137</c:v>
                </c:pt>
                <c:pt idx="718">
                  <c:v>0.0301090748037</c:v>
                </c:pt>
                <c:pt idx="719">
                  <c:v>0.030164410294435</c:v>
                </c:pt>
                <c:pt idx="720">
                  <c:v>0.030219772102029</c:v>
                </c:pt>
                <c:pt idx="721">
                  <c:v>0.030275158837655</c:v>
                </c:pt>
                <c:pt idx="722">
                  <c:v>0.030330569097913</c:v>
                </c:pt>
                <c:pt idx="723">
                  <c:v>0.030386001464774</c:v>
                </c:pt>
                <c:pt idx="724">
                  <c:v>0.030441454505515</c:v>
                </c:pt>
                <c:pt idx="725">
                  <c:v>0.030496926772661</c:v>
                </c:pt>
                <c:pt idx="726">
                  <c:v>0.030552416803935</c:v>
                </c:pt>
                <c:pt idx="727">
                  <c:v>0.030607923122191</c:v>
                </c:pt>
                <c:pt idx="728">
                  <c:v>0.03066344423537</c:v>
                </c:pt>
                <c:pt idx="729">
                  <c:v>0.030718978636435</c:v>
                </c:pt>
                <c:pt idx="730">
                  <c:v>0.030774524803325</c:v>
                </c:pt>
                <c:pt idx="731">
                  <c:v>0.030830081198902</c:v>
                </c:pt>
                <c:pt idx="732">
                  <c:v>0.030885646270896</c:v>
                </c:pt>
                <c:pt idx="733">
                  <c:v>0.030941218451859</c:v>
                </c:pt>
                <c:pt idx="734">
                  <c:v>0.030996796159116</c:v>
                </c:pt>
                <c:pt idx="735">
                  <c:v>0.031052377794715</c:v>
                </c:pt>
                <c:pt idx="736">
                  <c:v>0.03110796174538</c:v>
                </c:pt>
                <c:pt idx="737">
                  <c:v>0.031163546382472</c:v>
                </c:pt>
                <c:pt idx="738">
                  <c:v>0.031219130061938</c:v>
                </c:pt>
                <c:pt idx="739">
                  <c:v>0.03127471112427</c:v>
                </c:pt>
                <c:pt idx="740">
                  <c:v>0.031330287894469</c:v>
                </c:pt>
                <c:pt idx="741">
                  <c:v>0.031385858681997</c:v>
                </c:pt>
                <c:pt idx="742">
                  <c:v>0.031441421780745</c:v>
                </c:pt>
                <c:pt idx="743">
                  <c:v>0.031496975468996</c:v>
                </c:pt>
                <c:pt idx="744">
                  <c:v>0.031552518009386</c:v>
                </c:pt>
                <c:pt idx="745">
                  <c:v>0.03160804764887</c:v>
                </c:pt>
                <c:pt idx="746">
                  <c:v>0.031663562618691</c:v>
                </c:pt>
                <c:pt idx="747">
                  <c:v>0.031719061134345</c:v>
                </c:pt>
                <c:pt idx="748">
                  <c:v>0.031774541395556</c:v>
                </c:pt>
                <c:pt idx="749">
                  <c:v>0.031830001586244</c:v>
                </c:pt>
                <c:pt idx="750">
                  <c:v>0.031885439874498</c:v>
                </c:pt>
                <c:pt idx="751">
                  <c:v>0.031940854412558</c:v>
                </c:pt>
                <c:pt idx="752">
                  <c:v>0.031996243336782</c:v>
                </c:pt>
                <c:pt idx="753">
                  <c:v>0.032051604767634</c:v>
                </c:pt>
                <c:pt idx="754">
                  <c:v>0.032106936809663</c:v>
                </c:pt>
                <c:pt idx="755">
                  <c:v>0.032162237551487</c:v>
                </c:pt>
                <c:pt idx="756">
                  <c:v>0.032217505065771</c:v>
                </c:pt>
                <c:pt idx="757">
                  <c:v>0.032272737409214</c:v>
                </c:pt>
                <c:pt idx="758">
                  <c:v>0.032327932622537</c:v>
                </c:pt>
                <c:pt idx="759">
                  <c:v>0.032383088730474</c:v>
                </c:pt>
                <c:pt idx="760">
                  <c:v>0.032438203741759</c:v>
                </c:pt>
                <c:pt idx="761">
                  <c:v>0.032493275649124</c:v>
                </c:pt>
                <c:pt idx="762">
                  <c:v>0.032548302429293</c:v>
                </c:pt>
                <c:pt idx="763">
                  <c:v>0.03260328204298</c:v>
                </c:pt>
                <c:pt idx="764">
                  <c:v>0.032658212434895</c:v>
                </c:pt>
                <c:pt idx="765">
                  <c:v>0.032713091533751</c:v>
                </c:pt>
                <c:pt idx="766">
                  <c:v>0.032767917252262</c:v>
                </c:pt>
                <c:pt idx="767">
                  <c:v>0.03282268748714</c:v>
                </c:pt>
                <c:pt idx="768">
                  <c:v>0.032877400119111</c:v>
                </c:pt>
                <c:pt idx="769">
                  <c:v>0.032932053012918</c:v>
                </c:pt>
                <c:pt idx="770">
                  <c:v>0.032986644017345</c:v>
                </c:pt>
                <c:pt idx="771">
                  <c:v>0.03304117096522</c:v>
                </c:pt>
                <c:pt idx="772">
                  <c:v>0.033095631673446</c:v>
                </c:pt>
                <c:pt idx="773">
                  <c:v>0.03315002394302</c:v>
                </c:pt>
                <c:pt idx="774">
                  <c:v>0.033204345559107</c:v>
                </c:pt>
                <c:pt idx="775">
                  <c:v>0.033258594291035</c:v>
                </c:pt>
                <c:pt idx="776">
                  <c:v>0.033312767892297</c:v>
                </c:pt>
                <c:pt idx="777">
                  <c:v>0.033366864100583</c:v>
                </c:pt>
                <c:pt idx="778">
                  <c:v>0.033420880637811</c:v>
                </c:pt>
                <c:pt idx="779">
                  <c:v>0.033474815210165</c:v>
                </c:pt>
                <c:pt idx="780">
                  <c:v>0.03352866550813</c:v>
                </c:pt>
                <c:pt idx="781">
                  <c:v>0.033582429206538</c:v>
                </c:pt>
                <c:pt idx="782">
                  <c:v>0.033636103964634</c:v>
                </c:pt>
                <c:pt idx="783">
                  <c:v>0.033689687426141</c:v>
                </c:pt>
                <c:pt idx="784">
                  <c:v>0.033743177219275</c:v>
                </c:pt>
                <c:pt idx="785">
                  <c:v>0.03379657095679</c:v>
                </c:pt>
                <c:pt idx="786">
                  <c:v>0.033849866236032</c:v>
                </c:pt>
                <c:pt idx="787">
                  <c:v>0.033903060639004</c:v>
                </c:pt>
                <c:pt idx="788">
                  <c:v>0.033956151732423</c:v>
                </c:pt>
                <c:pt idx="789">
                  <c:v>0.034009137067788</c:v>
                </c:pt>
                <c:pt idx="790">
                  <c:v>0.034062014181498</c:v>
                </c:pt>
                <c:pt idx="791">
                  <c:v>0.034114780594939</c:v>
                </c:pt>
                <c:pt idx="792">
                  <c:v>0.034167433814503</c:v>
                </c:pt>
                <c:pt idx="793">
                  <c:v>0.03421997133166</c:v>
                </c:pt>
                <c:pt idx="794">
                  <c:v>0.034272390623042</c:v>
                </c:pt>
                <c:pt idx="795">
                  <c:v>0.034324689150548</c:v>
                </c:pt>
                <c:pt idx="796">
                  <c:v>0.034376864361602</c:v>
                </c:pt>
                <c:pt idx="797">
                  <c:v>0.034428913689199</c:v>
                </c:pt>
                <c:pt idx="798">
                  <c:v>0.034480834551866</c:v>
                </c:pt>
                <c:pt idx="799">
                  <c:v>0.034532624353749</c:v>
                </c:pt>
                <c:pt idx="800">
                  <c:v>0.034584280484719</c:v>
                </c:pt>
                <c:pt idx="801">
                  <c:v>0.034635800320553</c:v>
                </c:pt>
                <c:pt idx="802">
                  <c:v>0.034687181223124</c:v>
                </c:pt>
                <c:pt idx="803">
                  <c:v>0.034738420540389</c:v>
                </c:pt>
                <c:pt idx="804">
                  <c:v>0.034789515606481</c:v>
                </c:pt>
                <c:pt idx="805">
                  <c:v>0.034840463741868</c:v>
                </c:pt>
                <c:pt idx="806">
                  <c:v>0.034891262253653</c:v>
                </c:pt>
                <c:pt idx="807">
                  <c:v>0.034941908435608</c:v>
                </c:pt>
                <c:pt idx="808">
                  <c:v>0.034992399568238</c:v>
                </c:pt>
                <c:pt idx="809">
                  <c:v>0.035042732919202</c:v>
                </c:pt>
                <c:pt idx="810">
                  <c:v>0.035092905743591</c:v>
                </c:pt>
                <c:pt idx="811">
                  <c:v>0.035142915283772</c:v>
                </c:pt>
                <c:pt idx="812">
                  <c:v>0.035192758769705</c:v>
                </c:pt>
                <c:pt idx="813">
                  <c:v>0.035242433419225</c:v>
                </c:pt>
                <c:pt idx="814">
                  <c:v>0.035291936438329</c:v>
                </c:pt>
                <c:pt idx="815">
                  <c:v>0.035341265020888</c:v>
                </c:pt>
                <c:pt idx="816">
                  <c:v>0.03539041634865</c:v>
                </c:pt>
                <c:pt idx="817">
                  <c:v>0.035439387591381</c:v>
                </c:pt>
                <c:pt idx="818">
                  <c:v>0.035488175907025</c:v>
                </c:pt>
                <c:pt idx="819">
                  <c:v>0.035536778441867</c:v>
                </c:pt>
                <c:pt idx="820">
                  <c:v>0.03558519233071</c:v>
                </c:pt>
                <c:pt idx="821">
                  <c:v>0.035633414697049</c:v>
                </c:pt>
                <c:pt idx="822">
                  <c:v>0.035681442653261</c:v>
                </c:pt>
                <c:pt idx="823">
                  <c:v>0.03572927330079</c:v>
                </c:pt>
                <c:pt idx="824">
                  <c:v>0.035776903730347</c:v>
                </c:pt>
                <c:pt idx="825">
                  <c:v>0.035824331022104</c:v>
                </c:pt>
                <c:pt idx="826">
                  <c:v>0.035871552245905</c:v>
                </c:pt>
                <c:pt idx="827">
                  <c:v>0.035918564461469</c:v>
                </c:pt>
                <c:pt idx="828">
                  <c:v>0.035965364718607</c:v>
                </c:pt>
                <c:pt idx="829">
                  <c:v>0.036011950057445</c:v>
                </c:pt>
                <c:pt idx="830">
                  <c:v>0.036058317508639</c:v>
                </c:pt>
                <c:pt idx="831">
                  <c:v>0.036104464093612</c:v>
                </c:pt>
                <c:pt idx="832">
                  <c:v>0.036150386824782</c:v>
                </c:pt>
                <c:pt idx="833">
                  <c:v>0.036196082705806</c:v>
                </c:pt>
                <c:pt idx="834">
                  <c:v>0.036241548731816</c:v>
                </c:pt>
                <c:pt idx="835">
                  <c:v>0.036286781889676</c:v>
                </c:pt>
                <c:pt idx="836">
                  <c:v>0.036331779158228</c:v>
                </c:pt>
                <c:pt idx="837">
                  <c:v>0.036376537508556</c:v>
                </c:pt>
                <c:pt idx="838">
                  <c:v>0.036421053904246</c:v>
                </c:pt>
                <c:pt idx="839">
                  <c:v>0.036465325301656</c:v>
                </c:pt>
                <c:pt idx="840">
                  <c:v>0.036509348650189</c:v>
                </c:pt>
                <c:pt idx="841">
                  <c:v>0.036553120892573</c:v>
                </c:pt>
                <c:pt idx="842">
                  <c:v>0.036596638965145</c:v>
                </c:pt>
                <c:pt idx="843">
                  <c:v>0.036639899798137</c:v>
                </c:pt>
                <c:pt idx="844">
                  <c:v>0.036682900315976</c:v>
                </c:pt>
                <c:pt idx="845">
                  <c:v>0.036725637437577</c:v>
                </c:pt>
                <c:pt idx="846">
                  <c:v>0.036768108076654</c:v>
                </c:pt>
                <c:pt idx="847">
                  <c:v>0.036810309142023</c:v>
                </c:pt>
                <c:pt idx="848">
                  <c:v>0.036852237537926</c:v>
                </c:pt>
                <c:pt idx="849">
                  <c:v>0.036893890164343</c:v>
                </c:pt>
                <c:pt idx="850">
                  <c:v>0.036935263917322</c:v>
                </c:pt>
                <c:pt idx="851">
                  <c:v>0.036976355689312</c:v>
                </c:pt>
                <c:pt idx="852">
                  <c:v>0.037017162369494</c:v>
                </c:pt>
                <c:pt idx="853">
                  <c:v>0.037057680844129</c:v>
                </c:pt>
                <c:pt idx="854">
                  <c:v>0.0370979079969</c:v>
                </c:pt>
                <c:pt idx="855">
                  <c:v>0.037137840709268</c:v>
                </c:pt>
                <c:pt idx="856">
                  <c:v>0.03717747586083</c:v>
                </c:pt>
                <c:pt idx="857">
                  <c:v>0.03721681032968</c:v>
                </c:pt>
                <c:pt idx="858">
                  <c:v>0.03725584099278</c:v>
                </c:pt>
                <c:pt idx="859">
                  <c:v>0.037294564726337</c:v>
                </c:pt>
                <c:pt idx="860">
                  <c:v>0.03733297840618</c:v>
                </c:pt>
                <c:pt idx="861">
                  <c:v>0.037371078908145</c:v>
                </c:pt>
                <c:pt idx="862">
                  <c:v>0.037408863108476</c:v>
                </c:pt>
                <c:pt idx="863">
                  <c:v>0.037446327884228</c:v>
                </c:pt>
                <c:pt idx="864">
                  <c:v>0.037483470113704</c:v>
                </c:pt>
                <c:pt idx="865">
                  <c:v>0.037520286676831</c:v>
                </c:pt>
                <c:pt idx="866">
                  <c:v>0.037556774455578</c:v>
                </c:pt>
                <c:pt idx="867">
                  <c:v>0.037592930334394</c:v>
                </c:pt>
                <c:pt idx="868">
                  <c:v>0.03762875120068</c:v>
                </c:pt>
                <c:pt idx="869">
                  <c:v>0.037664233945627</c:v>
                </c:pt>
                <c:pt idx="870">
                  <c:v>0.037699375464835</c:v>
                </c:pt>
                <c:pt idx="871">
                  <c:v>0.037734172658243</c:v>
                </c:pt>
                <c:pt idx="872">
                  <c:v>0.03776862243046</c:v>
                </c:pt>
                <c:pt idx="873">
                  <c:v>0.037802721691198</c:v>
                </c:pt>
                <c:pt idx="874">
                  <c:v>0.037836467355742</c:v>
                </c:pt>
                <c:pt idx="875">
                  <c:v>0.037869856345422</c:v>
                </c:pt>
                <c:pt idx="876">
                  <c:v>0.037902885588092</c:v>
                </c:pt>
                <c:pt idx="877">
                  <c:v>0.037935552018633</c:v>
                </c:pt>
                <c:pt idx="878">
                  <c:v>0.037967852579488</c:v>
                </c:pt>
                <c:pt idx="879">
                  <c:v>0.037999784221414</c:v>
                </c:pt>
                <c:pt idx="880">
                  <c:v>0.03803134390517</c:v>
                </c:pt>
                <c:pt idx="881">
                  <c:v>0.038062528601801</c:v>
                </c:pt>
                <c:pt idx="882">
                  <c:v>0.038093335292107</c:v>
                </c:pt>
                <c:pt idx="883">
                  <c:v>0.038123760967002</c:v>
                </c:pt>
                <c:pt idx="884">
                  <c:v>0.038153802628035</c:v>
                </c:pt>
                <c:pt idx="885">
                  <c:v>0.038183457287945</c:v>
                </c:pt>
                <c:pt idx="886">
                  <c:v>0.038212721971205</c:v>
                </c:pt>
                <c:pt idx="887">
                  <c:v>0.038241593714645</c:v>
                </c:pt>
                <c:pt idx="888">
                  <c:v>0.038270069568163</c:v>
                </c:pt>
                <c:pt idx="889">
                  <c:v>0.038298146596149</c:v>
                </c:pt>
                <c:pt idx="890">
                  <c:v>0.038325821880786</c:v>
                </c:pt>
                <c:pt idx="891">
                  <c:v>0.038353092521223</c:v>
                </c:pt>
                <c:pt idx="892">
                  <c:v>0.038379955632298</c:v>
                </c:pt>
                <c:pt idx="893">
                  <c:v>0.038406408344916</c:v>
                </c:pt>
                <c:pt idx="894">
                  <c:v>0.038432447806687</c:v>
                </c:pt>
                <c:pt idx="895">
                  <c:v>0.038458071182716</c:v>
                </c:pt>
                <c:pt idx="896">
                  <c:v>0.038483275656613</c:v>
                </c:pt>
                <c:pt idx="897">
                  <c:v>0.038508058432003</c:v>
                </c:pt>
                <c:pt idx="898">
                  <c:v>0.038532416737522</c:v>
                </c:pt>
                <c:pt idx="899">
                  <c:v>0.038556347838494</c:v>
                </c:pt>
                <c:pt idx="900">
                  <c:v>0.038579849029904</c:v>
                </c:pt>
                <c:pt idx="901">
                  <c:v>0.038602917630091</c:v>
                </c:pt>
                <c:pt idx="902">
                  <c:v>0.038625550980354</c:v>
                </c:pt>
                <c:pt idx="903">
                  <c:v>0.038647746445397</c:v>
                </c:pt>
                <c:pt idx="904">
                  <c:v>0.038669501414185</c:v>
                </c:pt>
                <c:pt idx="905">
                  <c:v>0.038690813301389</c:v>
                </c:pt>
                <c:pt idx="906">
                  <c:v>0.038711679551938</c:v>
                </c:pt>
                <c:pt idx="907">
                  <c:v>0.038732097650531</c:v>
                </c:pt>
                <c:pt idx="908">
                  <c:v>0.038752065116074</c:v>
                </c:pt>
                <c:pt idx="909">
                  <c:v>0.038771579497164</c:v>
                </c:pt>
                <c:pt idx="910">
                  <c:v>0.038790638372343</c:v>
                </c:pt>
                <c:pt idx="911">
                  <c:v>0.038809239351319</c:v>
                </c:pt>
                <c:pt idx="912">
                  <c:v>0.038827380077236</c:v>
                </c:pt>
                <c:pt idx="913">
                  <c:v>0.038845058233796</c:v>
                </c:pt>
                <c:pt idx="914">
                  <c:v>0.0388622715612</c:v>
                </c:pt>
                <c:pt idx="915">
                  <c:v>0.038879017848148</c:v>
                </c:pt>
                <c:pt idx="916">
                  <c:v>0.038895294924046</c:v>
                </c:pt>
                <c:pt idx="917">
                  <c:v>0.038911100660129</c:v>
                </c:pt>
                <c:pt idx="918">
                  <c:v>0.038926432973913</c:v>
                </c:pt>
                <c:pt idx="919">
                  <c:v>0.038941289845169</c:v>
                </c:pt>
                <c:pt idx="920">
                  <c:v>0.038955669360575</c:v>
                </c:pt>
                <c:pt idx="921">
                  <c:v>0.038969569696149</c:v>
                </c:pt>
                <c:pt idx="922">
                  <c:v>0.038982989086655</c:v>
                </c:pt>
                <c:pt idx="923">
                  <c:v>0.038995925822904</c:v>
                </c:pt>
                <c:pt idx="924">
                  <c:v>0.03900837825968</c:v>
                </c:pt>
                <c:pt idx="925">
                  <c:v>0.039020344847822</c:v>
                </c:pt>
                <c:pt idx="926">
                  <c:v>0.039031824133793</c:v>
                </c:pt>
                <c:pt idx="927">
                  <c:v>0.039042814736113</c:v>
                </c:pt>
                <c:pt idx="928">
                  <c:v>0.039053315349718</c:v>
                </c:pt>
                <c:pt idx="929">
                  <c:v>0.03906332478321</c:v>
                </c:pt>
                <c:pt idx="930">
                  <c:v>0.039072841981664</c:v>
                </c:pt>
                <c:pt idx="931">
                  <c:v>0.03908186600084</c:v>
                </c:pt>
                <c:pt idx="932">
                  <c:v>0.039090396053025</c:v>
                </c:pt>
                <c:pt idx="933">
                  <c:v>0.039098431591181</c:v>
                </c:pt>
                <c:pt idx="934">
                  <c:v>0.039105972250559</c:v>
                </c:pt>
                <c:pt idx="935">
                  <c:v>0.039113017866433</c:v>
                </c:pt>
                <c:pt idx="936">
                  <c:v>0.039119568516718</c:v>
                </c:pt>
                <c:pt idx="937">
                  <c:v>0.039125624557628</c:v>
                </c:pt>
                <c:pt idx="938">
                  <c:v>0.039131186513662</c:v>
                </c:pt>
                <c:pt idx="939">
                  <c:v>0.039136255002628</c:v>
                </c:pt>
                <c:pt idx="940">
                  <c:v>0.039140830713487</c:v>
                </c:pt>
                <c:pt idx="941">
                  <c:v>0.039144914395314</c:v>
                </c:pt>
                <c:pt idx="942">
                  <c:v>0.039148506850473</c:v>
                </c:pt>
                <c:pt idx="943">
                  <c:v>0.039151608929708</c:v>
                </c:pt>
                <c:pt idx="944">
                  <c:v>0.039154221528501</c:v>
                </c:pt>
                <c:pt idx="945">
                  <c:v>0.039156345584264</c:v>
                </c:pt>
                <c:pt idx="946">
                  <c:v>0.039157982074066</c:v>
                </c:pt>
                <c:pt idx="947">
                  <c:v>0.039159132012731</c:v>
                </c:pt>
                <c:pt idx="948">
                  <c:v>0.039159796451219</c:v>
                </c:pt>
                <c:pt idx="949">
                  <c:v>0.039159976475219</c:v>
                </c:pt>
                <c:pt idx="950">
                  <c:v>0.039159673203912</c:v>
                </c:pt>
                <c:pt idx="951">
                  <c:v>0.039158887788875</c:v>
                </c:pt>
                <c:pt idx="952">
                  <c:v>0.039157621413164</c:v>
                </c:pt>
                <c:pt idx="953">
                  <c:v>0.03915587529055</c:v>
                </c:pt>
                <c:pt idx="954">
                  <c:v>0.039153650664568</c:v>
                </c:pt>
                <c:pt idx="955">
                  <c:v>0.039150948807742</c:v>
                </c:pt>
                <c:pt idx="956">
                  <c:v>0.039147771020779</c:v>
                </c:pt>
                <c:pt idx="957">
                  <c:v>0.039144118631874</c:v>
                </c:pt>
                <c:pt idx="958">
                  <c:v>0.039139992996075</c:v>
                </c:pt>
                <c:pt idx="959">
                  <c:v>0.039135395494696</c:v>
                </c:pt>
                <c:pt idx="960">
                  <c:v>0.039130327534769</c:v>
                </c:pt>
                <c:pt idx="961">
                  <c:v>0.03912479054854</c:v>
                </c:pt>
                <c:pt idx="962">
                  <c:v>0.039118785993184</c:v>
                </c:pt>
                <c:pt idx="963">
                  <c:v>0.039112315350608</c:v>
                </c:pt>
                <c:pt idx="964">
                  <c:v>0.039105380126808</c:v>
                </c:pt>
                <c:pt idx="965">
                  <c:v>0.039097981851413</c:v>
                </c:pt>
                <c:pt idx="966">
                  <c:v>0.039090122077</c:v>
                </c:pt>
                <c:pt idx="967">
                  <c:v>0.039081802378649</c:v>
                </c:pt>
                <c:pt idx="968">
                  <c:v>0.039073024353563</c:v>
                </c:pt>
                <c:pt idx="969">
                  <c:v>0.039063789620723</c:v>
                </c:pt>
                <c:pt idx="970">
                  <c:v>0.039054099820636</c:v>
                </c:pt>
                <c:pt idx="971">
                  <c:v>0.039043956615773</c:v>
                </c:pt>
                <c:pt idx="972">
                  <c:v>0.039033361691216</c:v>
                </c:pt>
                <c:pt idx="973">
                  <c:v>0.039022316753842</c:v>
                </c:pt>
                <c:pt idx="974">
                  <c:v>0.039010823531761</c:v>
                </c:pt>
                <c:pt idx="975">
                  <c:v>0.03899888377308</c:v>
                </c:pt>
                <c:pt idx="976">
                  <c:v>0.03898649924544</c:v>
                </c:pt>
                <c:pt idx="977">
                  <c:v>0.038973671735737</c:v>
                </c:pt>
                <c:pt idx="978">
                  <c:v>0.038960403049934</c:v>
                </c:pt>
                <c:pt idx="979">
                  <c:v>0.038946695013452</c:v>
                </c:pt>
                <c:pt idx="980">
                  <c:v>0.03893254947195</c:v>
                </c:pt>
                <c:pt idx="981">
                  <c:v>0.038917968290963</c:v>
                </c:pt>
                <c:pt idx="982">
                  <c:v>0.038902953355458</c:v>
                </c:pt>
                <c:pt idx="983">
                  <c:v>0.038887506568763</c:v>
                </c:pt>
                <c:pt idx="984">
                  <c:v>0.038871629852472</c:v>
                </c:pt>
                <c:pt idx="985">
                  <c:v>0.03885532514688</c:v>
                </c:pt>
                <c:pt idx="986">
                  <c:v>0.038838594413708</c:v>
                </c:pt>
                <c:pt idx="987">
                  <c:v>0.038821439645268</c:v>
                </c:pt>
                <c:pt idx="988">
                  <c:v>0.038803862861706</c:v>
                </c:pt>
                <c:pt idx="989">
                  <c:v>0.038785866104132</c:v>
                </c:pt>
                <c:pt idx="990">
                  <c:v>0.038767451431774</c:v>
                </c:pt>
                <c:pt idx="991">
                  <c:v>0.03874862092144</c:v>
                </c:pt>
                <c:pt idx="992">
                  <c:v>0.038729376668951</c:v>
                </c:pt>
                <c:pt idx="993">
                  <c:v>0.038709720794698</c:v>
                </c:pt>
                <c:pt idx="994">
                  <c:v>0.038689655443982</c:v>
                </c:pt>
                <c:pt idx="995">
                  <c:v>0.038669182785442</c:v>
                </c:pt>
                <c:pt idx="996">
                  <c:v>0.038648305005704</c:v>
                </c:pt>
                <c:pt idx="997">
                  <c:v>0.038627024308656</c:v>
                </c:pt>
                <c:pt idx="998">
                  <c:v>0.038605342918904</c:v>
                </c:pt>
                <c:pt idx="999">
                  <c:v>0.038583263083028</c:v>
                </c:pt>
                <c:pt idx="1000">
                  <c:v>0.038560787068988</c:v>
                </c:pt>
                <c:pt idx="1001">
                  <c:v>0.03853791716315</c:v>
                </c:pt>
                <c:pt idx="1002">
                  <c:v>0.038514655672848</c:v>
                </c:pt>
                <c:pt idx="1003">
                  <c:v>0.038491004929971</c:v>
                </c:pt>
                <c:pt idx="1004">
                  <c:v>0.038466967292427</c:v>
                </c:pt>
                <c:pt idx="1005">
                  <c:v>0.038442545146781</c:v>
                </c:pt>
                <c:pt idx="1006">
                  <c:v>0.038417740915954</c:v>
                </c:pt>
                <c:pt idx="1007">
                  <c:v>0.038392557063087</c:v>
                </c:pt>
                <c:pt idx="1008">
                  <c:v>0.03836699609941</c:v>
                </c:pt>
                <c:pt idx="1009">
                  <c:v>0.038341060571697</c:v>
                </c:pt>
                <c:pt idx="1010">
                  <c:v>0.038314753055086</c:v>
                </c:pt>
                <c:pt idx="1011">
                  <c:v>0.038288076146517</c:v>
                </c:pt>
                <c:pt idx="1012">
                  <c:v>0.038261032465513</c:v>
                </c:pt>
                <c:pt idx="1013">
                  <c:v>0.038233624650354</c:v>
                </c:pt>
                <c:pt idx="1014">
                  <c:v>0.038205855351486</c:v>
                </c:pt>
                <c:pt idx="1015">
                  <c:v>0.038177727229532</c:v>
                </c:pt>
                <c:pt idx="1016">
                  <c:v>0.038149242954193</c:v>
                </c:pt>
                <c:pt idx="1017">
                  <c:v>0.038120405203424</c:v>
                </c:pt>
                <c:pt idx="1018">
                  <c:v>0.038091216662766</c:v>
                </c:pt>
                <c:pt idx="1019">
                  <c:v>0.03806168002476</c:v>
                </c:pt>
                <c:pt idx="1020">
                  <c:v>0.038031797988431</c:v>
                </c:pt>
                <c:pt idx="1021">
                  <c:v>0.038001573258814</c:v>
                </c:pt>
                <c:pt idx="1022">
                  <c:v>0.037971008546518</c:v>
                </c:pt>
                <c:pt idx="1023">
                  <c:v>0.037940106567322</c:v>
                </c:pt>
              </c:numCache>
            </c:numRef>
          </c:yVal>
        </c:ser>
        <c:dLbls>
          <c:txPr>
            <a:bodyPr xmlns:a="http://schemas.openxmlformats.org/drawingml/2006/main" anchorCtr="1"/>
            <a:lstStyle xmlns:a="http://schemas.openxmlformats.org/drawingml/2006/main"/>
            <a:p xmlns:a="http://schemas.openxmlformats.org/drawingml/2006/main">
              <a:pPr>
                <a:defRPr>
                  <a:latin typeface="Georgia"/>
                  <a:ea typeface="Georgia"/>
                  <a:cs typeface="Georgia"/>
                </a:defRPr>
              </a:pPr>
            </a:p>
          </c:txPr>
          <c:showLegendKey val="0"/>
          <c:showVal val="0"/>
          <c:showCatName val="0"/>
          <c:showSerName val="0"/>
          <c:showPercent val="0"/>
          <c:showBubbleSize val="0"/>
          <c:showLeaderLines val="0"/>
        </c:dLbls>
        <c:axId val="48650112"/>
        <c:axId val="48672768"/>
      </c:scatterChart>
      <c:valAx>
        <c:axId val="48672768"/>
        <c:scaling>
          <c:orientation val="minMax"/>
          <c:max val="0.05"/>
          <c:min val="0"/>
        </c:scaling>
        <c:delete val="0"/>
        <c:axPos val="l"/>
        <c:majorGridlines>
          <c:spPr>
            <a:ln xmlns:a="http://schemas.openxmlformats.org/drawingml/2006/main" w="6668">
              <a:solidFill>
                <a:srgbClr val="D5CEC1"/>
              </a:solidFill>
            </a:ln>
          </c:spPr>
        </c:majorGridlines>
        <c:title>
          <c:tx>
            <c:rich>
              <a:bodyPr xmlns:a="http://schemas.openxmlformats.org/drawingml/2006/main"/>
              <a:lstStyle xmlns:a="http://schemas.openxmlformats.org/drawingml/2006/main"/>
              <a:p xmlns:a="http://schemas.openxmlformats.org/drawingml/2006/main">
                <a:r>
                  <a:rPr>
                    <a:latin typeface="Georgia"/>
                    <a:ea typeface="Georgia"/>
                    <a:cs typeface="Georgia"/>
                  </a:rPr>
                  <a:t>Extra loss (dB)</a:t>
                </a:r>
              </a:p>
            </c:rich>
          </c:tx>
          <c:overlay val="0"/>
          <c:txPr>
            <a:bodyPr xmlns:a="http://schemas.openxmlformats.org/drawingml/2006/main" anchorCtr="1"/>
            <a:lstStyle xmlns:a="http://schemas.openxmlformats.org/drawingml/2006/main"/>
            <a:p xmlns:a="http://schemas.openxmlformats.org/drawingml/2006/main">
              <a:pPr>
                <a:defRPr>
                  <a:latin typeface="Georgia"/>
                  <a:ea typeface="Georgia"/>
                  <a:cs typeface="Georgia"/>
                </a:defRPr>
              </a:pPr>
            </a:p>
          </c:txPr>
        </c:title>
        <c:numFmt formatCode="0.00"/>
        <c:majorTickMark val="none"/>
        <c:minorTickMark val="none"/>
        <c:spPr>
          <a:ln xmlns:a="http://schemas.openxmlformats.org/drawingml/2006/main" w="9525">
            <a:solidFill>
              <a:srgbClr val="6E6A61"/>
            </a:solidFill>
          </a:ln>
        </c:spPr>
        <c:txPr>
          <a:bodyPr xmlns:a="http://schemas.openxmlformats.org/drawingml/2006/main" anchorCtr="1"/>
          <a:lstStyle xmlns:a="http://schemas.openxmlformats.org/drawingml/2006/main"/>
          <a:p xmlns:a="http://schemas.openxmlformats.org/drawingml/2006/main">
            <a:pPr>
              <a:defRPr sz="1500">
                <a:solidFill>
                  <a:srgbClr val="242421"/>
                </a:solidFill>
                <a:latin typeface="Georgia"/>
                <a:ea typeface="Georgia"/>
                <a:cs typeface="Georgia"/>
              </a:defRPr>
            </a:pPr>
          </a:p>
        </c:txPr>
        <c:crossAx val="48650112"/>
        <c:majorUnit val="0.01"/>
      </c:valAx>
      <c:valAx>
        <c:axId val="48650112"/>
        <c:scaling>
          <c:orientation val="minMax"/>
          <c:max val="240"/>
          <c:min val="230"/>
        </c:scaling>
        <c:delete val="0"/>
        <c:axPos val="b"/>
        <c:title>
          <c:tx>
            <c:rich>
              <a:bodyPr xmlns:a="http://schemas.openxmlformats.org/drawingml/2006/main"/>
              <a:lstStyle xmlns:a="http://schemas.openxmlformats.org/drawingml/2006/main"/>
              <a:p xmlns:a="http://schemas.openxmlformats.org/drawingml/2006/main">
                <a:r>
                  <a:rPr>
                    <a:latin typeface="Georgia"/>
                    <a:ea typeface="Georgia"/>
                    <a:cs typeface="Georgia"/>
                  </a:rPr>
                  <a:t>Frequency (GHz)</a:t>
                </a:r>
              </a:p>
            </c:rich>
          </c:tx>
          <c:overlay val="0"/>
          <c:txPr>
            <a:bodyPr xmlns:a="http://schemas.openxmlformats.org/drawingml/2006/main" anchorCtr="1"/>
            <a:lstStyle xmlns:a="http://schemas.openxmlformats.org/drawingml/2006/main"/>
            <a:p xmlns:a="http://schemas.openxmlformats.org/drawingml/2006/main">
              <a:pPr>
                <a:defRPr>
                  <a:latin typeface="Georgia"/>
                  <a:ea typeface="Georgia"/>
                  <a:cs typeface="Georgia"/>
                </a:defRPr>
              </a:pPr>
            </a:p>
          </c:txPr>
        </c:title>
        <c:numFmt formatCode="0"/>
        <c:majorTickMark val="none"/>
        <c:minorTickMark val="none"/>
        <c:spPr>
          <a:ln xmlns:a="http://schemas.openxmlformats.org/drawingml/2006/main" w="9525">
            <a:solidFill>
              <a:srgbClr val="6E6A61"/>
            </a:solidFill>
          </a:ln>
        </c:spPr>
        <c:txPr>
          <a:bodyPr xmlns:a="http://schemas.openxmlformats.org/drawingml/2006/main" anchorCtr="1"/>
          <a:lstStyle xmlns:a="http://schemas.openxmlformats.org/drawingml/2006/main"/>
          <a:p xmlns:a="http://schemas.openxmlformats.org/drawingml/2006/main">
            <a:pPr>
              <a:defRPr sz="1500">
                <a:solidFill>
                  <a:srgbClr val="242421"/>
                </a:solidFill>
                <a:latin typeface="Georgia"/>
                <a:ea typeface="Georgia"/>
                <a:cs typeface="Georgia"/>
              </a:defRPr>
            </a:pPr>
          </a:p>
        </c:txPr>
        <c:crossAx val="48672768"/>
        <c:majorUnit val="2"/>
      </c:valAx>
      <c:spPr>
        <a:solidFill xmlns:a="http://schemas.openxmlformats.org/drawingml/2006/main">
          <a:srgbClr val="F4F0E8"/>
        </a:solidFill>
        <a:ln xmlns:a="http://schemas.openxmlformats.org/drawingml/2006/main" w="0">
          <a:noFill/>
        </a:ln>
      </c:spPr>
    </c:plotArea>
    <c:plotVisOnly val="1"/>
  </c:chart>
  <c:spPr>
    <a:solidFill xmlns:a="http://schemas.openxmlformats.org/drawingml/2006/main">
      <a:srgbClr val="F4F0E8"/>
    </a:solidFill>
    <a:ln xmlns:a="http://schemas.openxmlformats.org/drawingml/2006/main" w="0">
      <a:noFill/>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scatterChart>
        <c:scatterStyle val="line"/>
        <c:varyColors val="0"/>
        <c:ser>
          <c:idx val="0"/>
          <c:order val="0"/>
          <c:tx>
            <c:v>CO loss</c:v>
          </c:tx>
          <c:spPr>
            <a:ln xmlns:a="http://schemas.openxmlformats.org/drawingml/2006/main" w="28575">
              <a:solidFill>
                <a:srgbClr val="B4472B"/>
              </a:solidFill>
            </a:ln>
          </c:spPr>
          <c:marker>
            <c:symbol val="none"/>
          </c:marker>
          <c:xVal>
            <c:numRef>
              <c:f>'Chart Data'!$A$2:$A$2361</c:f>
              <c:numCache>
                <c:formatCode>General</c:formatCode>
                <c:ptCount val="2360"/>
                <c:pt idx="0">
                  <c:v>60</c:v>
                </c:pt>
                <c:pt idx="1">
                  <c:v>60.4</c:v>
                </c:pt>
                <c:pt idx="2">
                  <c:v>60.8</c:v>
                </c:pt>
                <c:pt idx="3">
                  <c:v>61.2</c:v>
                </c:pt>
                <c:pt idx="4">
                  <c:v>61.6</c:v>
                </c:pt>
                <c:pt idx="5">
                  <c:v>62</c:v>
                </c:pt>
                <c:pt idx="6">
                  <c:v>62.4</c:v>
                </c:pt>
                <c:pt idx="7">
                  <c:v>62.8</c:v>
                </c:pt>
                <c:pt idx="8">
                  <c:v>63.2</c:v>
                </c:pt>
                <c:pt idx="9">
                  <c:v>63.6</c:v>
                </c:pt>
                <c:pt idx="10">
                  <c:v>64</c:v>
                </c:pt>
                <c:pt idx="11">
                  <c:v>64.4</c:v>
                </c:pt>
                <c:pt idx="12">
                  <c:v>64.8</c:v>
                </c:pt>
                <c:pt idx="13">
                  <c:v>65.2</c:v>
                </c:pt>
                <c:pt idx="14">
                  <c:v>65.6</c:v>
                </c:pt>
                <c:pt idx="15">
                  <c:v>66</c:v>
                </c:pt>
                <c:pt idx="16">
                  <c:v>66.4</c:v>
                </c:pt>
                <c:pt idx="17">
                  <c:v>66.8</c:v>
                </c:pt>
                <c:pt idx="18">
                  <c:v>67.2</c:v>
                </c:pt>
                <c:pt idx="19">
                  <c:v>67.6</c:v>
                </c:pt>
                <c:pt idx="20">
                  <c:v>68</c:v>
                </c:pt>
                <c:pt idx="21">
                  <c:v>68.4</c:v>
                </c:pt>
                <c:pt idx="22">
                  <c:v>68.8</c:v>
                </c:pt>
                <c:pt idx="23">
                  <c:v>69.2</c:v>
                </c:pt>
                <c:pt idx="24">
                  <c:v>69.6</c:v>
                </c:pt>
                <c:pt idx="25">
                  <c:v>70</c:v>
                </c:pt>
                <c:pt idx="26">
                  <c:v>70.4</c:v>
                </c:pt>
                <c:pt idx="27">
                  <c:v>70.8</c:v>
                </c:pt>
                <c:pt idx="28">
                  <c:v>71.2</c:v>
                </c:pt>
                <c:pt idx="29">
                  <c:v>71.6</c:v>
                </c:pt>
                <c:pt idx="30">
                  <c:v>72</c:v>
                </c:pt>
                <c:pt idx="31">
                  <c:v>72.4</c:v>
                </c:pt>
                <c:pt idx="32">
                  <c:v>72.8</c:v>
                </c:pt>
                <c:pt idx="33">
                  <c:v>73.2</c:v>
                </c:pt>
                <c:pt idx="34">
                  <c:v>73.6</c:v>
                </c:pt>
                <c:pt idx="35">
                  <c:v>74</c:v>
                </c:pt>
                <c:pt idx="36">
                  <c:v>74.4</c:v>
                </c:pt>
                <c:pt idx="37">
                  <c:v>74.8</c:v>
                </c:pt>
                <c:pt idx="38">
                  <c:v>75.2</c:v>
                </c:pt>
                <c:pt idx="39">
                  <c:v>75.6</c:v>
                </c:pt>
                <c:pt idx="40">
                  <c:v>76</c:v>
                </c:pt>
                <c:pt idx="41">
                  <c:v>76.4</c:v>
                </c:pt>
                <c:pt idx="42">
                  <c:v>76.8</c:v>
                </c:pt>
                <c:pt idx="43">
                  <c:v>77.2</c:v>
                </c:pt>
                <c:pt idx="44">
                  <c:v>77.6</c:v>
                </c:pt>
                <c:pt idx="45">
                  <c:v>78</c:v>
                </c:pt>
                <c:pt idx="46">
                  <c:v>78.4</c:v>
                </c:pt>
                <c:pt idx="47">
                  <c:v>78.8</c:v>
                </c:pt>
                <c:pt idx="48">
                  <c:v>79.2</c:v>
                </c:pt>
                <c:pt idx="49">
                  <c:v>79.6</c:v>
                </c:pt>
                <c:pt idx="50">
                  <c:v>80</c:v>
                </c:pt>
                <c:pt idx="51">
                  <c:v>80.4</c:v>
                </c:pt>
                <c:pt idx="52">
                  <c:v>80.8</c:v>
                </c:pt>
                <c:pt idx="53">
                  <c:v>81.2</c:v>
                </c:pt>
                <c:pt idx="54">
                  <c:v>81.6</c:v>
                </c:pt>
                <c:pt idx="55">
                  <c:v>82</c:v>
                </c:pt>
                <c:pt idx="56">
                  <c:v>82.4</c:v>
                </c:pt>
                <c:pt idx="57">
                  <c:v>82.8</c:v>
                </c:pt>
                <c:pt idx="58">
                  <c:v>83.2</c:v>
                </c:pt>
                <c:pt idx="59">
                  <c:v>83.6</c:v>
                </c:pt>
                <c:pt idx="60">
                  <c:v>84</c:v>
                </c:pt>
                <c:pt idx="61">
                  <c:v>84.4</c:v>
                </c:pt>
                <c:pt idx="62">
                  <c:v>84.8</c:v>
                </c:pt>
                <c:pt idx="63">
                  <c:v>85.2</c:v>
                </c:pt>
                <c:pt idx="64">
                  <c:v>85.6</c:v>
                </c:pt>
                <c:pt idx="65">
                  <c:v>86</c:v>
                </c:pt>
                <c:pt idx="66">
                  <c:v>86.4</c:v>
                </c:pt>
                <c:pt idx="67">
                  <c:v>86.8</c:v>
                </c:pt>
                <c:pt idx="68">
                  <c:v>87.2</c:v>
                </c:pt>
                <c:pt idx="69">
                  <c:v>87.6</c:v>
                </c:pt>
                <c:pt idx="70">
                  <c:v>88</c:v>
                </c:pt>
                <c:pt idx="71">
                  <c:v>88.4</c:v>
                </c:pt>
                <c:pt idx="72">
                  <c:v>88.8</c:v>
                </c:pt>
                <c:pt idx="73">
                  <c:v>89.2</c:v>
                </c:pt>
                <c:pt idx="74">
                  <c:v>89.6</c:v>
                </c:pt>
                <c:pt idx="75">
                  <c:v>90</c:v>
                </c:pt>
                <c:pt idx="76">
                  <c:v>90.4</c:v>
                </c:pt>
                <c:pt idx="77">
                  <c:v>90.8</c:v>
                </c:pt>
                <c:pt idx="78">
                  <c:v>91.2</c:v>
                </c:pt>
                <c:pt idx="79">
                  <c:v>91.6</c:v>
                </c:pt>
                <c:pt idx="80">
                  <c:v>92</c:v>
                </c:pt>
                <c:pt idx="81">
                  <c:v>92.4</c:v>
                </c:pt>
                <c:pt idx="82">
                  <c:v>92.8</c:v>
                </c:pt>
                <c:pt idx="83">
                  <c:v>93.2</c:v>
                </c:pt>
                <c:pt idx="84">
                  <c:v>93.6</c:v>
                </c:pt>
                <c:pt idx="85">
                  <c:v>94</c:v>
                </c:pt>
                <c:pt idx="86">
                  <c:v>94.4</c:v>
                </c:pt>
                <c:pt idx="87">
                  <c:v>94.8</c:v>
                </c:pt>
                <c:pt idx="88">
                  <c:v>95.2</c:v>
                </c:pt>
                <c:pt idx="89">
                  <c:v>95.6</c:v>
                </c:pt>
                <c:pt idx="90">
                  <c:v>96</c:v>
                </c:pt>
                <c:pt idx="91">
                  <c:v>96.4</c:v>
                </c:pt>
                <c:pt idx="92">
                  <c:v>96.8</c:v>
                </c:pt>
                <c:pt idx="93">
                  <c:v>97.2</c:v>
                </c:pt>
                <c:pt idx="94">
                  <c:v>97.6</c:v>
                </c:pt>
                <c:pt idx="95">
                  <c:v>98</c:v>
                </c:pt>
                <c:pt idx="96">
                  <c:v>98.4</c:v>
                </c:pt>
                <c:pt idx="97">
                  <c:v>98.8</c:v>
                </c:pt>
                <c:pt idx="98">
                  <c:v>99.2</c:v>
                </c:pt>
                <c:pt idx="99">
                  <c:v>99.6</c:v>
                </c:pt>
                <c:pt idx="100">
                  <c:v>100</c:v>
                </c:pt>
                <c:pt idx="101">
                  <c:v>100.4</c:v>
                </c:pt>
                <c:pt idx="102">
                  <c:v>100.8</c:v>
                </c:pt>
                <c:pt idx="103">
                  <c:v>101.2</c:v>
                </c:pt>
                <c:pt idx="104">
                  <c:v>101.6</c:v>
                </c:pt>
                <c:pt idx="105">
                  <c:v>102</c:v>
                </c:pt>
                <c:pt idx="106">
                  <c:v>102.4</c:v>
                </c:pt>
                <c:pt idx="107">
                  <c:v>102.8</c:v>
                </c:pt>
                <c:pt idx="108">
                  <c:v>103.2</c:v>
                </c:pt>
                <c:pt idx="109">
                  <c:v>103.6</c:v>
                </c:pt>
                <c:pt idx="110">
                  <c:v>104</c:v>
                </c:pt>
                <c:pt idx="111">
                  <c:v>104.4</c:v>
                </c:pt>
                <c:pt idx="112">
                  <c:v>104.8</c:v>
                </c:pt>
                <c:pt idx="113">
                  <c:v>105.2</c:v>
                </c:pt>
                <c:pt idx="114">
                  <c:v>105.6</c:v>
                </c:pt>
                <c:pt idx="115">
                  <c:v>106</c:v>
                </c:pt>
                <c:pt idx="116">
                  <c:v>106.4</c:v>
                </c:pt>
                <c:pt idx="117">
                  <c:v>106.8</c:v>
                </c:pt>
                <c:pt idx="118">
                  <c:v>107.2</c:v>
                </c:pt>
                <c:pt idx="119">
                  <c:v>107.6</c:v>
                </c:pt>
                <c:pt idx="120">
                  <c:v>108</c:v>
                </c:pt>
                <c:pt idx="121">
                  <c:v>108.4</c:v>
                </c:pt>
                <c:pt idx="122">
                  <c:v>108.8</c:v>
                </c:pt>
                <c:pt idx="123">
                  <c:v>109.2</c:v>
                </c:pt>
                <c:pt idx="124">
                  <c:v>109.6</c:v>
                </c:pt>
                <c:pt idx="125">
                  <c:v>110</c:v>
                </c:pt>
                <c:pt idx="126">
                  <c:v>110.4</c:v>
                </c:pt>
                <c:pt idx="127">
                  <c:v>110.8</c:v>
                </c:pt>
                <c:pt idx="128">
                  <c:v>111.2</c:v>
                </c:pt>
                <c:pt idx="129">
                  <c:v>111.6</c:v>
                </c:pt>
                <c:pt idx="130">
                  <c:v>112</c:v>
                </c:pt>
                <c:pt idx="131">
                  <c:v>112.4</c:v>
                </c:pt>
                <c:pt idx="132">
                  <c:v>112.8</c:v>
                </c:pt>
                <c:pt idx="133">
                  <c:v>113.2</c:v>
                </c:pt>
                <c:pt idx="134">
                  <c:v>113.6</c:v>
                </c:pt>
                <c:pt idx="135">
                  <c:v>114</c:v>
                </c:pt>
                <c:pt idx="136">
                  <c:v>114.4</c:v>
                </c:pt>
                <c:pt idx="137">
                  <c:v>114.8</c:v>
                </c:pt>
                <c:pt idx="138">
                  <c:v>115.2</c:v>
                </c:pt>
                <c:pt idx="139">
                  <c:v>115.27118941611</c:v>
                </c:pt>
                <c:pt idx="140">
                  <c:v>115.6</c:v>
                </c:pt>
                <c:pt idx="141">
                  <c:v>116</c:v>
                </c:pt>
                <c:pt idx="142">
                  <c:v>116.4</c:v>
                </c:pt>
                <c:pt idx="143">
                  <c:v>116.8</c:v>
                </c:pt>
                <c:pt idx="144">
                  <c:v>117.2</c:v>
                </c:pt>
                <c:pt idx="145">
                  <c:v>117.6</c:v>
                </c:pt>
                <c:pt idx="146">
                  <c:v>118</c:v>
                </c:pt>
                <c:pt idx="147">
                  <c:v>118.4</c:v>
                </c:pt>
                <c:pt idx="148">
                  <c:v>118.8</c:v>
                </c:pt>
                <c:pt idx="149">
                  <c:v>119.2</c:v>
                </c:pt>
                <c:pt idx="150">
                  <c:v>119.6</c:v>
                </c:pt>
                <c:pt idx="151">
                  <c:v>120</c:v>
                </c:pt>
                <c:pt idx="152">
                  <c:v>120.4</c:v>
                </c:pt>
                <c:pt idx="153">
                  <c:v>120.8</c:v>
                </c:pt>
                <c:pt idx="154">
                  <c:v>121.2</c:v>
                </c:pt>
                <c:pt idx="155">
                  <c:v>121.6</c:v>
                </c:pt>
                <c:pt idx="156">
                  <c:v>122</c:v>
                </c:pt>
                <c:pt idx="157">
                  <c:v>122.4</c:v>
                </c:pt>
                <c:pt idx="158">
                  <c:v>122.8</c:v>
                </c:pt>
                <c:pt idx="159">
                  <c:v>123.2</c:v>
                </c:pt>
                <c:pt idx="160">
                  <c:v>123.6</c:v>
                </c:pt>
                <c:pt idx="161">
                  <c:v>124</c:v>
                </c:pt>
                <c:pt idx="162">
                  <c:v>124.4</c:v>
                </c:pt>
                <c:pt idx="163">
                  <c:v>124.8</c:v>
                </c:pt>
                <c:pt idx="164">
                  <c:v>125.2</c:v>
                </c:pt>
                <c:pt idx="165">
                  <c:v>125.6</c:v>
                </c:pt>
                <c:pt idx="166">
                  <c:v>126</c:v>
                </c:pt>
                <c:pt idx="167">
                  <c:v>126.4</c:v>
                </c:pt>
                <c:pt idx="168">
                  <c:v>126.8</c:v>
                </c:pt>
                <c:pt idx="169">
                  <c:v>127.2</c:v>
                </c:pt>
                <c:pt idx="170">
                  <c:v>127.6</c:v>
                </c:pt>
                <c:pt idx="171">
                  <c:v>128</c:v>
                </c:pt>
                <c:pt idx="172">
                  <c:v>128.4</c:v>
                </c:pt>
                <c:pt idx="173">
                  <c:v>128.8</c:v>
                </c:pt>
                <c:pt idx="174">
                  <c:v>129.2</c:v>
                </c:pt>
                <c:pt idx="175">
                  <c:v>129.6</c:v>
                </c:pt>
                <c:pt idx="176">
                  <c:v>130</c:v>
                </c:pt>
                <c:pt idx="177">
                  <c:v>130.4</c:v>
                </c:pt>
                <c:pt idx="178">
                  <c:v>130.8</c:v>
                </c:pt>
                <c:pt idx="179">
                  <c:v>131.2</c:v>
                </c:pt>
                <c:pt idx="180">
                  <c:v>131.6</c:v>
                </c:pt>
                <c:pt idx="181">
                  <c:v>132</c:v>
                </c:pt>
                <c:pt idx="182">
                  <c:v>132.4</c:v>
                </c:pt>
                <c:pt idx="183">
                  <c:v>132.8</c:v>
                </c:pt>
                <c:pt idx="184">
                  <c:v>133.2</c:v>
                </c:pt>
                <c:pt idx="185">
                  <c:v>133.6</c:v>
                </c:pt>
                <c:pt idx="186">
                  <c:v>134</c:v>
                </c:pt>
                <c:pt idx="187">
                  <c:v>134.4</c:v>
                </c:pt>
                <c:pt idx="188">
                  <c:v>134.8</c:v>
                </c:pt>
                <c:pt idx="189">
                  <c:v>135.2</c:v>
                </c:pt>
                <c:pt idx="190">
                  <c:v>135.6</c:v>
                </c:pt>
                <c:pt idx="191">
                  <c:v>136</c:v>
                </c:pt>
                <c:pt idx="192">
                  <c:v>136.4</c:v>
                </c:pt>
                <c:pt idx="193">
                  <c:v>136.8</c:v>
                </c:pt>
                <c:pt idx="194">
                  <c:v>137.2</c:v>
                </c:pt>
                <c:pt idx="195">
                  <c:v>137.6</c:v>
                </c:pt>
                <c:pt idx="196">
                  <c:v>138</c:v>
                </c:pt>
                <c:pt idx="197">
                  <c:v>138.4</c:v>
                </c:pt>
                <c:pt idx="198">
                  <c:v>138.8</c:v>
                </c:pt>
                <c:pt idx="199">
                  <c:v>139.2</c:v>
                </c:pt>
                <c:pt idx="200">
                  <c:v>139.6</c:v>
                </c:pt>
                <c:pt idx="201">
                  <c:v>140</c:v>
                </c:pt>
                <c:pt idx="202">
                  <c:v>140.4</c:v>
                </c:pt>
                <c:pt idx="203">
                  <c:v>140.8</c:v>
                </c:pt>
                <c:pt idx="204">
                  <c:v>141.2</c:v>
                </c:pt>
                <c:pt idx="205">
                  <c:v>141.6</c:v>
                </c:pt>
                <c:pt idx="206">
                  <c:v>142</c:v>
                </c:pt>
                <c:pt idx="207">
                  <c:v>142.4</c:v>
                </c:pt>
                <c:pt idx="208">
                  <c:v>142.8</c:v>
                </c:pt>
                <c:pt idx="209">
                  <c:v>143.2</c:v>
                </c:pt>
                <c:pt idx="210">
                  <c:v>143.6</c:v>
                </c:pt>
                <c:pt idx="211">
                  <c:v>144</c:v>
                </c:pt>
                <c:pt idx="212">
                  <c:v>144.4</c:v>
                </c:pt>
                <c:pt idx="213">
                  <c:v>144.8</c:v>
                </c:pt>
                <c:pt idx="214">
                  <c:v>145.2</c:v>
                </c:pt>
                <c:pt idx="215">
                  <c:v>145.6</c:v>
                </c:pt>
                <c:pt idx="216">
                  <c:v>146</c:v>
                </c:pt>
                <c:pt idx="217">
                  <c:v>146.4</c:v>
                </c:pt>
                <c:pt idx="218">
                  <c:v>146.8</c:v>
                </c:pt>
                <c:pt idx="219">
                  <c:v>147.2</c:v>
                </c:pt>
                <c:pt idx="220">
                  <c:v>147.6</c:v>
                </c:pt>
                <c:pt idx="221">
                  <c:v>148</c:v>
                </c:pt>
                <c:pt idx="222">
                  <c:v>148.4</c:v>
                </c:pt>
                <c:pt idx="223">
                  <c:v>148.8</c:v>
                </c:pt>
                <c:pt idx="224">
                  <c:v>149.2</c:v>
                </c:pt>
                <c:pt idx="225">
                  <c:v>149.6</c:v>
                </c:pt>
                <c:pt idx="226">
                  <c:v>150</c:v>
                </c:pt>
                <c:pt idx="227">
                  <c:v>150.4</c:v>
                </c:pt>
                <c:pt idx="228">
                  <c:v>150.8</c:v>
                </c:pt>
                <c:pt idx="229">
                  <c:v>151.2</c:v>
                </c:pt>
                <c:pt idx="230">
                  <c:v>151.6</c:v>
                </c:pt>
                <c:pt idx="231">
                  <c:v>152</c:v>
                </c:pt>
                <c:pt idx="232">
                  <c:v>152.4</c:v>
                </c:pt>
                <c:pt idx="233">
                  <c:v>152.8</c:v>
                </c:pt>
                <c:pt idx="234">
                  <c:v>153.2</c:v>
                </c:pt>
                <c:pt idx="235">
                  <c:v>153.6</c:v>
                </c:pt>
                <c:pt idx="236">
                  <c:v>154</c:v>
                </c:pt>
                <c:pt idx="237">
                  <c:v>154.4</c:v>
                </c:pt>
                <c:pt idx="238">
                  <c:v>154.8</c:v>
                </c:pt>
                <c:pt idx="239">
                  <c:v>155.2</c:v>
                </c:pt>
                <c:pt idx="240">
                  <c:v>155.6</c:v>
                </c:pt>
                <c:pt idx="241">
                  <c:v>156</c:v>
                </c:pt>
                <c:pt idx="242">
                  <c:v>156.4</c:v>
                </c:pt>
                <c:pt idx="243">
                  <c:v>156.8</c:v>
                </c:pt>
                <c:pt idx="244">
                  <c:v>157.2</c:v>
                </c:pt>
                <c:pt idx="245">
                  <c:v>157.6</c:v>
                </c:pt>
                <c:pt idx="246">
                  <c:v>158</c:v>
                </c:pt>
                <c:pt idx="247">
                  <c:v>158.4</c:v>
                </c:pt>
                <c:pt idx="248">
                  <c:v>158.8</c:v>
                </c:pt>
                <c:pt idx="249">
                  <c:v>159.2</c:v>
                </c:pt>
                <c:pt idx="250">
                  <c:v>159.6</c:v>
                </c:pt>
                <c:pt idx="251">
                  <c:v>160</c:v>
                </c:pt>
                <c:pt idx="252">
                  <c:v>160.4</c:v>
                </c:pt>
                <c:pt idx="253">
                  <c:v>160.8</c:v>
                </c:pt>
                <c:pt idx="254">
                  <c:v>161.2</c:v>
                </c:pt>
                <c:pt idx="255">
                  <c:v>161.6</c:v>
                </c:pt>
                <c:pt idx="256">
                  <c:v>162</c:v>
                </c:pt>
                <c:pt idx="257">
                  <c:v>162.4</c:v>
                </c:pt>
                <c:pt idx="258">
                  <c:v>162.8</c:v>
                </c:pt>
                <c:pt idx="259">
                  <c:v>163.2</c:v>
                </c:pt>
                <c:pt idx="260">
                  <c:v>163.6</c:v>
                </c:pt>
                <c:pt idx="261">
                  <c:v>164</c:v>
                </c:pt>
                <c:pt idx="262">
                  <c:v>164.4</c:v>
                </c:pt>
                <c:pt idx="263">
                  <c:v>164.8</c:v>
                </c:pt>
                <c:pt idx="264">
                  <c:v>165.2</c:v>
                </c:pt>
                <c:pt idx="265">
                  <c:v>165.6</c:v>
                </c:pt>
                <c:pt idx="266">
                  <c:v>166</c:v>
                </c:pt>
                <c:pt idx="267">
                  <c:v>166.4</c:v>
                </c:pt>
                <c:pt idx="268">
                  <c:v>166.8</c:v>
                </c:pt>
                <c:pt idx="269">
                  <c:v>167.2</c:v>
                </c:pt>
                <c:pt idx="270">
                  <c:v>167.6</c:v>
                </c:pt>
                <c:pt idx="271">
                  <c:v>168</c:v>
                </c:pt>
                <c:pt idx="272">
                  <c:v>168.4</c:v>
                </c:pt>
                <c:pt idx="273">
                  <c:v>168.8</c:v>
                </c:pt>
                <c:pt idx="274">
                  <c:v>169.2</c:v>
                </c:pt>
                <c:pt idx="275">
                  <c:v>169.6</c:v>
                </c:pt>
                <c:pt idx="276">
                  <c:v>170</c:v>
                </c:pt>
                <c:pt idx="277">
                  <c:v>170.4</c:v>
                </c:pt>
                <c:pt idx="278">
                  <c:v>170.8</c:v>
                </c:pt>
                <c:pt idx="279">
                  <c:v>171.2</c:v>
                </c:pt>
                <c:pt idx="280">
                  <c:v>171.6</c:v>
                </c:pt>
                <c:pt idx="281">
                  <c:v>172</c:v>
                </c:pt>
                <c:pt idx="282">
                  <c:v>172.4</c:v>
                </c:pt>
                <c:pt idx="283">
                  <c:v>172.8</c:v>
                </c:pt>
                <c:pt idx="284">
                  <c:v>173.2</c:v>
                </c:pt>
                <c:pt idx="285">
                  <c:v>173.6</c:v>
                </c:pt>
                <c:pt idx="286">
                  <c:v>174</c:v>
                </c:pt>
                <c:pt idx="287">
                  <c:v>174.4</c:v>
                </c:pt>
                <c:pt idx="288">
                  <c:v>174.8</c:v>
                </c:pt>
                <c:pt idx="289">
                  <c:v>175.2</c:v>
                </c:pt>
                <c:pt idx="290">
                  <c:v>175.6</c:v>
                </c:pt>
                <c:pt idx="291">
                  <c:v>176</c:v>
                </c:pt>
                <c:pt idx="292">
                  <c:v>176.4</c:v>
                </c:pt>
                <c:pt idx="293">
                  <c:v>176.8</c:v>
                </c:pt>
                <c:pt idx="294">
                  <c:v>177.2</c:v>
                </c:pt>
                <c:pt idx="295">
                  <c:v>177.6</c:v>
                </c:pt>
                <c:pt idx="296">
                  <c:v>178</c:v>
                </c:pt>
                <c:pt idx="297">
                  <c:v>178.4</c:v>
                </c:pt>
                <c:pt idx="298">
                  <c:v>178.8</c:v>
                </c:pt>
                <c:pt idx="299">
                  <c:v>179.2</c:v>
                </c:pt>
                <c:pt idx="300">
                  <c:v>179.6</c:v>
                </c:pt>
                <c:pt idx="301">
                  <c:v>180</c:v>
                </c:pt>
                <c:pt idx="302">
                  <c:v>180.4</c:v>
                </c:pt>
                <c:pt idx="303">
                  <c:v>180.8</c:v>
                </c:pt>
                <c:pt idx="304">
                  <c:v>181.2</c:v>
                </c:pt>
                <c:pt idx="305">
                  <c:v>181.6</c:v>
                </c:pt>
                <c:pt idx="306">
                  <c:v>182</c:v>
                </c:pt>
                <c:pt idx="307">
                  <c:v>182.4</c:v>
                </c:pt>
                <c:pt idx="308">
                  <c:v>182.8</c:v>
                </c:pt>
                <c:pt idx="309">
                  <c:v>183.2</c:v>
                </c:pt>
                <c:pt idx="310">
                  <c:v>183.6</c:v>
                </c:pt>
                <c:pt idx="311">
                  <c:v>184</c:v>
                </c:pt>
                <c:pt idx="312">
                  <c:v>184.4</c:v>
                </c:pt>
                <c:pt idx="313">
                  <c:v>184.8</c:v>
                </c:pt>
                <c:pt idx="314">
                  <c:v>185.2</c:v>
                </c:pt>
                <c:pt idx="315">
                  <c:v>185.6</c:v>
                </c:pt>
                <c:pt idx="316">
                  <c:v>186</c:v>
                </c:pt>
                <c:pt idx="317">
                  <c:v>186.4</c:v>
                </c:pt>
                <c:pt idx="318">
                  <c:v>186.8</c:v>
                </c:pt>
                <c:pt idx="319">
                  <c:v>187.2</c:v>
                </c:pt>
                <c:pt idx="320">
                  <c:v>187.6</c:v>
                </c:pt>
                <c:pt idx="321">
                  <c:v>188</c:v>
                </c:pt>
                <c:pt idx="322">
                  <c:v>188.4</c:v>
                </c:pt>
                <c:pt idx="323">
                  <c:v>188.8</c:v>
                </c:pt>
                <c:pt idx="324">
                  <c:v>189.2</c:v>
                </c:pt>
                <c:pt idx="325">
                  <c:v>189.6</c:v>
                </c:pt>
                <c:pt idx="326">
                  <c:v>190</c:v>
                </c:pt>
                <c:pt idx="327">
                  <c:v>190.4</c:v>
                </c:pt>
                <c:pt idx="328">
                  <c:v>190.8</c:v>
                </c:pt>
                <c:pt idx="329">
                  <c:v>191.2</c:v>
                </c:pt>
                <c:pt idx="330">
                  <c:v>191.6</c:v>
                </c:pt>
                <c:pt idx="331">
                  <c:v>192</c:v>
                </c:pt>
                <c:pt idx="332">
                  <c:v>192.4</c:v>
                </c:pt>
                <c:pt idx="333">
                  <c:v>192.8</c:v>
                </c:pt>
                <c:pt idx="334">
                  <c:v>193.2</c:v>
                </c:pt>
                <c:pt idx="335">
                  <c:v>193.6</c:v>
                </c:pt>
                <c:pt idx="336">
                  <c:v>194</c:v>
                </c:pt>
                <c:pt idx="337">
                  <c:v>194.4</c:v>
                </c:pt>
                <c:pt idx="338">
                  <c:v>194.8</c:v>
                </c:pt>
                <c:pt idx="339">
                  <c:v>195.2</c:v>
                </c:pt>
                <c:pt idx="340">
                  <c:v>195.6</c:v>
                </c:pt>
                <c:pt idx="341">
                  <c:v>196</c:v>
                </c:pt>
                <c:pt idx="342">
                  <c:v>196.4</c:v>
                </c:pt>
                <c:pt idx="343">
                  <c:v>196.8</c:v>
                </c:pt>
                <c:pt idx="344">
                  <c:v>197.2</c:v>
                </c:pt>
                <c:pt idx="345">
                  <c:v>197.6</c:v>
                </c:pt>
                <c:pt idx="346">
                  <c:v>198</c:v>
                </c:pt>
                <c:pt idx="347">
                  <c:v>198.4</c:v>
                </c:pt>
                <c:pt idx="348">
                  <c:v>198.8</c:v>
                </c:pt>
                <c:pt idx="349">
                  <c:v>199.2</c:v>
                </c:pt>
                <c:pt idx="350">
                  <c:v>199.6</c:v>
                </c:pt>
                <c:pt idx="351">
                  <c:v>200</c:v>
                </c:pt>
                <c:pt idx="352">
                  <c:v>200.4</c:v>
                </c:pt>
                <c:pt idx="353">
                  <c:v>200.8</c:v>
                </c:pt>
                <c:pt idx="354">
                  <c:v>201.2</c:v>
                </c:pt>
                <c:pt idx="355">
                  <c:v>201.6</c:v>
                </c:pt>
                <c:pt idx="356">
                  <c:v>202</c:v>
                </c:pt>
                <c:pt idx="357">
                  <c:v>202.4</c:v>
                </c:pt>
                <c:pt idx="358">
                  <c:v>202.8</c:v>
                </c:pt>
                <c:pt idx="359">
                  <c:v>203.2</c:v>
                </c:pt>
                <c:pt idx="360">
                  <c:v>203.6</c:v>
                </c:pt>
                <c:pt idx="361">
                  <c:v>204</c:v>
                </c:pt>
                <c:pt idx="362">
                  <c:v>204.4</c:v>
                </c:pt>
                <c:pt idx="363">
                  <c:v>204.8</c:v>
                </c:pt>
                <c:pt idx="364">
                  <c:v>205.2</c:v>
                </c:pt>
                <c:pt idx="365">
                  <c:v>205.6</c:v>
                </c:pt>
                <c:pt idx="366">
                  <c:v>206</c:v>
                </c:pt>
                <c:pt idx="367">
                  <c:v>206.4</c:v>
                </c:pt>
                <c:pt idx="368">
                  <c:v>206.8</c:v>
                </c:pt>
                <c:pt idx="369">
                  <c:v>207.2</c:v>
                </c:pt>
                <c:pt idx="370">
                  <c:v>207.6</c:v>
                </c:pt>
                <c:pt idx="371">
                  <c:v>208</c:v>
                </c:pt>
                <c:pt idx="372">
                  <c:v>208.4</c:v>
                </c:pt>
                <c:pt idx="373">
                  <c:v>208.8</c:v>
                </c:pt>
                <c:pt idx="374">
                  <c:v>209.2</c:v>
                </c:pt>
                <c:pt idx="375">
                  <c:v>209.6</c:v>
                </c:pt>
                <c:pt idx="376">
                  <c:v>210</c:v>
                </c:pt>
                <c:pt idx="377">
                  <c:v>210.4</c:v>
                </c:pt>
                <c:pt idx="378">
                  <c:v>210.8</c:v>
                </c:pt>
                <c:pt idx="379">
                  <c:v>211.2</c:v>
                </c:pt>
                <c:pt idx="380">
                  <c:v>211.6</c:v>
                </c:pt>
                <c:pt idx="381">
                  <c:v>212</c:v>
                </c:pt>
                <c:pt idx="382">
                  <c:v>212.4</c:v>
                </c:pt>
                <c:pt idx="383">
                  <c:v>212.8</c:v>
                </c:pt>
                <c:pt idx="384">
                  <c:v>213.2</c:v>
                </c:pt>
                <c:pt idx="385">
                  <c:v>213.6</c:v>
                </c:pt>
                <c:pt idx="386">
                  <c:v>214</c:v>
                </c:pt>
                <c:pt idx="387">
                  <c:v>214.4</c:v>
                </c:pt>
                <c:pt idx="388">
                  <c:v>214.8</c:v>
                </c:pt>
                <c:pt idx="389">
                  <c:v>215.2</c:v>
                </c:pt>
                <c:pt idx="390">
                  <c:v>215.6</c:v>
                </c:pt>
                <c:pt idx="391">
                  <c:v>216</c:v>
                </c:pt>
                <c:pt idx="392">
                  <c:v>216.4</c:v>
                </c:pt>
                <c:pt idx="393">
                  <c:v>216.8</c:v>
                </c:pt>
                <c:pt idx="394">
                  <c:v>217.2</c:v>
                </c:pt>
                <c:pt idx="395">
                  <c:v>217.6</c:v>
                </c:pt>
                <c:pt idx="396">
                  <c:v>218</c:v>
                </c:pt>
                <c:pt idx="397">
                  <c:v>218.4</c:v>
                </c:pt>
                <c:pt idx="398">
                  <c:v>218.8</c:v>
                </c:pt>
                <c:pt idx="399">
                  <c:v>219.2</c:v>
                </c:pt>
                <c:pt idx="400">
                  <c:v>219.6</c:v>
                </c:pt>
                <c:pt idx="401">
                  <c:v>220</c:v>
                </c:pt>
                <c:pt idx="402">
                  <c:v>220.4</c:v>
                </c:pt>
                <c:pt idx="403">
                  <c:v>220.8</c:v>
                </c:pt>
                <c:pt idx="404">
                  <c:v>221.2</c:v>
                </c:pt>
                <c:pt idx="405">
                  <c:v>221.6</c:v>
                </c:pt>
                <c:pt idx="406">
                  <c:v>222</c:v>
                </c:pt>
                <c:pt idx="407">
                  <c:v>222.4</c:v>
                </c:pt>
                <c:pt idx="408">
                  <c:v>222.8</c:v>
                </c:pt>
                <c:pt idx="409">
                  <c:v>223.2</c:v>
                </c:pt>
                <c:pt idx="410">
                  <c:v>223.6</c:v>
                </c:pt>
                <c:pt idx="411">
                  <c:v>224</c:v>
                </c:pt>
                <c:pt idx="412">
                  <c:v>224.4</c:v>
                </c:pt>
                <c:pt idx="413">
                  <c:v>224.8</c:v>
                </c:pt>
                <c:pt idx="414">
                  <c:v>225.2</c:v>
                </c:pt>
                <c:pt idx="415">
                  <c:v>225.6</c:v>
                </c:pt>
                <c:pt idx="416">
                  <c:v>226</c:v>
                </c:pt>
                <c:pt idx="417">
                  <c:v>226.4</c:v>
                </c:pt>
                <c:pt idx="418">
                  <c:v>226.8</c:v>
                </c:pt>
                <c:pt idx="419">
                  <c:v>227.2</c:v>
                </c:pt>
                <c:pt idx="420">
                  <c:v>227.6</c:v>
                </c:pt>
                <c:pt idx="421">
                  <c:v>228</c:v>
                </c:pt>
                <c:pt idx="422">
                  <c:v>228.4</c:v>
                </c:pt>
                <c:pt idx="423">
                  <c:v>228.8</c:v>
                </c:pt>
                <c:pt idx="424">
                  <c:v>229.2</c:v>
                </c:pt>
                <c:pt idx="425">
                  <c:v>229.6</c:v>
                </c:pt>
                <c:pt idx="426">
                  <c:v>230</c:v>
                </c:pt>
                <c:pt idx="427">
                  <c:v>230.4</c:v>
                </c:pt>
                <c:pt idx="428">
                  <c:v>230.53800186234</c:v>
                </c:pt>
                <c:pt idx="429">
                  <c:v>230.8</c:v>
                </c:pt>
                <c:pt idx="430">
                  <c:v>231.2</c:v>
                </c:pt>
                <c:pt idx="431">
                  <c:v>231.6</c:v>
                </c:pt>
                <c:pt idx="432">
                  <c:v>232</c:v>
                </c:pt>
                <c:pt idx="433">
                  <c:v>232.4</c:v>
                </c:pt>
                <c:pt idx="434">
                  <c:v>232.8</c:v>
                </c:pt>
                <c:pt idx="435">
                  <c:v>233.2</c:v>
                </c:pt>
                <c:pt idx="436">
                  <c:v>233.6</c:v>
                </c:pt>
                <c:pt idx="437">
                  <c:v>234</c:v>
                </c:pt>
                <c:pt idx="438">
                  <c:v>234.4</c:v>
                </c:pt>
                <c:pt idx="439">
                  <c:v>234.8</c:v>
                </c:pt>
                <c:pt idx="440">
                  <c:v>235.2</c:v>
                </c:pt>
                <c:pt idx="441">
                  <c:v>235.6</c:v>
                </c:pt>
                <c:pt idx="442">
                  <c:v>236</c:v>
                </c:pt>
                <c:pt idx="443">
                  <c:v>236.4</c:v>
                </c:pt>
                <c:pt idx="444">
                  <c:v>236.8</c:v>
                </c:pt>
                <c:pt idx="445">
                  <c:v>237.2</c:v>
                </c:pt>
                <c:pt idx="446">
                  <c:v>237.6</c:v>
                </c:pt>
                <c:pt idx="447">
                  <c:v>238</c:v>
                </c:pt>
                <c:pt idx="448">
                  <c:v>238.4</c:v>
                </c:pt>
                <c:pt idx="449">
                  <c:v>238.8</c:v>
                </c:pt>
                <c:pt idx="450">
                  <c:v>239.2</c:v>
                </c:pt>
                <c:pt idx="451">
                  <c:v>239.6</c:v>
                </c:pt>
                <c:pt idx="452">
                  <c:v>240</c:v>
                </c:pt>
                <c:pt idx="453">
                  <c:v>240.4</c:v>
                </c:pt>
                <c:pt idx="454">
                  <c:v>240.8</c:v>
                </c:pt>
                <c:pt idx="455">
                  <c:v>241.2</c:v>
                </c:pt>
                <c:pt idx="456">
                  <c:v>241.6</c:v>
                </c:pt>
                <c:pt idx="457">
                  <c:v>242</c:v>
                </c:pt>
                <c:pt idx="458">
                  <c:v>242.4</c:v>
                </c:pt>
                <c:pt idx="459">
                  <c:v>242.8</c:v>
                </c:pt>
                <c:pt idx="460">
                  <c:v>243.2</c:v>
                </c:pt>
                <c:pt idx="461">
                  <c:v>243.6</c:v>
                </c:pt>
                <c:pt idx="462">
                  <c:v>244</c:v>
                </c:pt>
                <c:pt idx="463">
                  <c:v>244.4</c:v>
                </c:pt>
                <c:pt idx="464">
                  <c:v>244.8</c:v>
                </c:pt>
                <c:pt idx="465">
                  <c:v>245.2</c:v>
                </c:pt>
                <c:pt idx="466">
                  <c:v>245.6</c:v>
                </c:pt>
                <c:pt idx="467">
                  <c:v>246</c:v>
                </c:pt>
                <c:pt idx="468">
                  <c:v>246.4</c:v>
                </c:pt>
                <c:pt idx="469">
                  <c:v>246.8</c:v>
                </c:pt>
                <c:pt idx="470">
                  <c:v>247.2</c:v>
                </c:pt>
                <c:pt idx="471">
                  <c:v>247.6</c:v>
                </c:pt>
                <c:pt idx="472">
                  <c:v>248</c:v>
                </c:pt>
                <c:pt idx="473">
                  <c:v>248.4</c:v>
                </c:pt>
                <c:pt idx="474">
                  <c:v>248.8</c:v>
                </c:pt>
                <c:pt idx="475">
                  <c:v>249.2</c:v>
                </c:pt>
                <c:pt idx="476">
                  <c:v>249.6</c:v>
                </c:pt>
                <c:pt idx="477">
                  <c:v>250</c:v>
                </c:pt>
                <c:pt idx="478">
                  <c:v>250.4</c:v>
                </c:pt>
                <c:pt idx="479">
                  <c:v>250.8</c:v>
                </c:pt>
                <c:pt idx="480">
                  <c:v>251.2</c:v>
                </c:pt>
                <c:pt idx="481">
                  <c:v>251.6</c:v>
                </c:pt>
                <c:pt idx="482">
                  <c:v>252</c:v>
                </c:pt>
                <c:pt idx="483">
                  <c:v>252.4</c:v>
                </c:pt>
                <c:pt idx="484">
                  <c:v>252.8</c:v>
                </c:pt>
                <c:pt idx="485">
                  <c:v>253.2</c:v>
                </c:pt>
                <c:pt idx="486">
                  <c:v>253.6</c:v>
                </c:pt>
                <c:pt idx="487">
                  <c:v>254</c:v>
                </c:pt>
                <c:pt idx="488">
                  <c:v>254.4</c:v>
                </c:pt>
                <c:pt idx="489">
                  <c:v>254.8</c:v>
                </c:pt>
                <c:pt idx="490">
                  <c:v>255.2</c:v>
                </c:pt>
                <c:pt idx="491">
                  <c:v>255.6</c:v>
                </c:pt>
                <c:pt idx="492">
                  <c:v>256</c:v>
                </c:pt>
                <c:pt idx="493">
                  <c:v>256.4</c:v>
                </c:pt>
                <c:pt idx="494">
                  <c:v>256.8</c:v>
                </c:pt>
                <c:pt idx="495">
                  <c:v>257.2</c:v>
                </c:pt>
                <c:pt idx="496">
                  <c:v>257.6</c:v>
                </c:pt>
                <c:pt idx="497">
                  <c:v>258</c:v>
                </c:pt>
                <c:pt idx="498">
                  <c:v>258.4</c:v>
                </c:pt>
                <c:pt idx="499">
                  <c:v>258.8</c:v>
                </c:pt>
                <c:pt idx="500">
                  <c:v>259.2</c:v>
                </c:pt>
                <c:pt idx="501">
                  <c:v>259.6</c:v>
                </c:pt>
                <c:pt idx="502">
                  <c:v>260</c:v>
                </c:pt>
                <c:pt idx="503">
                  <c:v>260.4</c:v>
                </c:pt>
                <c:pt idx="504">
                  <c:v>260.8</c:v>
                </c:pt>
                <c:pt idx="505">
                  <c:v>261.2</c:v>
                </c:pt>
                <c:pt idx="506">
                  <c:v>261.6</c:v>
                </c:pt>
                <c:pt idx="507">
                  <c:v>262</c:v>
                </c:pt>
                <c:pt idx="508">
                  <c:v>262.4</c:v>
                </c:pt>
                <c:pt idx="509">
                  <c:v>262.8</c:v>
                </c:pt>
                <c:pt idx="510">
                  <c:v>263.2</c:v>
                </c:pt>
                <c:pt idx="511">
                  <c:v>263.6</c:v>
                </c:pt>
                <c:pt idx="512">
                  <c:v>264</c:v>
                </c:pt>
                <c:pt idx="513">
                  <c:v>264.4</c:v>
                </c:pt>
                <c:pt idx="514">
                  <c:v>264.8</c:v>
                </c:pt>
                <c:pt idx="515">
                  <c:v>265.2</c:v>
                </c:pt>
                <c:pt idx="516">
                  <c:v>265.6</c:v>
                </c:pt>
                <c:pt idx="517">
                  <c:v>266</c:v>
                </c:pt>
                <c:pt idx="518">
                  <c:v>266.4</c:v>
                </c:pt>
                <c:pt idx="519">
                  <c:v>266.8</c:v>
                </c:pt>
                <c:pt idx="520">
                  <c:v>267.2</c:v>
                </c:pt>
                <c:pt idx="521">
                  <c:v>267.6</c:v>
                </c:pt>
                <c:pt idx="522">
                  <c:v>268</c:v>
                </c:pt>
                <c:pt idx="523">
                  <c:v>268.4</c:v>
                </c:pt>
                <c:pt idx="524">
                  <c:v>268.8</c:v>
                </c:pt>
                <c:pt idx="525">
                  <c:v>269.2</c:v>
                </c:pt>
                <c:pt idx="526">
                  <c:v>269.6</c:v>
                </c:pt>
                <c:pt idx="527">
                  <c:v>270</c:v>
                </c:pt>
                <c:pt idx="528">
                  <c:v>270.4</c:v>
                </c:pt>
                <c:pt idx="529">
                  <c:v>270.8</c:v>
                </c:pt>
                <c:pt idx="530">
                  <c:v>271.2</c:v>
                </c:pt>
                <c:pt idx="531">
                  <c:v>271.6</c:v>
                </c:pt>
                <c:pt idx="532">
                  <c:v>272</c:v>
                </c:pt>
                <c:pt idx="533">
                  <c:v>272.4</c:v>
                </c:pt>
                <c:pt idx="534">
                  <c:v>272.8</c:v>
                </c:pt>
                <c:pt idx="535">
                  <c:v>273.2</c:v>
                </c:pt>
                <c:pt idx="536">
                  <c:v>273.6</c:v>
                </c:pt>
                <c:pt idx="537">
                  <c:v>274</c:v>
                </c:pt>
                <c:pt idx="538">
                  <c:v>274.4</c:v>
                </c:pt>
                <c:pt idx="539">
                  <c:v>274.8</c:v>
                </c:pt>
                <c:pt idx="540">
                  <c:v>275.2</c:v>
                </c:pt>
                <c:pt idx="541">
                  <c:v>275.6</c:v>
                </c:pt>
                <c:pt idx="542">
                  <c:v>276</c:v>
                </c:pt>
                <c:pt idx="543">
                  <c:v>276.4</c:v>
                </c:pt>
                <c:pt idx="544">
                  <c:v>276.8</c:v>
                </c:pt>
                <c:pt idx="545">
                  <c:v>277.2</c:v>
                </c:pt>
                <c:pt idx="546">
                  <c:v>277.6</c:v>
                </c:pt>
                <c:pt idx="547">
                  <c:v>278</c:v>
                </c:pt>
                <c:pt idx="548">
                  <c:v>278.4</c:v>
                </c:pt>
                <c:pt idx="549">
                  <c:v>278.8</c:v>
                </c:pt>
                <c:pt idx="550">
                  <c:v>279.2</c:v>
                </c:pt>
                <c:pt idx="551">
                  <c:v>279.6</c:v>
                </c:pt>
                <c:pt idx="552">
                  <c:v>280</c:v>
                </c:pt>
                <c:pt idx="553">
                  <c:v>280.4</c:v>
                </c:pt>
                <c:pt idx="554">
                  <c:v>280.8</c:v>
                </c:pt>
                <c:pt idx="555">
                  <c:v>281.2</c:v>
                </c:pt>
                <c:pt idx="556">
                  <c:v>281.6</c:v>
                </c:pt>
                <c:pt idx="557">
                  <c:v>282</c:v>
                </c:pt>
                <c:pt idx="558">
                  <c:v>282.4</c:v>
                </c:pt>
                <c:pt idx="559">
                  <c:v>282.8</c:v>
                </c:pt>
                <c:pt idx="560">
                  <c:v>283.2</c:v>
                </c:pt>
                <c:pt idx="561">
                  <c:v>283.6</c:v>
                </c:pt>
                <c:pt idx="562">
                  <c:v>284</c:v>
                </c:pt>
                <c:pt idx="563">
                  <c:v>284.4</c:v>
                </c:pt>
                <c:pt idx="564">
                  <c:v>284.8</c:v>
                </c:pt>
                <c:pt idx="565">
                  <c:v>285.2</c:v>
                </c:pt>
                <c:pt idx="566">
                  <c:v>285.6</c:v>
                </c:pt>
                <c:pt idx="567">
                  <c:v>286</c:v>
                </c:pt>
                <c:pt idx="568">
                  <c:v>286.4</c:v>
                </c:pt>
                <c:pt idx="569">
                  <c:v>286.8</c:v>
                </c:pt>
                <c:pt idx="570">
                  <c:v>287.2</c:v>
                </c:pt>
                <c:pt idx="571">
                  <c:v>287.6</c:v>
                </c:pt>
                <c:pt idx="572">
                  <c:v>288</c:v>
                </c:pt>
                <c:pt idx="573">
                  <c:v>288.4</c:v>
                </c:pt>
                <c:pt idx="574">
                  <c:v>288.8</c:v>
                </c:pt>
                <c:pt idx="575">
                  <c:v>289.2</c:v>
                </c:pt>
                <c:pt idx="576">
                  <c:v>289.6</c:v>
                </c:pt>
                <c:pt idx="577">
                  <c:v>290</c:v>
                </c:pt>
                <c:pt idx="578">
                  <c:v>290.4</c:v>
                </c:pt>
                <c:pt idx="579">
                  <c:v>290.8</c:v>
                </c:pt>
                <c:pt idx="580">
                  <c:v>291.2</c:v>
                </c:pt>
                <c:pt idx="581">
                  <c:v>291.6</c:v>
                </c:pt>
                <c:pt idx="582">
                  <c:v>292</c:v>
                </c:pt>
                <c:pt idx="583">
                  <c:v>292.4</c:v>
                </c:pt>
                <c:pt idx="584">
                  <c:v>292.8</c:v>
                </c:pt>
                <c:pt idx="585">
                  <c:v>293.2</c:v>
                </c:pt>
                <c:pt idx="586">
                  <c:v>293.6</c:v>
                </c:pt>
                <c:pt idx="587">
                  <c:v>294</c:v>
                </c:pt>
                <c:pt idx="588">
                  <c:v>294.4</c:v>
                </c:pt>
                <c:pt idx="589">
                  <c:v>294.8</c:v>
                </c:pt>
                <c:pt idx="590">
                  <c:v>295.2</c:v>
                </c:pt>
                <c:pt idx="591">
                  <c:v>295.6</c:v>
                </c:pt>
                <c:pt idx="592">
                  <c:v>296</c:v>
                </c:pt>
                <c:pt idx="593">
                  <c:v>296.4</c:v>
                </c:pt>
                <c:pt idx="594">
                  <c:v>296.8</c:v>
                </c:pt>
                <c:pt idx="595">
                  <c:v>297.2</c:v>
                </c:pt>
                <c:pt idx="596">
                  <c:v>297.6</c:v>
                </c:pt>
                <c:pt idx="597">
                  <c:v>298</c:v>
                </c:pt>
                <c:pt idx="598">
                  <c:v>298.4</c:v>
                </c:pt>
                <c:pt idx="599">
                  <c:v>298.8</c:v>
                </c:pt>
                <c:pt idx="600">
                  <c:v>299.2</c:v>
                </c:pt>
                <c:pt idx="601">
                  <c:v>299.6</c:v>
                </c:pt>
                <c:pt idx="602">
                  <c:v>300</c:v>
                </c:pt>
                <c:pt idx="603">
                  <c:v>300.4</c:v>
                </c:pt>
                <c:pt idx="604">
                  <c:v>300.8</c:v>
                </c:pt>
                <c:pt idx="605">
                  <c:v>301.2</c:v>
                </c:pt>
                <c:pt idx="606">
                  <c:v>301.6</c:v>
                </c:pt>
                <c:pt idx="607">
                  <c:v>302</c:v>
                </c:pt>
                <c:pt idx="608">
                  <c:v>302.4</c:v>
                </c:pt>
                <c:pt idx="609">
                  <c:v>302.8</c:v>
                </c:pt>
                <c:pt idx="610">
                  <c:v>303.2</c:v>
                </c:pt>
                <c:pt idx="611">
                  <c:v>303.6</c:v>
                </c:pt>
                <c:pt idx="612">
                  <c:v>304</c:v>
                </c:pt>
                <c:pt idx="613">
                  <c:v>304.4</c:v>
                </c:pt>
                <c:pt idx="614">
                  <c:v>304.8</c:v>
                </c:pt>
                <c:pt idx="615">
                  <c:v>305.2</c:v>
                </c:pt>
                <c:pt idx="616">
                  <c:v>305.6</c:v>
                </c:pt>
                <c:pt idx="617">
                  <c:v>306</c:v>
                </c:pt>
                <c:pt idx="618">
                  <c:v>306.4</c:v>
                </c:pt>
                <c:pt idx="619">
                  <c:v>306.8</c:v>
                </c:pt>
                <c:pt idx="620">
                  <c:v>307.2</c:v>
                </c:pt>
                <c:pt idx="621">
                  <c:v>307.6</c:v>
                </c:pt>
                <c:pt idx="622">
                  <c:v>308</c:v>
                </c:pt>
                <c:pt idx="623">
                  <c:v>308.4</c:v>
                </c:pt>
                <c:pt idx="624">
                  <c:v>308.8</c:v>
                </c:pt>
                <c:pt idx="625">
                  <c:v>309.2</c:v>
                </c:pt>
                <c:pt idx="626">
                  <c:v>309.6</c:v>
                </c:pt>
                <c:pt idx="627">
                  <c:v>310</c:v>
                </c:pt>
                <c:pt idx="628">
                  <c:v>310.4</c:v>
                </c:pt>
                <c:pt idx="629">
                  <c:v>310.8</c:v>
                </c:pt>
                <c:pt idx="630">
                  <c:v>311.2</c:v>
                </c:pt>
                <c:pt idx="631">
                  <c:v>311.6</c:v>
                </c:pt>
                <c:pt idx="632">
                  <c:v>312</c:v>
                </c:pt>
                <c:pt idx="633">
                  <c:v>312.4</c:v>
                </c:pt>
                <c:pt idx="634">
                  <c:v>312.8</c:v>
                </c:pt>
                <c:pt idx="635">
                  <c:v>313.2</c:v>
                </c:pt>
                <c:pt idx="636">
                  <c:v>313.6</c:v>
                </c:pt>
                <c:pt idx="637">
                  <c:v>314</c:v>
                </c:pt>
                <c:pt idx="638">
                  <c:v>314.4</c:v>
                </c:pt>
                <c:pt idx="639">
                  <c:v>314.8</c:v>
                </c:pt>
                <c:pt idx="640">
                  <c:v>315.2</c:v>
                </c:pt>
                <c:pt idx="641">
                  <c:v>315.6</c:v>
                </c:pt>
                <c:pt idx="642">
                  <c:v>316</c:v>
                </c:pt>
                <c:pt idx="643">
                  <c:v>316.4</c:v>
                </c:pt>
                <c:pt idx="644">
                  <c:v>316.8</c:v>
                </c:pt>
                <c:pt idx="645">
                  <c:v>317.2</c:v>
                </c:pt>
                <c:pt idx="646">
                  <c:v>317.6</c:v>
                </c:pt>
                <c:pt idx="647">
                  <c:v>318</c:v>
                </c:pt>
                <c:pt idx="648">
                  <c:v>318.4</c:v>
                </c:pt>
                <c:pt idx="649">
                  <c:v>318.8</c:v>
                </c:pt>
                <c:pt idx="650">
                  <c:v>319.2</c:v>
                </c:pt>
                <c:pt idx="651">
                  <c:v>319.6</c:v>
                </c:pt>
                <c:pt idx="652">
                  <c:v>320</c:v>
                </c:pt>
                <c:pt idx="653">
                  <c:v>320.4</c:v>
                </c:pt>
                <c:pt idx="654">
                  <c:v>320.8</c:v>
                </c:pt>
                <c:pt idx="655">
                  <c:v>321.2</c:v>
                </c:pt>
                <c:pt idx="656">
                  <c:v>321.6</c:v>
                </c:pt>
                <c:pt idx="657">
                  <c:v>322</c:v>
                </c:pt>
                <c:pt idx="658">
                  <c:v>322.4</c:v>
                </c:pt>
                <c:pt idx="659">
                  <c:v>322.8</c:v>
                </c:pt>
                <c:pt idx="660">
                  <c:v>323.2</c:v>
                </c:pt>
                <c:pt idx="661">
                  <c:v>323.6</c:v>
                </c:pt>
                <c:pt idx="662">
                  <c:v>324</c:v>
                </c:pt>
                <c:pt idx="663">
                  <c:v>324.4</c:v>
                </c:pt>
                <c:pt idx="664">
                  <c:v>324.8</c:v>
                </c:pt>
                <c:pt idx="665">
                  <c:v>325.2</c:v>
                </c:pt>
                <c:pt idx="666">
                  <c:v>325.6</c:v>
                </c:pt>
                <c:pt idx="667">
                  <c:v>326</c:v>
                </c:pt>
                <c:pt idx="668">
                  <c:v>326.4</c:v>
                </c:pt>
                <c:pt idx="669">
                  <c:v>326.8</c:v>
                </c:pt>
                <c:pt idx="670">
                  <c:v>327.2</c:v>
                </c:pt>
                <c:pt idx="671">
                  <c:v>327.6</c:v>
                </c:pt>
                <c:pt idx="672">
                  <c:v>328</c:v>
                </c:pt>
                <c:pt idx="673">
                  <c:v>328.4</c:v>
                </c:pt>
                <c:pt idx="674">
                  <c:v>328.8</c:v>
                </c:pt>
                <c:pt idx="675">
                  <c:v>329.2</c:v>
                </c:pt>
                <c:pt idx="676">
                  <c:v>329.6</c:v>
                </c:pt>
                <c:pt idx="677">
                  <c:v>330</c:v>
                </c:pt>
                <c:pt idx="678">
                  <c:v>330.4</c:v>
                </c:pt>
                <c:pt idx="679">
                  <c:v>330.8</c:v>
                </c:pt>
                <c:pt idx="680">
                  <c:v>331.2</c:v>
                </c:pt>
                <c:pt idx="681">
                  <c:v>331.6</c:v>
                </c:pt>
                <c:pt idx="682">
                  <c:v>332</c:v>
                </c:pt>
                <c:pt idx="683">
                  <c:v>332.4</c:v>
                </c:pt>
                <c:pt idx="684">
                  <c:v>332.8</c:v>
                </c:pt>
                <c:pt idx="685">
                  <c:v>333.2</c:v>
                </c:pt>
                <c:pt idx="686">
                  <c:v>333.6</c:v>
                </c:pt>
                <c:pt idx="687">
                  <c:v>334</c:v>
                </c:pt>
                <c:pt idx="688">
                  <c:v>334.4</c:v>
                </c:pt>
                <c:pt idx="689">
                  <c:v>334.8</c:v>
                </c:pt>
                <c:pt idx="690">
                  <c:v>335.2</c:v>
                </c:pt>
                <c:pt idx="691">
                  <c:v>335.6</c:v>
                </c:pt>
                <c:pt idx="692">
                  <c:v>336</c:v>
                </c:pt>
                <c:pt idx="693">
                  <c:v>336.4</c:v>
                </c:pt>
                <c:pt idx="694">
                  <c:v>336.8</c:v>
                </c:pt>
                <c:pt idx="695">
                  <c:v>337.2</c:v>
                </c:pt>
                <c:pt idx="696">
                  <c:v>337.6</c:v>
                </c:pt>
                <c:pt idx="697">
                  <c:v>338</c:v>
                </c:pt>
                <c:pt idx="698">
                  <c:v>338.4</c:v>
                </c:pt>
                <c:pt idx="699">
                  <c:v>338.8</c:v>
                </c:pt>
                <c:pt idx="700">
                  <c:v>339.2</c:v>
                </c:pt>
                <c:pt idx="701">
                  <c:v>339.6</c:v>
                </c:pt>
                <c:pt idx="702">
                  <c:v>340</c:v>
                </c:pt>
                <c:pt idx="703">
                  <c:v>340.4</c:v>
                </c:pt>
                <c:pt idx="704">
                  <c:v>340.8</c:v>
                </c:pt>
                <c:pt idx="705">
                  <c:v>341.2</c:v>
                </c:pt>
                <c:pt idx="706">
                  <c:v>341.6</c:v>
                </c:pt>
                <c:pt idx="707">
                  <c:v>342</c:v>
                </c:pt>
                <c:pt idx="708">
                  <c:v>342.4</c:v>
                </c:pt>
                <c:pt idx="709">
                  <c:v>342.8</c:v>
                </c:pt>
                <c:pt idx="710">
                  <c:v>343.2</c:v>
                </c:pt>
                <c:pt idx="711">
                  <c:v>343.6</c:v>
                </c:pt>
                <c:pt idx="712">
                  <c:v>344</c:v>
                </c:pt>
                <c:pt idx="713">
                  <c:v>344.4</c:v>
                </c:pt>
                <c:pt idx="714">
                  <c:v>344.8</c:v>
                </c:pt>
                <c:pt idx="715">
                  <c:v>345.2</c:v>
                </c:pt>
                <c:pt idx="716">
                  <c:v>345.6</c:v>
                </c:pt>
                <c:pt idx="717">
                  <c:v>345.7960004103</c:v>
                </c:pt>
                <c:pt idx="718">
                  <c:v>346</c:v>
                </c:pt>
                <c:pt idx="719">
                  <c:v>346.4</c:v>
                </c:pt>
                <c:pt idx="720">
                  <c:v>346.8</c:v>
                </c:pt>
                <c:pt idx="721">
                  <c:v>347.2</c:v>
                </c:pt>
                <c:pt idx="722">
                  <c:v>347.6</c:v>
                </c:pt>
                <c:pt idx="723">
                  <c:v>348</c:v>
                </c:pt>
                <c:pt idx="724">
                  <c:v>348.4</c:v>
                </c:pt>
                <c:pt idx="725">
                  <c:v>348.8</c:v>
                </c:pt>
                <c:pt idx="726">
                  <c:v>349.2</c:v>
                </c:pt>
                <c:pt idx="727">
                  <c:v>349.6</c:v>
                </c:pt>
                <c:pt idx="728">
                  <c:v>350</c:v>
                </c:pt>
                <c:pt idx="729">
                  <c:v>350.4</c:v>
                </c:pt>
                <c:pt idx="730">
                  <c:v>350.8</c:v>
                </c:pt>
                <c:pt idx="731">
                  <c:v>351.2</c:v>
                </c:pt>
                <c:pt idx="732">
                  <c:v>351.6</c:v>
                </c:pt>
                <c:pt idx="733">
                  <c:v>352</c:v>
                </c:pt>
                <c:pt idx="734">
                  <c:v>352.4</c:v>
                </c:pt>
                <c:pt idx="735">
                  <c:v>352.8</c:v>
                </c:pt>
                <c:pt idx="736">
                  <c:v>353.2</c:v>
                </c:pt>
                <c:pt idx="737">
                  <c:v>353.6</c:v>
                </c:pt>
                <c:pt idx="738">
                  <c:v>354</c:v>
                </c:pt>
                <c:pt idx="739">
                  <c:v>354.4</c:v>
                </c:pt>
                <c:pt idx="740">
                  <c:v>354.8</c:v>
                </c:pt>
                <c:pt idx="741">
                  <c:v>355.2</c:v>
                </c:pt>
                <c:pt idx="742">
                  <c:v>355.6</c:v>
                </c:pt>
                <c:pt idx="743">
                  <c:v>356</c:v>
                </c:pt>
                <c:pt idx="744">
                  <c:v>356.4</c:v>
                </c:pt>
                <c:pt idx="745">
                  <c:v>356.8</c:v>
                </c:pt>
                <c:pt idx="746">
                  <c:v>357.2</c:v>
                </c:pt>
                <c:pt idx="747">
                  <c:v>357.6</c:v>
                </c:pt>
                <c:pt idx="748">
                  <c:v>358</c:v>
                </c:pt>
                <c:pt idx="749">
                  <c:v>358.4</c:v>
                </c:pt>
                <c:pt idx="750">
                  <c:v>358.8</c:v>
                </c:pt>
                <c:pt idx="751">
                  <c:v>359.2</c:v>
                </c:pt>
                <c:pt idx="752">
                  <c:v>359.6</c:v>
                </c:pt>
                <c:pt idx="753">
                  <c:v>360</c:v>
                </c:pt>
                <c:pt idx="754">
                  <c:v>360.4</c:v>
                </c:pt>
                <c:pt idx="755">
                  <c:v>360.8</c:v>
                </c:pt>
                <c:pt idx="756">
                  <c:v>361.2</c:v>
                </c:pt>
                <c:pt idx="757">
                  <c:v>361.6</c:v>
                </c:pt>
                <c:pt idx="758">
                  <c:v>362</c:v>
                </c:pt>
                <c:pt idx="759">
                  <c:v>362.4</c:v>
                </c:pt>
                <c:pt idx="760">
                  <c:v>362.8</c:v>
                </c:pt>
                <c:pt idx="761">
                  <c:v>363.2</c:v>
                </c:pt>
                <c:pt idx="762">
                  <c:v>363.6</c:v>
                </c:pt>
                <c:pt idx="763">
                  <c:v>364</c:v>
                </c:pt>
                <c:pt idx="764">
                  <c:v>364.4</c:v>
                </c:pt>
                <c:pt idx="765">
                  <c:v>364.8</c:v>
                </c:pt>
                <c:pt idx="766">
                  <c:v>365.2</c:v>
                </c:pt>
                <c:pt idx="767">
                  <c:v>365.6</c:v>
                </c:pt>
                <c:pt idx="768">
                  <c:v>366</c:v>
                </c:pt>
                <c:pt idx="769">
                  <c:v>366.4</c:v>
                </c:pt>
                <c:pt idx="770">
                  <c:v>366.8</c:v>
                </c:pt>
                <c:pt idx="771">
                  <c:v>367.2</c:v>
                </c:pt>
                <c:pt idx="772">
                  <c:v>367.6</c:v>
                </c:pt>
                <c:pt idx="773">
                  <c:v>368</c:v>
                </c:pt>
                <c:pt idx="774">
                  <c:v>368.4</c:v>
                </c:pt>
                <c:pt idx="775">
                  <c:v>368.8</c:v>
                </c:pt>
                <c:pt idx="776">
                  <c:v>369.2</c:v>
                </c:pt>
                <c:pt idx="777">
                  <c:v>369.6</c:v>
                </c:pt>
                <c:pt idx="778">
                  <c:v>370</c:v>
                </c:pt>
                <c:pt idx="779">
                  <c:v>370.4</c:v>
                </c:pt>
                <c:pt idx="780">
                  <c:v>370.8</c:v>
                </c:pt>
                <c:pt idx="781">
                  <c:v>371.2</c:v>
                </c:pt>
                <c:pt idx="782">
                  <c:v>371.6</c:v>
                </c:pt>
                <c:pt idx="783">
                  <c:v>372</c:v>
                </c:pt>
                <c:pt idx="784">
                  <c:v>372.4</c:v>
                </c:pt>
                <c:pt idx="785">
                  <c:v>372.8</c:v>
                </c:pt>
                <c:pt idx="786">
                  <c:v>373.2</c:v>
                </c:pt>
                <c:pt idx="787">
                  <c:v>373.6</c:v>
                </c:pt>
                <c:pt idx="788">
                  <c:v>374</c:v>
                </c:pt>
                <c:pt idx="789">
                  <c:v>374.4</c:v>
                </c:pt>
                <c:pt idx="790">
                  <c:v>374.8</c:v>
                </c:pt>
                <c:pt idx="791">
                  <c:v>375.2</c:v>
                </c:pt>
                <c:pt idx="792">
                  <c:v>375.6</c:v>
                </c:pt>
                <c:pt idx="793">
                  <c:v>376</c:v>
                </c:pt>
                <c:pt idx="794">
                  <c:v>376.4</c:v>
                </c:pt>
                <c:pt idx="795">
                  <c:v>376.8</c:v>
                </c:pt>
                <c:pt idx="796">
                  <c:v>377.2</c:v>
                </c:pt>
                <c:pt idx="797">
                  <c:v>377.6</c:v>
                </c:pt>
                <c:pt idx="798">
                  <c:v>378</c:v>
                </c:pt>
                <c:pt idx="799">
                  <c:v>378.4</c:v>
                </c:pt>
                <c:pt idx="800">
                  <c:v>378.8</c:v>
                </c:pt>
                <c:pt idx="801">
                  <c:v>379.2</c:v>
                </c:pt>
                <c:pt idx="802">
                  <c:v>379.6</c:v>
                </c:pt>
                <c:pt idx="803">
                  <c:v>380</c:v>
                </c:pt>
                <c:pt idx="804">
                  <c:v>380.4</c:v>
                </c:pt>
                <c:pt idx="805">
                  <c:v>380.8</c:v>
                </c:pt>
                <c:pt idx="806">
                  <c:v>381.2</c:v>
                </c:pt>
                <c:pt idx="807">
                  <c:v>381.6</c:v>
                </c:pt>
                <c:pt idx="808">
                  <c:v>382</c:v>
                </c:pt>
                <c:pt idx="809">
                  <c:v>382.4</c:v>
                </c:pt>
                <c:pt idx="810">
                  <c:v>382.8</c:v>
                </c:pt>
                <c:pt idx="811">
                  <c:v>383.2</c:v>
                </c:pt>
                <c:pt idx="812">
                  <c:v>383.6</c:v>
                </c:pt>
                <c:pt idx="813">
                  <c:v>384</c:v>
                </c:pt>
                <c:pt idx="814">
                  <c:v>384.4</c:v>
                </c:pt>
                <c:pt idx="815">
                  <c:v>384.8</c:v>
                </c:pt>
                <c:pt idx="816">
                  <c:v>385.2</c:v>
                </c:pt>
                <c:pt idx="817">
                  <c:v>385.6</c:v>
                </c:pt>
                <c:pt idx="818">
                  <c:v>386</c:v>
                </c:pt>
                <c:pt idx="819">
                  <c:v>386.4</c:v>
                </c:pt>
                <c:pt idx="820">
                  <c:v>386.8</c:v>
                </c:pt>
                <c:pt idx="821">
                  <c:v>387.2</c:v>
                </c:pt>
                <c:pt idx="822">
                  <c:v>387.6</c:v>
                </c:pt>
                <c:pt idx="823">
                  <c:v>388</c:v>
                </c:pt>
                <c:pt idx="824">
                  <c:v>388.4</c:v>
                </c:pt>
                <c:pt idx="825">
                  <c:v>388.8</c:v>
                </c:pt>
                <c:pt idx="826">
                  <c:v>389.2</c:v>
                </c:pt>
                <c:pt idx="827">
                  <c:v>389.6</c:v>
                </c:pt>
                <c:pt idx="828">
                  <c:v>390</c:v>
                </c:pt>
                <c:pt idx="829">
                  <c:v>390.4</c:v>
                </c:pt>
                <c:pt idx="830">
                  <c:v>390.8</c:v>
                </c:pt>
                <c:pt idx="831">
                  <c:v>391.2</c:v>
                </c:pt>
                <c:pt idx="832">
                  <c:v>391.6</c:v>
                </c:pt>
                <c:pt idx="833">
                  <c:v>392</c:v>
                </c:pt>
                <c:pt idx="834">
                  <c:v>392.4</c:v>
                </c:pt>
                <c:pt idx="835">
                  <c:v>392.8</c:v>
                </c:pt>
                <c:pt idx="836">
                  <c:v>393.2</c:v>
                </c:pt>
                <c:pt idx="837">
                  <c:v>393.6</c:v>
                </c:pt>
                <c:pt idx="838">
                  <c:v>394</c:v>
                </c:pt>
                <c:pt idx="839">
                  <c:v>394.4</c:v>
                </c:pt>
                <c:pt idx="840">
                  <c:v>394.8</c:v>
                </c:pt>
                <c:pt idx="841">
                  <c:v>395.2</c:v>
                </c:pt>
                <c:pt idx="842">
                  <c:v>395.6</c:v>
                </c:pt>
                <c:pt idx="843">
                  <c:v>396</c:v>
                </c:pt>
                <c:pt idx="844">
                  <c:v>396.4</c:v>
                </c:pt>
                <c:pt idx="845">
                  <c:v>396.8</c:v>
                </c:pt>
                <c:pt idx="846">
                  <c:v>397.2</c:v>
                </c:pt>
                <c:pt idx="847">
                  <c:v>397.6</c:v>
                </c:pt>
                <c:pt idx="848">
                  <c:v>398</c:v>
                </c:pt>
                <c:pt idx="849">
                  <c:v>398.4</c:v>
                </c:pt>
                <c:pt idx="850">
                  <c:v>398.8</c:v>
                </c:pt>
                <c:pt idx="851">
                  <c:v>399.2</c:v>
                </c:pt>
                <c:pt idx="852">
                  <c:v>399.6</c:v>
                </c:pt>
                <c:pt idx="853">
                  <c:v>400</c:v>
                </c:pt>
                <c:pt idx="854">
                  <c:v>400.4</c:v>
                </c:pt>
                <c:pt idx="855">
                  <c:v>400.8</c:v>
                </c:pt>
                <c:pt idx="856">
                  <c:v>401.2</c:v>
                </c:pt>
                <c:pt idx="857">
                  <c:v>401.6</c:v>
                </c:pt>
                <c:pt idx="858">
                  <c:v>402</c:v>
                </c:pt>
                <c:pt idx="859">
                  <c:v>402.4</c:v>
                </c:pt>
                <c:pt idx="860">
                  <c:v>402.8</c:v>
                </c:pt>
                <c:pt idx="861">
                  <c:v>403.2</c:v>
                </c:pt>
                <c:pt idx="862">
                  <c:v>403.6</c:v>
                </c:pt>
                <c:pt idx="863">
                  <c:v>404</c:v>
                </c:pt>
                <c:pt idx="864">
                  <c:v>404.4</c:v>
                </c:pt>
                <c:pt idx="865">
                  <c:v>404.8</c:v>
                </c:pt>
                <c:pt idx="866">
                  <c:v>405.2</c:v>
                </c:pt>
                <c:pt idx="867">
                  <c:v>405.6</c:v>
                </c:pt>
                <c:pt idx="868">
                  <c:v>406</c:v>
                </c:pt>
                <c:pt idx="869">
                  <c:v>406.4</c:v>
                </c:pt>
                <c:pt idx="870">
                  <c:v>406.8</c:v>
                </c:pt>
                <c:pt idx="871">
                  <c:v>407.2</c:v>
                </c:pt>
                <c:pt idx="872">
                  <c:v>407.6</c:v>
                </c:pt>
                <c:pt idx="873">
                  <c:v>408</c:v>
                </c:pt>
                <c:pt idx="874">
                  <c:v>408.4</c:v>
                </c:pt>
                <c:pt idx="875">
                  <c:v>408.8</c:v>
                </c:pt>
                <c:pt idx="876">
                  <c:v>409.2</c:v>
                </c:pt>
                <c:pt idx="877">
                  <c:v>409.6</c:v>
                </c:pt>
                <c:pt idx="878">
                  <c:v>410</c:v>
                </c:pt>
                <c:pt idx="879">
                  <c:v>410.4</c:v>
                </c:pt>
                <c:pt idx="880">
                  <c:v>410.8</c:v>
                </c:pt>
                <c:pt idx="881">
                  <c:v>411.2</c:v>
                </c:pt>
                <c:pt idx="882">
                  <c:v>411.6</c:v>
                </c:pt>
                <c:pt idx="883">
                  <c:v>412</c:v>
                </c:pt>
                <c:pt idx="884">
                  <c:v>412.4</c:v>
                </c:pt>
                <c:pt idx="885">
                  <c:v>412.8</c:v>
                </c:pt>
                <c:pt idx="886">
                  <c:v>413.2</c:v>
                </c:pt>
                <c:pt idx="887">
                  <c:v>413.6</c:v>
                </c:pt>
                <c:pt idx="888">
                  <c:v>414</c:v>
                </c:pt>
                <c:pt idx="889">
                  <c:v>414.4</c:v>
                </c:pt>
                <c:pt idx="890">
                  <c:v>414.8</c:v>
                </c:pt>
                <c:pt idx="891">
                  <c:v>415.2</c:v>
                </c:pt>
                <c:pt idx="892">
                  <c:v>415.6</c:v>
                </c:pt>
                <c:pt idx="893">
                  <c:v>416</c:v>
                </c:pt>
                <c:pt idx="894">
                  <c:v>416.4</c:v>
                </c:pt>
                <c:pt idx="895">
                  <c:v>416.8</c:v>
                </c:pt>
                <c:pt idx="896">
                  <c:v>417.2</c:v>
                </c:pt>
                <c:pt idx="897">
                  <c:v>417.6</c:v>
                </c:pt>
                <c:pt idx="898">
                  <c:v>418</c:v>
                </c:pt>
                <c:pt idx="899">
                  <c:v>418.4</c:v>
                </c:pt>
                <c:pt idx="900">
                  <c:v>418.8</c:v>
                </c:pt>
                <c:pt idx="901">
                  <c:v>419.2</c:v>
                </c:pt>
                <c:pt idx="902">
                  <c:v>419.6</c:v>
                </c:pt>
                <c:pt idx="903">
                  <c:v>420</c:v>
                </c:pt>
                <c:pt idx="904">
                  <c:v>420.4</c:v>
                </c:pt>
                <c:pt idx="905">
                  <c:v>420.8</c:v>
                </c:pt>
                <c:pt idx="906">
                  <c:v>421.2</c:v>
                </c:pt>
                <c:pt idx="907">
                  <c:v>421.6</c:v>
                </c:pt>
                <c:pt idx="908">
                  <c:v>422</c:v>
                </c:pt>
                <c:pt idx="909">
                  <c:v>422.4</c:v>
                </c:pt>
                <c:pt idx="910">
                  <c:v>422.8</c:v>
                </c:pt>
                <c:pt idx="911">
                  <c:v>423.2</c:v>
                </c:pt>
                <c:pt idx="912">
                  <c:v>423.6</c:v>
                </c:pt>
                <c:pt idx="913">
                  <c:v>424</c:v>
                </c:pt>
                <c:pt idx="914">
                  <c:v>424.4</c:v>
                </c:pt>
                <c:pt idx="915">
                  <c:v>424.8</c:v>
                </c:pt>
                <c:pt idx="916">
                  <c:v>425.2</c:v>
                </c:pt>
                <c:pt idx="917">
                  <c:v>425.6</c:v>
                </c:pt>
                <c:pt idx="918">
                  <c:v>426</c:v>
                </c:pt>
                <c:pt idx="919">
                  <c:v>426.4</c:v>
                </c:pt>
                <c:pt idx="920">
                  <c:v>426.8</c:v>
                </c:pt>
                <c:pt idx="921">
                  <c:v>427.2</c:v>
                </c:pt>
                <c:pt idx="922">
                  <c:v>427.6</c:v>
                </c:pt>
                <c:pt idx="923">
                  <c:v>428</c:v>
                </c:pt>
                <c:pt idx="924">
                  <c:v>428.4</c:v>
                </c:pt>
                <c:pt idx="925">
                  <c:v>428.8</c:v>
                </c:pt>
                <c:pt idx="926">
                  <c:v>429.2</c:v>
                </c:pt>
                <c:pt idx="927">
                  <c:v>429.6</c:v>
                </c:pt>
                <c:pt idx="928">
                  <c:v>430</c:v>
                </c:pt>
                <c:pt idx="929">
                  <c:v>430.4</c:v>
                </c:pt>
                <c:pt idx="930">
                  <c:v>430.8</c:v>
                </c:pt>
                <c:pt idx="931">
                  <c:v>431.2</c:v>
                </c:pt>
                <c:pt idx="932">
                  <c:v>431.6</c:v>
                </c:pt>
                <c:pt idx="933">
                  <c:v>432</c:v>
                </c:pt>
                <c:pt idx="934">
                  <c:v>432.4</c:v>
                </c:pt>
                <c:pt idx="935">
                  <c:v>432.8</c:v>
                </c:pt>
                <c:pt idx="936">
                  <c:v>433.2</c:v>
                </c:pt>
                <c:pt idx="937">
                  <c:v>433.6</c:v>
                </c:pt>
                <c:pt idx="938">
                  <c:v>434</c:v>
                </c:pt>
                <c:pt idx="939">
                  <c:v>434.4</c:v>
                </c:pt>
                <c:pt idx="940">
                  <c:v>434.8</c:v>
                </c:pt>
                <c:pt idx="941">
                  <c:v>435.2</c:v>
                </c:pt>
                <c:pt idx="942">
                  <c:v>435.6</c:v>
                </c:pt>
                <c:pt idx="943">
                  <c:v>436</c:v>
                </c:pt>
                <c:pt idx="944">
                  <c:v>436.4</c:v>
                </c:pt>
                <c:pt idx="945">
                  <c:v>436.8</c:v>
                </c:pt>
                <c:pt idx="946">
                  <c:v>437.2</c:v>
                </c:pt>
                <c:pt idx="947">
                  <c:v>437.6</c:v>
                </c:pt>
                <c:pt idx="948">
                  <c:v>438</c:v>
                </c:pt>
                <c:pt idx="949">
                  <c:v>438.4</c:v>
                </c:pt>
                <c:pt idx="950">
                  <c:v>438.8</c:v>
                </c:pt>
                <c:pt idx="951">
                  <c:v>439.2</c:v>
                </c:pt>
                <c:pt idx="952">
                  <c:v>439.6</c:v>
                </c:pt>
                <c:pt idx="953">
                  <c:v>440</c:v>
                </c:pt>
                <c:pt idx="954">
                  <c:v>440.4</c:v>
                </c:pt>
                <c:pt idx="955">
                  <c:v>440.8</c:v>
                </c:pt>
                <c:pt idx="956">
                  <c:v>441.2</c:v>
                </c:pt>
                <c:pt idx="957">
                  <c:v>441.6</c:v>
                </c:pt>
                <c:pt idx="958">
                  <c:v>442</c:v>
                </c:pt>
                <c:pt idx="959">
                  <c:v>442.4</c:v>
                </c:pt>
                <c:pt idx="960">
                  <c:v>442.8</c:v>
                </c:pt>
                <c:pt idx="961">
                  <c:v>443.2</c:v>
                </c:pt>
                <c:pt idx="962">
                  <c:v>443.6</c:v>
                </c:pt>
                <c:pt idx="963">
                  <c:v>444</c:v>
                </c:pt>
                <c:pt idx="964">
                  <c:v>444.4</c:v>
                </c:pt>
                <c:pt idx="965">
                  <c:v>444.8</c:v>
                </c:pt>
                <c:pt idx="966">
                  <c:v>445.2</c:v>
                </c:pt>
                <c:pt idx="967">
                  <c:v>445.6</c:v>
                </c:pt>
                <c:pt idx="968">
                  <c:v>446</c:v>
                </c:pt>
                <c:pt idx="969">
                  <c:v>446.4</c:v>
                </c:pt>
                <c:pt idx="970">
                  <c:v>446.8</c:v>
                </c:pt>
                <c:pt idx="971">
                  <c:v>447.2</c:v>
                </c:pt>
                <c:pt idx="972">
                  <c:v>447.6</c:v>
                </c:pt>
                <c:pt idx="973">
                  <c:v>448</c:v>
                </c:pt>
                <c:pt idx="974">
                  <c:v>448.4</c:v>
                </c:pt>
                <c:pt idx="975">
                  <c:v>448.8</c:v>
                </c:pt>
                <c:pt idx="976">
                  <c:v>449.2</c:v>
                </c:pt>
                <c:pt idx="977">
                  <c:v>449.6</c:v>
                </c:pt>
                <c:pt idx="978">
                  <c:v>450</c:v>
                </c:pt>
                <c:pt idx="979">
                  <c:v>450.4</c:v>
                </c:pt>
                <c:pt idx="980">
                  <c:v>450.8</c:v>
                </c:pt>
                <c:pt idx="981">
                  <c:v>451.2</c:v>
                </c:pt>
                <c:pt idx="982">
                  <c:v>451.6</c:v>
                </c:pt>
                <c:pt idx="983">
                  <c:v>452</c:v>
                </c:pt>
                <c:pt idx="984">
                  <c:v>452.4</c:v>
                </c:pt>
                <c:pt idx="985">
                  <c:v>452.8</c:v>
                </c:pt>
                <c:pt idx="986">
                  <c:v>453.2</c:v>
                </c:pt>
                <c:pt idx="987">
                  <c:v>453.6</c:v>
                </c:pt>
                <c:pt idx="988">
                  <c:v>454</c:v>
                </c:pt>
                <c:pt idx="989">
                  <c:v>454.4</c:v>
                </c:pt>
                <c:pt idx="990">
                  <c:v>454.8</c:v>
                </c:pt>
                <c:pt idx="991">
                  <c:v>455.2</c:v>
                </c:pt>
                <c:pt idx="992">
                  <c:v>455.6</c:v>
                </c:pt>
                <c:pt idx="993">
                  <c:v>456</c:v>
                </c:pt>
                <c:pt idx="994">
                  <c:v>456.4</c:v>
                </c:pt>
                <c:pt idx="995">
                  <c:v>456.8</c:v>
                </c:pt>
                <c:pt idx="996">
                  <c:v>457.2</c:v>
                </c:pt>
                <c:pt idx="997">
                  <c:v>457.6</c:v>
                </c:pt>
                <c:pt idx="998">
                  <c:v>458</c:v>
                </c:pt>
                <c:pt idx="999">
                  <c:v>458.4</c:v>
                </c:pt>
                <c:pt idx="1000">
                  <c:v>458.8</c:v>
                </c:pt>
                <c:pt idx="1001">
                  <c:v>459.2</c:v>
                </c:pt>
                <c:pt idx="1002">
                  <c:v>459.6</c:v>
                </c:pt>
                <c:pt idx="1003">
                  <c:v>460</c:v>
                </c:pt>
                <c:pt idx="1004">
                  <c:v>460.4</c:v>
                </c:pt>
                <c:pt idx="1005">
                  <c:v>460.8</c:v>
                </c:pt>
                <c:pt idx="1006">
                  <c:v>461.04077811086</c:v>
                </c:pt>
                <c:pt idx="1007">
                  <c:v>461.2</c:v>
                </c:pt>
                <c:pt idx="1008">
                  <c:v>461.6</c:v>
                </c:pt>
                <c:pt idx="1009">
                  <c:v>462</c:v>
                </c:pt>
                <c:pt idx="1010">
                  <c:v>462.4</c:v>
                </c:pt>
                <c:pt idx="1011">
                  <c:v>462.8</c:v>
                </c:pt>
                <c:pt idx="1012">
                  <c:v>463.2</c:v>
                </c:pt>
                <c:pt idx="1013">
                  <c:v>463.6</c:v>
                </c:pt>
                <c:pt idx="1014">
                  <c:v>464</c:v>
                </c:pt>
                <c:pt idx="1015">
                  <c:v>464.4</c:v>
                </c:pt>
                <c:pt idx="1016">
                  <c:v>464.8</c:v>
                </c:pt>
                <c:pt idx="1017">
                  <c:v>465.2</c:v>
                </c:pt>
                <c:pt idx="1018">
                  <c:v>465.6</c:v>
                </c:pt>
                <c:pt idx="1019">
                  <c:v>466</c:v>
                </c:pt>
                <c:pt idx="1020">
                  <c:v>466.4</c:v>
                </c:pt>
                <c:pt idx="1021">
                  <c:v>466.8</c:v>
                </c:pt>
                <c:pt idx="1022">
                  <c:v>467.2</c:v>
                </c:pt>
                <c:pt idx="1023">
                  <c:v>467.6</c:v>
                </c:pt>
                <c:pt idx="1024">
                  <c:v>468</c:v>
                </c:pt>
                <c:pt idx="1025">
                  <c:v>468.4</c:v>
                </c:pt>
                <c:pt idx="1026">
                  <c:v>468.8</c:v>
                </c:pt>
                <c:pt idx="1027">
                  <c:v>469.2</c:v>
                </c:pt>
                <c:pt idx="1028">
                  <c:v>469.6</c:v>
                </c:pt>
                <c:pt idx="1029">
                  <c:v>470</c:v>
                </c:pt>
                <c:pt idx="1030">
                  <c:v>470.4</c:v>
                </c:pt>
                <c:pt idx="1031">
                  <c:v>470.8</c:v>
                </c:pt>
                <c:pt idx="1032">
                  <c:v>471.2</c:v>
                </c:pt>
                <c:pt idx="1033">
                  <c:v>471.6</c:v>
                </c:pt>
                <c:pt idx="1034">
                  <c:v>472</c:v>
                </c:pt>
                <c:pt idx="1035">
                  <c:v>472.4</c:v>
                </c:pt>
                <c:pt idx="1036">
                  <c:v>472.8</c:v>
                </c:pt>
                <c:pt idx="1037">
                  <c:v>473.2</c:v>
                </c:pt>
                <c:pt idx="1038">
                  <c:v>473.6</c:v>
                </c:pt>
                <c:pt idx="1039">
                  <c:v>474</c:v>
                </c:pt>
                <c:pt idx="1040">
                  <c:v>474.4</c:v>
                </c:pt>
                <c:pt idx="1041">
                  <c:v>474.8</c:v>
                </c:pt>
                <c:pt idx="1042">
                  <c:v>475.2</c:v>
                </c:pt>
                <c:pt idx="1043">
                  <c:v>475.6</c:v>
                </c:pt>
                <c:pt idx="1044">
                  <c:v>476</c:v>
                </c:pt>
                <c:pt idx="1045">
                  <c:v>476.4</c:v>
                </c:pt>
                <c:pt idx="1046">
                  <c:v>476.8</c:v>
                </c:pt>
                <c:pt idx="1047">
                  <c:v>477.2</c:v>
                </c:pt>
                <c:pt idx="1048">
                  <c:v>477.6</c:v>
                </c:pt>
                <c:pt idx="1049">
                  <c:v>478</c:v>
                </c:pt>
                <c:pt idx="1050">
                  <c:v>478.4</c:v>
                </c:pt>
                <c:pt idx="1051">
                  <c:v>478.8</c:v>
                </c:pt>
                <c:pt idx="1052">
                  <c:v>479.2</c:v>
                </c:pt>
                <c:pt idx="1053">
                  <c:v>479.6</c:v>
                </c:pt>
                <c:pt idx="1054">
                  <c:v>480</c:v>
                </c:pt>
                <c:pt idx="1055">
                  <c:v>480.4</c:v>
                </c:pt>
                <c:pt idx="1056">
                  <c:v>480.8</c:v>
                </c:pt>
                <c:pt idx="1057">
                  <c:v>481.2</c:v>
                </c:pt>
                <c:pt idx="1058">
                  <c:v>481.6</c:v>
                </c:pt>
                <c:pt idx="1059">
                  <c:v>482</c:v>
                </c:pt>
                <c:pt idx="1060">
                  <c:v>482.4</c:v>
                </c:pt>
                <c:pt idx="1061">
                  <c:v>482.8</c:v>
                </c:pt>
                <c:pt idx="1062">
                  <c:v>483.2</c:v>
                </c:pt>
                <c:pt idx="1063">
                  <c:v>483.6</c:v>
                </c:pt>
                <c:pt idx="1064">
                  <c:v>484</c:v>
                </c:pt>
                <c:pt idx="1065">
                  <c:v>484.4</c:v>
                </c:pt>
                <c:pt idx="1066">
                  <c:v>484.8</c:v>
                </c:pt>
                <c:pt idx="1067">
                  <c:v>485.2</c:v>
                </c:pt>
                <c:pt idx="1068">
                  <c:v>485.6</c:v>
                </c:pt>
                <c:pt idx="1069">
                  <c:v>486</c:v>
                </c:pt>
                <c:pt idx="1070">
                  <c:v>486.4</c:v>
                </c:pt>
                <c:pt idx="1071">
                  <c:v>486.8</c:v>
                </c:pt>
                <c:pt idx="1072">
                  <c:v>487.2</c:v>
                </c:pt>
                <c:pt idx="1073">
                  <c:v>487.6</c:v>
                </c:pt>
                <c:pt idx="1074">
                  <c:v>488</c:v>
                </c:pt>
                <c:pt idx="1075">
                  <c:v>488.4</c:v>
                </c:pt>
                <c:pt idx="1076">
                  <c:v>488.8</c:v>
                </c:pt>
                <c:pt idx="1077">
                  <c:v>489.2</c:v>
                </c:pt>
                <c:pt idx="1078">
                  <c:v>489.6</c:v>
                </c:pt>
                <c:pt idx="1079">
                  <c:v>490</c:v>
                </c:pt>
                <c:pt idx="1080">
                  <c:v>490.4</c:v>
                </c:pt>
                <c:pt idx="1081">
                  <c:v>490.8</c:v>
                </c:pt>
                <c:pt idx="1082">
                  <c:v>491.2</c:v>
                </c:pt>
                <c:pt idx="1083">
                  <c:v>491.6</c:v>
                </c:pt>
                <c:pt idx="1084">
                  <c:v>492</c:v>
                </c:pt>
                <c:pt idx="1085">
                  <c:v>492.4</c:v>
                </c:pt>
                <c:pt idx="1086">
                  <c:v>492.8</c:v>
                </c:pt>
                <c:pt idx="1087">
                  <c:v>493.2</c:v>
                </c:pt>
                <c:pt idx="1088">
                  <c:v>493.6</c:v>
                </c:pt>
                <c:pt idx="1089">
                  <c:v>494</c:v>
                </c:pt>
                <c:pt idx="1090">
                  <c:v>494.4</c:v>
                </c:pt>
                <c:pt idx="1091">
                  <c:v>494.8</c:v>
                </c:pt>
                <c:pt idx="1092">
                  <c:v>495.2</c:v>
                </c:pt>
                <c:pt idx="1093">
                  <c:v>495.6</c:v>
                </c:pt>
                <c:pt idx="1094">
                  <c:v>496</c:v>
                </c:pt>
                <c:pt idx="1095">
                  <c:v>496.4</c:v>
                </c:pt>
                <c:pt idx="1096">
                  <c:v>496.8</c:v>
                </c:pt>
                <c:pt idx="1097">
                  <c:v>497.2</c:v>
                </c:pt>
                <c:pt idx="1098">
                  <c:v>497.6</c:v>
                </c:pt>
                <c:pt idx="1099">
                  <c:v>498</c:v>
                </c:pt>
                <c:pt idx="1100">
                  <c:v>498.4</c:v>
                </c:pt>
                <c:pt idx="1101">
                  <c:v>498.8</c:v>
                </c:pt>
                <c:pt idx="1102">
                  <c:v>499.2</c:v>
                </c:pt>
                <c:pt idx="1103">
                  <c:v>499.6</c:v>
                </c:pt>
                <c:pt idx="1104">
                  <c:v>500</c:v>
                </c:pt>
                <c:pt idx="1105">
                  <c:v>500.4</c:v>
                </c:pt>
                <c:pt idx="1106">
                  <c:v>500.8</c:v>
                </c:pt>
                <c:pt idx="1107">
                  <c:v>501.2</c:v>
                </c:pt>
                <c:pt idx="1108">
                  <c:v>501.6</c:v>
                </c:pt>
                <c:pt idx="1109">
                  <c:v>502</c:v>
                </c:pt>
                <c:pt idx="1110">
                  <c:v>502.4</c:v>
                </c:pt>
                <c:pt idx="1111">
                  <c:v>502.8</c:v>
                </c:pt>
                <c:pt idx="1112">
                  <c:v>503.2</c:v>
                </c:pt>
                <c:pt idx="1113">
                  <c:v>503.6</c:v>
                </c:pt>
                <c:pt idx="1114">
                  <c:v>504</c:v>
                </c:pt>
                <c:pt idx="1115">
                  <c:v>504.4</c:v>
                </c:pt>
                <c:pt idx="1116">
                  <c:v>504.8</c:v>
                </c:pt>
                <c:pt idx="1117">
                  <c:v>505.2</c:v>
                </c:pt>
                <c:pt idx="1118">
                  <c:v>505.6</c:v>
                </c:pt>
                <c:pt idx="1119">
                  <c:v>506</c:v>
                </c:pt>
                <c:pt idx="1120">
                  <c:v>506.4</c:v>
                </c:pt>
                <c:pt idx="1121">
                  <c:v>506.8</c:v>
                </c:pt>
                <c:pt idx="1122">
                  <c:v>507.2</c:v>
                </c:pt>
                <c:pt idx="1123">
                  <c:v>507.6</c:v>
                </c:pt>
                <c:pt idx="1124">
                  <c:v>508</c:v>
                </c:pt>
                <c:pt idx="1125">
                  <c:v>508.4</c:v>
                </c:pt>
                <c:pt idx="1126">
                  <c:v>508.8</c:v>
                </c:pt>
                <c:pt idx="1127">
                  <c:v>509.2</c:v>
                </c:pt>
                <c:pt idx="1128">
                  <c:v>509.6</c:v>
                </c:pt>
                <c:pt idx="1129">
                  <c:v>510</c:v>
                </c:pt>
                <c:pt idx="1130">
                  <c:v>510.4</c:v>
                </c:pt>
                <c:pt idx="1131">
                  <c:v>510.8</c:v>
                </c:pt>
                <c:pt idx="1132">
                  <c:v>511.2</c:v>
                </c:pt>
                <c:pt idx="1133">
                  <c:v>511.6</c:v>
                </c:pt>
                <c:pt idx="1134">
                  <c:v>512</c:v>
                </c:pt>
                <c:pt idx="1135">
                  <c:v>512.4</c:v>
                </c:pt>
                <c:pt idx="1136">
                  <c:v>512.8</c:v>
                </c:pt>
                <c:pt idx="1137">
                  <c:v>513.2</c:v>
                </c:pt>
                <c:pt idx="1138">
                  <c:v>513.6</c:v>
                </c:pt>
                <c:pt idx="1139">
                  <c:v>514</c:v>
                </c:pt>
                <c:pt idx="1140">
                  <c:v>514.4</c:v>
                </c:pt>
                <c:pt idx="1141">
                  <c:v>514.8</c:v>
                </c:pt>
                <c:pt idx="1142">
                  <c:v>515.2</c:v>
                </c:pt>
                <c:pt idx="1143">
                  <c:v>515.6</c:v>
                </c:pt>
                <c:pt idx="1144">
                  <c:v>516</c:v>
                </c:pt>
                <c:pt idx="1145">
                  <c:v>516.4</c:v>
                </c:pt>
                <c:pt idx="1146">
                  <c:v>516.8</c:v>
                </c:pt>
                <c:pt idx="1147">
                  <c:v>517.2</c:v>
                </c:pt>
                <c:pt idx="1148">
                  <c:v>517.6</c:v>
                </c:pt>
                <c:pt idx="1149">
                  <c:v>518</c:v>
                </c:pt>
                <c:pt idx="1150">
                  <c:v>518.4</c:v>
                </c:pt>
                <c:pt idx="1151">
                  <c:v>518.8</c:v>
                </c:pt>
                <c:pt idx="1152">
                  <c:v>519.2</c:v>
                </c:pt>
                <c:pt idx="1153">
                  <c:v>519.6</c:v>
                </c:pt>
                <c:pt idx="1154">
                  <c:v>520</c:v>
                </c:pt>
                <c:pt idx="1155">
                  <c:v>520.4</c:v>
                </c:pt>
                <c:pt idx="1156">
                  <c:v>520.8</c:v>
                </c:pt>
                <c:pt idx="1157">
                  <c:v>521.2</c:v>
                </c:pt>
                <c:pt idx="1158">
                  <c:v>521.6</c:v>
                </c:pt>
                <c:pt idx="1159">
                  <c:v>522</c:v>
                </c:pt>
                <c:pt idx="1160">
                  <c:v>522.4</c:v>
                </c:pt>
                <c:pt idx="1161">
                  <c:v>522.8</c:v>
                </c:pt>
                <c:pt idx="1162">
                  <c:v>523.2</c:v>
                </c:pt>
                <c:pt idx="1163">
                  <c:v>523.6</c:v>
                </c:pt>
                <c:pt idx="1164">
                  <c:v>524</c:v>
                </c:pt>
                <c:pt idx="1165">
                  <c:v>524.4</c:v>
                </c:pt>
                <c:pt idx="1166">
                  <c:v>524.8</c:v>
                </c:pt>
                <c:pt idx="1167">
                  <c:v>525.2</c:v>
                </c:pt>
                <c:pt idx="1168">
                  <c:v>525.6</c:v>
                </c:pt>
                <c:pt idx="1169">
                  <c:v>526</c:v>
                </c:pt>
                <c:pt idx="1170">
                  <c:v>526.4</c:v>
                </c:pt>
                <c:pt idx="1171">
                  <c:v>526.8</c:v>
                </c:pt>
                <c:pt idx="1172">
                  <c:v>527.2</c:v>
                </c:pt>
                <c:pt idx="1173">
                  <c:v>527.6</c:v>
                </c:pt>
                <c:pt idx="1174">
                  <c:v>528</c:v>
                </c:pt>
                <c:pt idx="1175">
                  <c:v>528.4</c:v>
                </c:pt>
                <c:pt idx="1176">
                  <c:v>528.8</c:v>
                </c:pt>
                <c:pt idx="1177">
                  <c:v>529.2</c:v>
                </c:pt>
                <c:pt idx="1178">
                  <c:v>529.6</c:v>
                </c:pt>
                <c:pt idx="1179">
                  <c:v>530</c:v>
                </c:pt>
                <c:pt idx="1180">
                  <c:v>530.4</c:v>
                </c:pt>
                <c:pt idx="1181">
                  <c:v>530.8</c:v>
                </c:pt>
                <c:pt idx="1182">
                  <c:v>531.2</c:v>
                </c:pt>
                <c:pt idx="1183">
                  <c:v>531.6</c:v>
                </c:pt>
                <c:pt idx="1184">
                  <c:v>532</c:v>
                </c:pt>
                <c:pt idx="1185">
                  <c:v>532.4</c:v>
                </c:pt>
                <c:pt idx="1186">
                  <c:v>532.8</c:v>
                </c:pt>
                <c:pt idx="1187">
                  <c:v>533.2</c:v>
                </c:pt>
                <c:pt idx="1188">
                  <c:v>533.6</c:v>
                </c:pt>
                <c:pt idx="1189">
                  <c:v>534</c:v>
                </c:pt>
                <c:pt idx="1190">
                  <c:v>534.4</c:v>
                </c:pt>
                <c:pt idx="1191">
                  <c:v>534.8</c:v>
                </c:pt>
                <c:pt idx="1192">
                  <c:v>535.2</c:v>
                </c:pt>
                <c:pt idx="1193">
                  <c:v>535.6</c:v>
                </c:pt>
                <c:pt idx="1194">
                  <c:v>536</c:v>
                </c:pt>
                <c:pt idx="1195">
                  <c:v>536.4</c:v>
                </c:pt>
                <c:pt idx="1196">
                  <c:v>536.8</c:v>
                </c:pt>
                <c:pt idx="1197">
                  <c:v>537.2</c:v>
                </c:pt>
                <c:pt idx="1198">
                  <c:v>537.6</c:v>
                </c:pt>
                <c:pt idx="1199">
                  <c:v>538</c:v>
                </c:pt>
                <c:pt idx="1200">
                  <c:v>538.4</c:v>
                </c:pt>
                <c:pt idx="1201">
                  <c:v>538.8</c:v>
                </c:pt>
                <c:pt idx="1202">
                  <c:v>539.2</c:v>
                </c:pt>
                <c:pt idx="1203">
                  <c:v>539.6</c:v>
                </c:pt>
                <c:pt idx="1204">
                  <c:v>540</c:v>
                </c:pt>
                <c:pt idx="1205">
                  <c:v>540.4</c:v>
                </c:pt>
                <c:pt idx="1206">
                  <c:v>540.8</c:v>
                </c:pt>
                <c:pt idx="1207">
                  <c:v>541.2</c:v>
                </c:pt>
                <c:pt idx="1208">
                  <c:v>541.6</c:v>
                </c:pt>
                <c:pt idx="1209">
                  <c:v>542</c:v>
                </c:pt>
                <c:pt idx="1210">
                  <c:v>542.4</c:v>
                </c:pt>
                <c:pt idx="1211">
                  <c:v>542.8</c:v>
                </c:pt>
                <c:pt idx="1212">
                  <c:v>543.2</c:v>
                </c:pt>
                <c:pt idx="1213">
                  <c:v>543.6</c:v>
                </c:pt>
                <c:pt idx="1214">
                  <c:v>544</c:v>
                </c:pt>
                <c:pt idx="1215">
                  <c:v>544.4</c:v>
                </c:pt>
                <c:pt idx="1216">
                  <c:v>544.8</c:v>
                </c:pt>
                <c:pt idx="1217">
                  <c:v>545.2</c:v>
                </c:pt>
                <c:pt idx="1218">
                  <c:v>545.6</c:v>
                </c:pt>
                <c:pt idx="1219">
                  <c:v>546</c:v>
                </c:pt>
                <c:pt idx="1220">
                  <c:v>546.4</c:v>
                </c:pt>
                <c:pt idx="1221">
                  <c:v>546.8</c:v>
                </c:pt>
                <c:pt idx="1222">
                  <c:v>547.2</c:v>
                </c:pt>
                <c:pt idx="1223">
                  <c:v>547.6</c:v>
                </c:pt>
                <c:pt idx="1224">
                  <c:v>548</c:v>
                </c:pt>
                <c:pt idx="1225">
                  <c:v>548.4</c:v>
                </c:pt>
                <c:pt idx="1226">
                  <c:v>548.8</c:v>
                </c:pt>
                <c:pt idx="1227">
                  <c:v>549.2</c:v>
                </c:pt>
                <c:pt idx="1228">
                  <c:v>549.6</c:v>
                </c:pt>
                <c:pt idx="1229">
                  <c:v>550</c:v>
                </c:pt>
                <c:pt idx="1230">
                  <c:v>550.4</c:v>
                </c:pt>
                <c:pt idx="1231">
                  <c:v>550.8</c:v>
                </c:pt>
                <c:pt idx="1232">
                  <c:v>551.2</c:v>
                </c:pt>
                <c:pt idx="1233">
                  <c:v>551.6</c:v>
                </c:pt>
                <c:pt idx="1234">
                  <c:v>552</c:v>
                </c:pt>
                <c:pt idx="1235">
                  <c:v>552.4</c:v>
                </c:pt>
                <c:pt idx="1236">
                  <c:v>552.8</c:v>
                </c:pt>
                <c:pt idx="1237">
                  <c:v>553.2</c:v>
                </c:pt>
                <c:pt idx="1238">
                  <c:v>553.6</c:v>
                </c:pt>
                <c:pt idx="1239">
                  <c:v>554</c:v>
                </c:pt>
                <c:pt idx="1240">
                  <c:v>554.4</c:v>
                </c:pt>
                <c:pt idx="1241">
                  <c:v>554.8</c:v>
                </c:pt>
                <c:pt idx="1242">
                  <c:v>555.2</c:v>
                </c:pt>
                <c:pt idx="1243">
                  <c:v>555.6</c:v>
                </c:pt>
                <c:pt idx="1244">
                  <c:v>556</c:v>
                </c:pt>
                <c:pt idx="1245">
                  <c:v>556.4</c:v>
                </c:pt>
                <c:pt idx="1246">
                  <c:v>556.8</c:v>
                </c:pt>
                <c:pt idx="1247">
                  <c:v>557.2</c:v>
                </c:pt>
                <c:pt idx="1248">
                  <c:v>557.6</c:v>
                </c:pt>
                <c:pt idx="1249">
                  <c:v>558</c:v>
                </c:pt>
                <c:pt idx="1250">
                  <c:v>558.4</c:v>
                </c:pt>
                <c:pt idx="1251">
                  <c:v>558.8</c:v>
                </c:pt>
                <c:pt idx="1252">
                  <c:v>559.2</c:v>
                </c:pt>
                <c:pt idx="1253">
                  <c:v>559.6</c:v>
                </c:pt>
                <c:pt idx="1254">
                  <c:v>560</c:v>
                </c:pt>
                <c:pt idx="1255">
                  <c:v>560.4</c:v>
                </c:pt>
                <c:pt idx="1256">
                  <c:v>560.8</c:v>
                </c:pt>
                <c:pt idx="1257">
                  <c:v>561.2</c:v>
                </c:pt>
                <c:pt idx="1258">
                  <c:v>561.6</c:v>
                </c:pt>
                <c:pt idx="1259">
                  <c:v>562</c:v>
                </c:pt>
                <c:pt idx="1260">
                  <c:v>562.4</c:v>
                </c:pt>
                <c:pt idx="1261">
                  <c:v>562.8</c:v>
                </c:pt>
                <c:pt idx="1262">
                  <c:v>563.2</c:v>
                </c:pt>
                <c:pt idx="1263">
                  <c:v>563.6</c:v>
                </c:pt>
                <c:pt idx="1264">
                  <c:v>564</c:v>
                </c:pt>
                <c:pt idx="1265">
                  <c:v>564.4</c:v>
                </c:pt>
                <c:pt idx="1266">
                  <c:v>564.8</c:v>
                </c:pt>
                <c:pt idx="1267">
                  <c:v>565.2</c:v>
                </c:pt>
                <c:pt idx="1268">
                  <c:v>565.6</c:v>
                </c:pt>
                <c:pt idx="1269">
                  <c:v>566</c:v>
                </c:pt>
                <c:pt idx="1270">
                  <c:v>566.4</c:v>
                </c:pt>
                <c:pt idx="1271">
                  <c:v>566.8</c:v>
                </c:pt>
                <c:pt idx="1272">
                  <c:v>567.2</c:v>
                </c:pt>
                <c:pt idx="1273">
                  <c:v>567.6</c:v>
                </c:pt>
                <c:pt idx="1274">
                  <c:v>568</c:v>
                </c:pt>
                <c:pt idx="1275">
                  <c:v>568.4</c:v>
                </c:pt>
                <c:pt idx="1276">
                  <c:v>568.8</c:v>
                </c:pt>
                <c:pt idx="1277">
                  <c:v>569.2</c:v>
                </c:pt>
                <c:pt idx="1278">
                  <c:v>569.6</c:v>
                </c:pt>
                <c:pt idx="1279">
                  <c:v>570</c:v>
                </c:pt>
                <c:pt idx="1280">
                  <c:v>570.4</c:v>
                </c:pt>
                <c:pt idx="1281">
                  <c:v>570.8</c:v>
                </c:pt>
                <c:pt idx="1282">
                  <c:v>571.2</c:v>
                </c:pt>
                <c:pt idx="1283">
                  <c:v>571.6</c:v>
                </c:pt>
                <c:pt idx="1284">
                  <c:v>572</c:v>
                </c:pt>
                <c:pt idx="1285">
                  <c:v>572.4</c:v>
                </c:pt>
                <c:pt idx="1286">
                  <c:v>572.8</c:v>
                </c:pt>
                <c:pt idx="1287">
                  <c:v>573.2</c:v>
                </c:pt>
                <c:pt idx="1288">
                  <c:v>573.6</c:v>
                </c:pt>
                <c:pt idx="1289">
                  <c:v>574</c:v>
                </c:pt>
                <c:pt idx="1290">
                  <c:v>574.4</c:v>
                </c:pt>
                <c:pt idx="1291">
                  <c:v>574.8</c:v>
                </c:pt>
                <c:pt idx="1292">
                  <c:v>575.2</c:v>
                </c:pt>
                <c:pt idx="1293">
                  <c:v>575.6</c:v>
                </c:pt>
                <c:pt idx="1294">
                  <c:v>576</c:v>
                </c:pt>
                <c:pt idx="1295">
                  <c:v>576.26792801489</c:v>
                </c:pt>
                <c:pt idx="1296">
                  <c:v>576.4</c:v>
                </c:pt>
                <c:pt idx="1297">
                  <c:v>576.8</c:v>
                </c:pt>
                <c:pt idx="1298">
                  <c:v>577.2</c:v>
                </c:pt>
                <c:pt idx="1299">
                  <c:v>577.6</c:v>
                </c:pt>
                <c:pt idx="1300">
                  <c:v>578</c:v>
                </c:pt>
                <c:pt idx="1301">
                  <c:v>578.4</c:v>
                </c:pt>
                <c:pt idx="1302">
                  <c:v>578.8</c:v>
                </c:pt>
                <c:pt idx="1303">
                  <c:v>579.2</c:v>
                </c:pt>
                <c:pt idx="1304">
                  <c:v>579.6</c:v>
                </c:pt>
                <c:pt idx="1305">
                  <c:v>580</c:v>
                </c:pt>
                <c:pt idx="1306">
                  <c:v>580.4</c:v>
                </c:pt>
                <c:pt idx="1307">
                  <c:v>580.8</c:v>
                </c:pt>
                <c:pt idx="1308">
                  <c:v>581.2</c:v>
                </c:pt>
                <c:pt idx="1309">
                  <c:v>581.6</c:v>
                </c:pt>
                <c:pt idx="1310">
                  <c:v>582</c:v>
                </c:pt>
                <c:pt idx="1311">
                  <c:v>582.4</c:v>
                </c:pt>
                <c:pt idx="1312">
                  <c:v>582.8</c:v>
                </c:pt>
                <c:pt idx="1313">
                  <c:v>583.2</c:v>
                </c:pt>
                <c:pt idx="1314">
                  <c:v>583.6</c:v>
                </c:pt>
                <c:pt idx="1315">
                  <c:v>584</c:v>
                </c:pt>
                <c:pt idx="1316">
                  <c:v>584.4</c:v>
                </c:pt>
                <c:pt idx="1317">
                  <c:v>584.8</c:v>
                </c:pt>
                <c:pt idx="1318">
                  <c:v>585.2</c:v>
                </c:pt>
                <c:pt idx="1319">
                  <c:v>585.6</c:v>
                </c:pt>
                <c:pt idx="1320">
                  <c:v>586</c:v>
                </c:pt>
                <c:pt idx="1321">
                  <c:v>586.4</c:v>
                </c:pt>
                <c:pt idx="1322">
                  <c:v>586.8</c:v>
                </c:pt>
                <c:pt idx="1323">
                  <c:v>587.2</c:v>
                </c:pt>
                <c:pt idx="1324">
                  <c:v>587.6</c:v>
                </c:pt>
                <c:pt idx="1325">
                  <c:v>588</c:v>
                </c:pt>
                <c:pt idx="1326">
                  <c:v>588.4</c:v>
                </c:pt>
                <c:pt idx="1327">
                  <c:v>588.8</c:v>
                </c:pt>
                <c:pt idx="1328">
                  <c:v>589.2</c:v>
                </c:pt>
                <c:pt idx="1329">
                  <c:v>589.6</c:v>
                </c:pt>
                <c:pt idx="1330">
                  <c:v>590</c:v>
                </c:pt>
                <c:pt idx="1331">
                  <c:v>590.4</c:v>
                </c:pt>
                <c:pt idx="1332">
                  <c:v>590.8</c:v>
                </c:pt>
                <c:pt idx="1333">
                  <c:v>591.2</c:v>
                </c:pt>
                <c:pt idx="1334">
                  <c:v>591.6</c:v>
                </c:pt>
                <c:pt idx="1335">
                  <c:v>592</c:v>
                </c:pt>
                <c:pt idx="1336">
                  <c:v>592.4</c:v>
                </c:pt>
                <c:pt idx="1337">
                  <c:v>592.8</c:v>
                </c:pt>
                <c:pt idx="1338">
                  <c:v>593.2</c:v>
                </c:pt>
                <c:pt idx="1339">
                  <c:v>593.6</c:v>
                </c:pt>
                <c:pt idx="1340">
                  <c:v>594</c:v>
                </c:pt>
                <c:pt idx="1341">
                  <c:v>594.4</c:v>
                </c:pt>
                <c:pt idx="1342">
                  <c:v>594.8</c:v>
                </c:pt>
                <c:pt idx="1343">
                  <c:v>595.2</c:v>
                </c:pt>
                <c:pt idx="1344">
                  <c:v>595.6</c:v>
                </c:pt>
                <c:pt idx="1345">
                  <c:v>596</c:v>
                </c:pt>
                <c:pt idx="1346">
                  <c:v>596.4</c:v>
                </c:pt>
                <c:pt idx="1347">
                  <c:v>596.8</c:v>
                </c:pt>
                <c:pt idx="1348">
                  <c:v>597.2</c:v>
                </c:pt>
                <c:pt idx="1349">
                  <c:v>597.6</c:v>
                </c:pt>
                <c:pt idx="1350">
                  <c:v>598</c:v>
                </c:pt>
                <c:pt idx="1351">
                  <c:v>598.4</c:v>
                </c:pt>
                <c:pt idx="1352">
                  <c:v>598.8</c:v>
                </c:pt>
                <c:pt idx="1353">
                  <c:v>599.2</c:v>
                </c:pt>
                <c:pt idx="1354">
                  <c:v>599.6</c:v>
                </c:pt>
                <c:pt idx="1355">
                  <c:v>600</c:v>
                </c:pt>
                <c:pt idx="1356">
                  <c:v>600.4</c:v>
                </c:pt>
                <c:pt idx="1357">
                  <c:v>600.8</c:v>
                </c:pt>
                <c:pt idx="1358">
                  <c:v>601.2</c:v>
                </c:pt>
                <c:pt idx="1359">
                  <c:v>601.6</c:v>
                </c:pt>
                <c:pt idx="1360">
                  <c:v>602</c:v>
                </c:pt>
                <c:pt idx="1361">
                  <c:v>602.4</c:v>
                </c:pt>
                <c:pt idx="1362">
                  <c:v>602.8</c:v>
                </c:pt>
                <c:pt idx="1363">
                  <c:v>603.2</c:v>
                </c:pt>
                <c:pt idx="1364">
                  <c:v>603.6</c:v>
                </c:pt>
                <c:pt idx="1365">
                  <c:v>604</c:v>
                </c:pt>
                <c:pt idx="1366">
                  <c:v>604.4</c:v>
                </c:pt>
                <c:pt idx="1367">
                  <c:v>604.8</c:v>
                </c:pt>
                <c:pt idx="1368">
                  <c:v>605.2</c:v>
                </c:pt>
                <c:pt idx="1369">
                  <c:v>605.6</c:v>
                </c:pt>
                <c:pt idx="1370">
                  <c:v>606</c:v>
                </c:pt>
                <c:pt idx="1371">
                  <c:v>606.4</c:v>
                </c:pt>
                <c:pt idx="1372">
                  <c:v>606.8</c:v>
                </c:pt>
                <c:pt idx="1373">
                  <c:v>607.2</c:v>
                </c:pt>
                <c:pt idx="1374">
                  <c:v>607.6</c:v>
                </c:pt>
                <c:pt idx="1375">
                  <c:v>608</c:v>
                </c:pt>
                <c:pt idx="1376">
                  <c:v>608.4</c:v>
                </c:pt>
                <c:pt idx="1377">
                  <c:v>608.8</c:v>
                </c:pt>
                <c:pt idx="1378">
                  <c:v>609.2</c:v>
                </c:pt>
                <c:pt idx="1379">
                  <c:v>609.6</c:v>
                </c:pt>
                <c:pt idx="1380">
                  <c:v>610</c:v>
                </c:pt>
                <c:pt idx="1381">
                  <c:v>610.4</c:v>
                </c:pt>
                <c:pt idx="1382">
                  <c:v>610.8</c:v>
                </c:pt>
                <c:pt idx="1383">
                  <c:v>611.2</c:v>
                </c:pt>
                <c:pt idx="1384">
                  <c:v>611.6</c:v>
                </c:pt>
                <c:pt idx="1385">
                  <c:v>612</c:v>
                </c:pt>
                <c:pt idx="1386">
                  <c:v>612.4</c:v>
                </c:pt>
                <c:pt idx="1387">
                  <c:v>612.8</c:v>
                </c:pt>
                <c:pt idx="1388">
                  <c:v>613.2</c:v>
                </c:pt>
                <c:pt idx="1389">
                  <c:v>613.6</c:v>
                </c:pt>
                <c:pt idx="1390">
                  <c:v>614</c:v>
                </c:pt>
                <c:pt idx="1391">
                  <c:v>614.4</c:v>
                </c:pt>
                <c:pt idx="1392">
                  <c:v>614.8</c:v>
                </c:pt>
                <c:pt idx="1393">
                  <c:v>615.2</c:v>
                </c:pt>
                <c:pt idx="1394">
                  <c:v>615.6</c:v>
                </c:pt>
                <c:pt idx="1395">
                  <c:v>616</c:v>
                </c:pt>
                <c:pt idx="1396">
                  <c:v>616.4</c:v>
                </c:pt>
                <c:pt idx="1397">
                  <c:v>616.8</c:v>
                </c:pt>
                <c:pt idx="1398">
                  <c:v>617.2</c:v>
                </c:pt>
                <c:pt idx="1399">
                  <c:v>617.6</c:v>
                </c:pt>
                <c:pt idx="1400">
                  <c:v>618</c:v>
                </c:pt>
                <c:pt idx="1401">
                  <c:v>618.4</c:v>
                </c:pt>
                <c:pt idx="1402">
                  <c:v>618.8</c:v>
                </c:pt>
                <c:pt idx="1403">
                  <c:v>619.2</c:v>
                </c:pt>
                <c:pt idx="1404">
                  <c:v>619.6</c:v>
                </c:pt>
                <c:pt idx="1405">
                  <c:v>620</c:v>
                </c:pt>
                <c:pt idx="1406">
                  <c:v>620.4</c:v>
                </c:pt>
                <c:pt idx="1407">
                  <c:v>620.8</c:v>
                </c:pt>
                <c:pt idx="1408">
                  <c:v>621.2</c:v>
                </c:pt>
                <c:pt idx="1409">
                  <c:v>621.6</c:v>
                </c:pt>
                <c:pt idx="1410">
                  <c:v>622</c:v>
                </c:pt>
                <c:pt idx="1411">
                  <c:v>622.4</c:v>
                </c:pt>
                <c:pt idx="1412">
                  <c:v>622.8</c:v>
                </c:pt>
                <c:pt idx="1413">
                  <c:v>623.2</c:v>
                </c:pt>
                <c:pt idx="1414">
                  <c:v>623.6</c:v>
                </c:pt>
                <c:pt idx="1415">
                  <c:v>624</c:v>
                </c:pt>
                <c:pt idx="1416">
                  <c:v>624.4</c:v>
                </c:pt>
                <c:pt idx="1417">
                  <c:v>624.8</c:v>
                </c:pt>
                <c:pt idx="1418">
                  <c:v>625.2</c:v>
                </c:pt>
                <c:pt idx="1419">
                  <c:v>625.6</c:v>
                </c:pt>
                <c:pt idx="1420">
                  <c:v>626</c:v>
                </c:pt>
                <c:pt idx="1421">
                  <c:v>626.4</c:v>
                </c:pt>
                <c:pt idx="1422">
                  <c:v>626.8</c:v>
                </c:pt>
                <c:pt idx="1423">
                  <c:v>627.2</c:v>
                </c:pt>
                <c:pt idx="1424">
                  <c:v>627.6</c:v>
                </c:pt>
                <c:pt idx="1425">
                  <c:v>628</c:v>
                </c:pt>
                <c:pt idx="1426">
                  <c:v>628.4</c:v>
                </c:pt>
                <c:pt idx="1427">
                  <c:v>628.8</c:v>
                </c:pt>
                <c:pt idx="1428">
                  <c:v>629.2</c:v>
                </c:pt>
                <c:pt idx="1429">
                  <c:v>629.6</c:v>
                </c:pt>
                <c:pt idx="1430">
                  <c:v>630</c:v>
                </c:pt>
                <c:pt idx="1431">
                  <c:v>630.4</c:v>
                </c:pt>
                <c:pt idx="1432">
                  <c:v>630.8</c:v>
                </c:pt>
                <c:pt idx="1433">
                  <c:v>631.2</c:v>
                </c:pt>
                <c:pt idx="1434">
                  <c:v>631.6</c:v>
                </c:pt>
                <c:pt idx="1435">
                  <c:v>632</c:v>
                </c:pt>
                <c:pt idx="1436">
                  <c:v>632.4</c:v>
                </c:pt>
                <c:pt idx="1437">
                  <c:v>632.8</c:v>
                </c:pt>
                <c:pt idx="1438">
                  <c:v>633.2</c:v>
                </c:pt>
                <c:pt idx="1439">
                  <c:v>633.6</c:v>
                </c:pt>
                <c:pt idx="1440">
                  <c:v>634</c:v>
                </c:pt>
                <c:pt idx="1441">
                  <c:v>634.4</c:v>
                </c:pt>
                <c:pt idx="1442">
                  <c:v>634.8</c:v>
                </c:pt>
                <c:pt idx="1443">
                  <c:v>635.2</c:v>
                </c:pt>
                <c:pt idx="1444">
                  <c:v>635.6</c:v>
                </c:pt>
                <c:pt idx="1445">
                  <c:v>636</c:v>
                </c:pt>
                <c:pt idx="1446">
                  <c:v>636.4</c:v>
                </c:pt>
                <c:pt idx="1447">
                  <c:v>636.8</c:v>
                </c:pt>
                <c:pt idx="1448">
                  <c:v>637.2</c:v>
                </c:pt>
                <c:pt idx="1449">
                  <c:v>637.6</c:v>
                </c:pt>
                <c:pt idx="1450">
                  <c:v>638</c:v>
                </c:pt>
                <c:pt idx="1451">
                  <c:v>638.4</c:v>
                </c:pt>
                <c:pt idx="1452">
                  <c:v>638.8</c:v>
                </c:pt>
                <c:pt idx="1453">
                  <c:v>639.2</c:v>
                </c:pt>
                <c:pt idx="1454">
                  <c:v>639.6</c:v>
                </c:pt>
                <c:pt idx="1455">
                  <c:v>640</c:v>
                </c:pt>
                <c:pt idx="1456">
                  <c:v>640.4</c:v>
                </c:pt>
                <c:pt idx="1457">
                  <c:v>640.8</c:v>
                </c:pt>
                <c:pt idx="1458">
                  <c:v>641.2</c:v>
                </c:pt>
                <c:pt idx="1459">
                  <c:v>641.6</c:v>
                </c:pt>
                <c:pt idx="1460">
                  <c:v>642</c:v>
                </c:pt>
                <c:pt idx="1461">
                  <c:v>642.4</c:v>
                </c:pt>
                <c:pt idx="1462">
                  <c:v>642.8</c:v>
                </c:pt>
                <c:pt idx="1463">
                  <c:v>643.2</c:v>
                </c:pt>
                <c:pt idx="1464">
                  <c:v>643.6</c:v>
                </c:pt>
                <c:pt idx="1465">
                  <c:v>644</c:v>
                </c:pt>
                <c:pt idx="1466">
                  <c:v>644.4</c:v>
                </c:pt>
                <c:pt idx="1467">
                  <c:v>644.8</c:v>
                </c:pt>
                <c:pt idx="1468">
                  <c:v>645.2</c:v>
                </c:pt>
                <c:pt idx="1469">
                  <c:v>645.6</c:v>
                </c:pt>
                <c:pt idx="1470">
                  <c:v>646</c:v>
                </c:pt>
                <c:pt idx="1471">
                  <c:v>646.4</c:v>
                </c:pt>
                <c:pt idx="1472">
                  <c:v>646.8</c:v>
                </c:pt>
                <c:pt idx="1473">
                  <c:v>647.2</c:v>
                </c:pt>
                <c:pt idx="1474">
                  <c:v>647.6</c:v>
                </c:pt>
                <c:pt idx="1475">
                  <c:v>648</c:v>
                </c:pt>
                <c:pt idx="1476">
                  <c:v>648.4</c:v>
                </c:pt>
                <c:pt idx="1477">
                  <c:v>648.8</c:v>
                </c:pt>
                <c:pt idx="1478">
                  <c:v>649.2</c:v>
                </c:pt>
                <c:pt idx="1479">
                  <c:v>649.6</c:v>
                </c:pt>
                <c:pt idx="1480">
                  <c:v>650</c:v>
                </c:pt>
                <c:pt idx="1481">
                  <c:v>650.4</c:v>
                </c:pt>
                <c:pt idx="1482">
                  <c:v>650.8</c:v>
                </c:pt>
                <c:pt idx="1483">
                  <c:v>651.2</c:v>
                </c:pt>
                <c:pt idx="1484">
                  <c:v>651.6</c:v>
                </c:pt>
                <c:pt idx="1485">
                  <c:v>652</c:v>
                </c:pt>
                <c:pt idx="1486">
                  <c:v>652.4</c:v>
                </c:pt>
                <c:pt idx="1487">
                  <c:v>652.8</c:v>
                </c:pt>
                <c:pt idx="1488">
                  <c:v>653.2</c:v>
                </c:pt>
                <c:pt idx="1489">
                  <c:v>653.6</c:v>
                </c:pt>
                <c:pt idx="1490">
                  <c:v>654</c:v>
                </c:pt>
                <c:pt idx="1491">
                  <c:v>654.4</c:v>
                </c:pt>
                <c:pt idx="1492">
                  <c:v>654.8</c:v>
                </c:pt>
                <c:pt idx="1493">
                  <c:v>655.2</c:v>
                </c:pt>
                <c:pt idx="1494">
                  <c:v>655.6</c:v>
                </c:pt>
                <c:pt idx="1495">
                  <c:v>656</c:v>
                </c:pt>
                <c:pt idx="1496">
                  <c:v>656.4</c:v>
                </c:pt>
                <c:pt idx="1497">
                  <c:v>656.8</c:v>
                </c:pt>
                <c:pt idx="1498">
                  <c:v>657.2</c:v>
                </c:pt>
                <c:pt idx="1499">
                  <c:v>657.6</c:v>
                </c:pt>
                <c:pt idx="1500">
                  <c:v>658</c:v>
                </c:pt>
                <c:pt idx="1501">
                  <c:v>658.4</c:v>
                </c:pt>
                <c:pt idx="1502">
                  <c:v>658.8</c:v>
                </c:pt>
                <c:pt idx="1503">
                  <c:v>659.2</c:v>
                </c:pt>
                <c:pt idx="1504">
                  <c:v>659.6</c:v>
                </c:pt>
                <c:pt idx="1505">
                  <c:v>660</c:v>
                </c:pt>
                <c:pt idx="1506">
                  <c:v>660.4</c:v>
                </c:pt>
                <c:pt idx="1507">
                  <c:v>660.8</c:v>
                </c:pt>
                <c:pt idx="1508">
                  <c:v>661.2</c:v>
                </c:pt>
                <c:pt idx="1509">
                  <c:v>661.6</c:v>
                </c:pt>
                <c:pt idx="1510">
                  <c:v>662</c:v>
                </c:pt>
                <c:pt idx="1511">
                  <c:v>662.4</c:v>
                </c:pt>
                <c:pt idx="1512">
                  <c:v>662.8</c:v>
                </c:pt>
                <c:pt idx="1513">
                  <c:v>663.2</c:v>
                </c:pt>
                <c:pt idx="1514">
                  <c:v>663.6</c:v>
                </c:pt>
                <c:pt idx="1515">
                  <c:v>664</c:v>
                </c:pt>
                <c:pt idx="1516">
                  <c:v>664.4</c:v>
                </c:pt>
                <c:pt idx="1517">
                  <c:v>664.8</c:v>
                </c:pt>
                <c:pt idx="1518">
                  <c:v>665.2</c:v>
                </c:pt>
                <c:pt idx="1519">
                  <c:v>665.6</c:v>
                </c:pt>
                <c:pt idx="1520">
                  <c:v>666</c:v>
                </c:pt>
                <c:pt idx="1521">
                  <c:v>666.4</c:v>
                </c:pt>
                <c:pt idx="1522">
                  <c:v>666.8</c:v>
                </c:pt>
                <c:pt idx="1523">
                  <c:v>667.2</c:v>
                </c:pt>
                <c:pt idx="1524">
                  <c:v>667.6</c:v>
                </c:pt>
                <c:pt idx="1525">
                  <c:v>668</c:v>
                </c:pt>
                <c:pt idx="1526">
                  <c:v>668.4</c:v>
                </c:pt>
                <c:pt idx="1527">
                  <c:v>668.8</c:v>
                </c:pt>
                <c:pt idx="1528">
                  <c:v>669.2</c:v>
                </c:pt>
                <c:pt idx="1529">
                  <c:v>669.6</c:v>
                </c:pt>
                <c:pt idx="1530">
                  <c:v>670</c:v>
                </c:pt>
                <c:pt idx="1531">
                  <c:v>670.4</c:v>
                </c:pt>
                <c:pt idx="1532">
                  <c:v>670.8</c:v>
                </c:pt>
                <c:pt idx="1533">
                  <c:v>671.2</c:v>
                </c:pt>
                <c:pt idx="1534">
                  <c:v>671.6</c:v>
                </c:pt>
                <c:pt idx="1535">
                  <c:v>672</c:v>
                </c:pt>
                <c:pt idx="1536">
                  <c:v>672.4</c:v>
                </c:pt>
                <c:pt idx="1537">
                  <c:v>672.8</c:v>
                </c:pt>
                <c:pt idx="1538">
                  <c:v>673.2</c:v>
                </c:pt>
                <c:pt idx="1539">
                  <c:v>673.6</c:v>
                </c:pt>
                <c:pt idx="1540">
                  <c:v>674</c:v>
                </c:pt>
                <c:pt idx="1541">
                  <c:v>674.4</c:v>
                </c:pt>
                <c:pt idx="1542">
                  <c:v>674.8</c:v>
                </c:pt>
                <c:pt idx="1543">
                  <c:v>675.2</c:v>
                </c:pt>
                <c:pt idx="1544">
                  <c:v>675.6</c:v>
                </c:pt>
                <c:pt idx="1545">
                  <c:v>676</c:v>
                </c:pt>
                <c:pt idx="1546">
                  <c:v>676.4</c:v>
                </c:pt>
                <c:pt idx="1547">
                  <c:v>676.8</c:v>
                </c:pt>
                <c:pt idx="1548">
                  <c:v>677.2</c:v>
                </c:pt>
                <c:pt idx="1549">
                  <c:v>677.6</c:v>
                </c:pt>
                <c:pt idx="1550">
                  <c:v>678</c:v>
                </c:pt>
                <c:pt idx="1551">
                  <c:v>678.4</c:v>
                </c:pt>
                <c:pt idx="1552">
                  <c:v>678.8</c:v>
                </c:pt>
                <c:pt idx="1553">
                  <c:v>679.2</c:v>
                </c:pt>
                <c:pt idx="1554">
                  <c:v>679.6</c:v>
                </c:pt>
                <c:pt idx="1555">
                  <c:v>680</c:v>
                </c:pt>
                <c:pt idx="1556">
                  <c:v>680.4</c:v>
                </c:pt>
                <c:pt idx="1557">
                  <c:v>680.8</c:v>
                </c:pt>
                <c:pt idx="1558">
                  <c:v>681.2</c:v>
                </c:pt>
                <c:pt idx="1559">
                  <c:v>681.6</c:v>
                </c:pt>
                <c:pt idx="1560">
                  <c:v>682</c:v>
                </c:pt>
                <c:pt idx="1561">
                  <c:v>682.4</c:v>
                </c:pt>
                <c:pt idx="1562">
                  <c:v>682.8</c:v>
                </c:pt>
                <c:pt idx="1563">
                  <c:v>683.2</c:v>
                </c:pt>
                <c:pt idx="1564">
                  <c:v>683.6</c:v>
                </c:pt>
                <c:pt idx="1565">
                  <c:v>684</c:v>
                </c:pt>
                <c:pt idx="1566">
                  <c:v>684.4</c:v>
                </c:pt>
                <c:pt idx="1567">
                  <c:v>684.8</c:v>
                </c:pt>
                <c:pt idx="1568">
                  <c:v>685.2</c:v>
                </c:pt>
                <c:pt idx="1569">
                  <c:v>685.6</c:v>
                </c:pt>
                <c:pt idx="1570">
                  <c:v>686</c:v>
                </c:pt>
                <c:pt idx="1571">
                  <c:v>686.4</c:v>
                </c:pt>
                <c:pt idx="1572">
                  <c:v>686.8</c:v>
                </c:pt>
                <c:pt idx="1573">
                  <c:v>687.2</c:v>
                </c:pt>
                <c:pt idx="1574">
                  <c:v>687.6</c:v>
                </c:pt>
                <c:pt idx="1575">
                  <c:v>688</c:v>
                </c:pt>
                <c:pt idx="1576">
                  <c:v>688.4</c:v>
                </c:pt>
                <c:pt idx="1577">
                  <c:v>688.8</c:v>
                </c:pt>
                <c:pt idx="1578">
                  <c:v>689.2</c:v>
                </c:pt>
                <c:pt idx="1579">
                  <c:v>689.6</c:v>
                </c:pt>
                <c:pt idx="1580">
                  <c:v>690</c:v>
                </c:pt>
                <c:pt idx="1581">
                  <c:v>690.4</c:v>
                </c:pt>
                <c:pt idx="1582">
                  <c:v>690.8</c:v>
                </c:pt>
                <c:pt idx="1583">
                  <c:v>691.2</c:v>
                </c:pt>
                <c:pt idx="1584">
                  <c:v>691.4730731525</c:v>
                </c:pt>
                <c:pt idx="1585">
                  <c:v>691.6</c:v>
                </c:pt>
                <c:pt idx="1586">
                  <c:v>692</c:v>
                </c:pt>
                <c:pt idx="1587">
                  <c:v>692.4</c:v>
                </c:pt>
                <c:pt idx="1588">
                  <c:v>692.8</c:v>
                </c:pt>
                <c:pt idx="1589">
                  <c:v>693.2</c:v>
                </c:pt>
                <c:pt idx="1590">
                  <c:v>693.6</c:v>
                </c:pt>
                <c:pt idx="1591">
                  <c:v>694</c:v>
                </c:pt>
                <c:pt idx="1592">
                  <c:v>694.4</c:v>
                </c:pt>
                <c:pt idx="1593">
                  <c:v>694.8</c:v>
                </c:pt>
                <c:pt idx="1594">
                  <c:v>695.2</c:v>
                </c:pt>
                <c:pt idx="1595">
                  <c:v>695.6</c:v>
                </c:pt>
                <c:pt idx="1596">
                  <c:v>696</c:v>
                </c:pt>
                <c:pt idx="1597">
                  <c:v>696.4</c:v>
                </c:pt>
                <c:pt idx="1598">
                  <c:v>696.8</c:v>
                </c:pt>
                <c:pt idx="1599">
                  <c:v>697.2</c:v>
                </c:pt>
                <c:pt idx="1600">
                  <c:v>697.6</c:v>
                </c:pt>
                <c:pt idx="1601">
                  <c:v>698</c:v>
                </c:pt>
                <c:pt idx="1602">
                  <c:v>698.4</c:v>
                </c:pt>
                <c:pt idx="1603">
                  <c:v>698.8</c:v>
                </c:pt>
                <c:pt idx="1604">
                  <c:v>699.2</c:v>
                </c:pt>
                <c:pt idx="1605">
                  <c:v>699.6</c:v>
                </c:pt>
                <c:pt idx="1606">
                  <c:v>700</c:v>
                </c:pt>
                <c:pt idx="1607">
                  <c:v>700.4</c:v>
                </c:pt>
                <c:pt idx="1608">
                  <c:v>700.8</c:v>
                </c:pt>
                <c:pt idx="1609">
                  <c:v>701.2</c:v>
                </c:pt>
                <c:pt idx="1610">
                  <c:v>701.6</c:v>
                </c:pt>
                <c:pt idx="1611">
                  <c:v>702</c:v>
                </c:pt>
                <c:pt idx="1612">
                  <c:v>702.4</c:v>
                </c:pt>
                <c:pt idx="1613">
                  <c:v>702.8</c:v>
                </c:pt>
                <c:pt idx="1614">
                  <c:v>703.2</c:v>
                </c:pt>
                <c:pt idx="1615">
                  <c:v>703.6</c:v>
                </c:pt>
                <c:pt idx="1616">
                  <c:v>704</c:v>
                </c:pt>
                <c:pt idx="1617">
                  <c:v>704.4</c:v>
                </c:pt>
                <c:pt idx="1618">
                  <c:v>704.8</c:v>
                </c:pt>
                <c:pt idx="1619">
                  <c:v>705.2</c:v>
                </c:pt>
                <c:pt idx="1620">
                  <c:v>705.6</c:v>
                </c:pt>
                <c:pt idx="1621">
                  <c:v>706</c:v>
                </c:pt>
                <c:pt idx="1622">
                  <c:v>706.4</c:v>
                </c:pt>
                <c:pt idx="1623">
                  <c:v>706.8</c:v>
                </c:pt>
                <c:pt idx="1624">
                  <c:v>707.2</c:v>
                </c:pt>
                <c:pt idx="1625">
                  <c:v>707.6</c:v>
                </c:pt>
                <c:pt idx="1626">
                  <c:v>708</c:v>
                </c:pt>
                <c:pt idx="1627">
                  <c:v>708.4</c:v>
                </c:pt>
                <c:pt idx="1628">
                  <c:v>708.8</c:v>
                </c:pt>
                <c:pt idx="1629">
                  <c:v>709.2</c:v>
                </c:pt>
                <c:pt idx="1630">
                  <c:v>709.6</c:v>
                </c:pt>
                <c:pt idx="1631">
                  <c:v>710</c:v>
                </c:pt>
                <c:pt idx="1632">
                  <c:v>710.4</c:v>
                </c:pt>
                <c:pt idx="1633">
                  <c:v>710.8</c:v>
                </c:pt>
                <c:pt idx="1634">
                  <c:v>711.2</c:v>
                </c:pt>
                <c:pt idx="1635">
                  <c:v>711.6</c:v>
                </c:pt>
                <c:pt idx="1636">
                  <c:v>712</c:v>
                </c:pt>
                <c:pt idx="1637">
                  <c:v>712.4</c:v>
                </c:pt>
                <c:pt idx="1638">
                  <c:v>712.8</c:v>
                </c:pt>
                <c:pt idx="1639">
                  <c:v>713.2</c:v>
                </c:pt>
                <c:pt idx="1640">
                  <c:v>713.6</c:v>
                </c:pt>
                <c:pt idx="1641">
                  <c:v>714</c:v>
                </c:pt>
                <c:pt idx="1642">
                  <c:v>714.4</c:v>
                </c:pt>
                <c:pt idx="1643">
                  <c:v>714.8</c:v>
                </c:pt>
                <c:pt idx="1644">
                  <c:v>715.2</c:v>
                </c:pt>
                <c:pt idx="1645">
                  <c:v>715.6</c:v>
                </c:pt>
                <c:pt idx="1646">
                  <c:v>716</c:v>
                </c:pt>
                <c:pt idx="1647">
                  <c:v>716.4</c:v>
                </c:pt>
                <c:pt idx="1648">
                  <c:v>716.8</c:v>
                </c:pt>
                <c:pt idx="1649">
                  <c:v>717.2</c:v>
                </c:pt>
                <c:pt idx="1650">
                  <c:v>717.6</c:v>
                </c:pt>
                <c:pt idx="1651">
                  <c:v>718</c:v>
                </c:pt>
                <c:pt idx="1652">
                  <c:v>718.4</c:v>
                </c:pt>
                <c:pt idx="1653">
                  <c:v>718.8</c:v>
                </c:pt>
                <c:pt idx="1654">
                  <c:v>719.2</c:v>
                </c:pt>
                <c:pt idx="1655">
                  <c:v>719.6</c:v>
                </c:pt>
                <c:pt idx="1656">
                  <c:v>720</c:v>
                </c:pt>
                <c:pt idx="1657">
                  <c:v>720.4</c:v>
                </c:pt>
                <c:pt idx="1658">
                  <c:v>720.8</c:v>
                </c:pt>
                <c:pt idx="1659">
                  <c:v>721.2</c:v>
                </c:pt>
                <c:pt idx="1660">
                  <c:v>721.6</c:v>
                </c:pt>
                <c:pt idx="1661">
                  <c:v>722</c:v>
                </c:pt>
                <c:pt idx="1662">
                  <c:v>722.4</c:v>
                </c:pt>
                <c:pt idx="1663">
                  <c:v>722.8</c:v>
                </c:pt>
                <c:pt idx="1664">
                  <c:v>723.2</c:v>
                </c:pt>
                <c:pt idx="1665">
                  <c:v>723.6</c:v>
                </c:pt>
                <c:pt idx="1666">
                  <c:v>724</c:v>
                </c:pt>
                <c:pt idx="1667">
                  <c:v>724.4</c:v>
                </c:pt>
                <c:pt idx="1668">
                  <c:v>724.8</c:v>
                </c:pt>
                <c:pt idx="1669">
                  <c:v>725.2</c:v>
                </c:pt>
                <c:pt idx="1670">
                  <c:v>725.6</c:v>
                </c:pt>
                <c:pt idx="1671">
                  <c:v>726</c:v>
                </c:pt>
                <c:pt idx="1672">
                  <c:v>726.4</c:v>
                </c:pt>
                <c:pt idx="1673">
                  <c:v>726.8</c:v>
                </c:pt>
                <c:pt idx="1674">
                  <c:v>727.2</c:v>
                </c:pt>
                <c:pt idx="1675">
                  <c:v>727.6</c:v>
                </c:pt>
                <c:pt idx="1676">
                  <c:v>728</c:v>
                </c:pt>
                <c:pt idx="1677">
                  <c:v>728.4</c:v>
                </c:pt>
                <c:pt idx="1678">
                  <c:v>728.8</c:v>
                </c:pt>
                <c:pt idx="1679">
                  <c:v>729.2</c:v>
                </c:pt>
                <c:pt idx="1680">
                  <c:v>729.6</c:v>
                </c:pt>
                <c:pt idx="1681">
                  <c:v>730</c:v>
                </c:pt>
                <c:pt idx="1682">
                  <c:v>730.4</c:v>
                </c:pt>
                <c:pt idx="1683">
                  <c:v>730.8</c:v>
                </c:pt>
                <c:pt idx="1684">
                  <c:v>731.2</c:v>
                </c:pt>
                <c:pt idx="1685">
                  <c:v>731.6</c:v>
                </c:pt>
                <c:pt idx="1686">
                  <c:v>732</c:v>
                </c:pt>
                <c:pt idx="1687">
                  <c:v>732.4</c:v>
                </c:pt>
                <c:pt idx="1688">
                  <c:v>732.8</c:v>
                </c:pt>
                <c:pt idx="1689">
                  <c:v>733.2</c:v>
                </c:pt>
                <c:pt idx="1690">
                  <c:v>733.6</c:v>
                </c:pt>
                <c:pt idx="1691">
                  <c:v>734</c:v>
                </c:pt>
                <c:pt idx="1692">
                  <c:v>734.4</c:v>
                </c:pt>
                <c:pt idx="1693">
                  <c:v>734.8</c:v>
                </c:pt>
                <c:pt idx="1694">
                  <c:v>735.2</c:v>
                </c:pt>
                <c:pt idx="1695">
                  <c:v>735.6</c:v>
                </c:pt>
                <c:pt idx="1696">
                  <c:v>736</c:v>
                </c:pt>
                <c:pt idx="1697">
                  <c:v>736.4</c:v>
                </c:pt>
                <c:pt idx="1698">
                  <c:v>736.8</c:v>
                </c:pt>
                <c:pt idx="1699">
                  <c:v>737.2</c:v>
                </c:pt>
                <c:pt idx="1700">
                  <c:v>737.6</c:v>
                </c:pt>
                <c:pt idx="1701">
                  <c:v>738</c:v>
                </c:pt>
                <c:pt idx="1702">
                  <c:v>738.4</c:v>
                </c:pt>
                <c:pt idx="1703">
                  <c:v>738.8</c:v>
                </c:pt>
                <c:pt idx="1704">
                  <c:v>739.2</c:v>
                </c:pt>
                <c:pt idx="1705">
                  <c:v>739.6</c:v>
                </c:pt>
                <c:pt idx="1706">
                  <c:v>740</c:v>
                </c:pt>
                <c:pt idx="1707">
                  <c:v>740.4</c:v>
                </c:pt>
                <c:pt idx="1708">
                  <c:v>740.8</c:v>
                </c:pt>
                <c:pt idx="1709">
                  <c:v>741.2</c:v>
                </c:pt>
                <c:pt idx="1710">
                  <c:v>741.6</c:v>
                </c:pt>
                <c:pt idx="1711">
                  <c:v>742</c:v>
                </c:pt>
                <c:pt idx="1712">
                  <c:v>742.4</c:v>
                </c:pt>
                <c:pt idx="1713">
                  <c:v>742.8</c:v>
                </c:pt>
                <c:pt idx="1714">
                  <c:v>743.2</c:v>
                </c:pt>
                <c:pt idx="1715">
                  <c:v>743.6</c:v>
                </c:pt>
                <c:pt idx="1716">
                  <c:v>744</c:v>
                </c:pt>
                <c:pt idx="1717">
                  <c:v>744.4</c:v>
                </c:pt>
                <c:pt idx="1718">
                  <c:v>744.8</c:v>
                </c:pt>
                <c:pt idx="1719">
                  <c:v>745.2</c:v>
                </c:pt>
                <c:pt idx="1720">
                  <c:v>745.6</c:v>
                </c:pt>
                <c:pt idx="1721">
                  <c:v>746</c:v>
                </c:pt>
                <c:pt idx="1722">
                  <c:v>746.4</c:v>
                </c:pt>
                <c:pt idx="1723">
                  <c:v>746.8</c:v>
                </c:pt>
                <c:pt idx="1724">
                  <c:v>747.2</c:v>
                </c:pt>
                <c:pt idx="1725">
                  <c:v>747.6</c:v>
                </c:pt>
                <c:pt idx="1726">
                  <c:v>748</c:v>
                </c:pt>
                <c:pt idx="1727">
                  <c:v>748.4</c:v>
                </c:pt>
                <c:pt idx="1728">
                  <c:v>748.8</c:v>
                </c:pt>
                <c:pt idx="1729">
                  <c:v>749.2</c:v>
                </c:pt>
                <c:pt idx="1730">
                  <c:v>749.6</c:v>
                </c:pt>
                <c:pt idx="1731">
                  <c:v>750</c:v>
                </c:pt>
                <c:pt idx="1732">
                  <c:v>750.4</c:v>
                </c:pt>
                <c:pt idx="1733">
                  <c:v>750.8</c:v>
                </c:pt>
                <c:pt idx="1734">
                  <c:v>751.2</c:v>
                </c:pt>
                <c:pt idx="1735">
                  <c:v>751.6</c:v>
                </c:pt>
                <c:pt idx="1736">
                  <c:v>752</c:v>
                </c:pt>
                <c:pt idx="1737">
                  <c:v>752.4</c:v>
                </c:pt>
                <c:pt idx="1738">
                  <c:v>752.8</c:v>
                </c:pt>
                <c:pt idx="1739">
                  <c:v>753.2</c:v>
                </c:pt>
                <c:pt idx="1740">
                  <c:v>753.6</c:v>
                </c:pt>
                <c:pt idx="1741">
                  <c:v>754</c:v>
                </c:pt>
                <c:pt idx="1742">
                  <c:v>754.4</c:v>
                </c:pt>
                <c:pt idx="1743">
                  <c:v>754.8</c:v>
                </c:pt>
                <c:pt idx="1744">
                  <c:v>755.2</c:v>
                </c:pt>
                <c:pt idx="1745">
                  <c:v>755.6</c:v>
                </c:pt>
                <c:pt idx="1746">
                  <c:v>756</c:v>
                </c:pt>
                <c:pt idx="1747">
                  <c:v>756.4</c:v>
                </c:pt>
                <c:pt idx="1748">
                  <c:v>756.8</c:v>
                </c:pt>
                <c:pt idx="1749">
                  <c:v>757.2</c:v>
                </c:pt>
                <c:pt idx="1750">
                  <c:v>757.6</c:v>
                </c:pt>
                <c:pt idx="1751">
                  <c:v>758</c:v>
                </c:pt>
                <c:pt idx="1752">
                  <c:v>758.4</c:v>
                </c:pt>
                <c:pt idx="1753">
                  <c:v>758.8</c:v>
                </c:pt>
                <c:pt idx="1754">
                  <c:v>759.2</c:v>
                </c:pt>
                <c:pt idx="1755">
                  <c:v>759.6</c:v>
                </c:pt>
                <c:pt idx="1756">
                  <c:v>760</c:v>
                </c:pt>
                <c:pt idx="1757">
                  <c:v>760.4</c:v>
                </c:pt>
                <c:pt idx="1758">
                  <c:v>760.8</c:v>
                </c:pt>
                <c:pt idx="1759">
                  <c:v>761.2</c:v>
                </c:pt>
                <c:pt idx="1760">
                  <c:v>761.6</c:v>
                </c:pt>
                <c:pt idx="1761">
                  <c:v>762</c:v>
                </c:pt>
                <c:pt idx="1762">
                  <c:v>762.4</c:v>
                </c:pt>
                <c:pt idx="1763">
                  <c:v>762.8</c:v>
                </c:pt>
                <c:pt idx="1764">
                  <c:v>763.2</c:v>
                </c:pt>
                <c:pt idx="1765">
                  <c:v>763.6</c:v>
                </c:pt>
                <c:pt idx="1766">
                  <c:v>764</c:v>
                </c:pt>
                <c:pt idx="1767">
                  <c:v>764.4</c:v>
                </c:pt>
                <c:pt idx="1768">
                  <c:v>764.8</c:v>
                </c:pt>
                <c:pt idx="1769">
                  <c:v>765.2</c:v>
                </c:pt>
                <c:pt idx="1770">
                  <c:v>765.6</c:v>
                </c:pt>
                <c:pt idx="1771">
                  <c:v>766</c:v>
                </c:pt>
                <c:pt idx="1772">
                  <c:v>766.4</c:v>
                </c:pt>
                <c:pt idx="1773">
                  <c:v>766.8</c:v>
                </c:pt>
                <c:pt idx="1774">
                  <c:v>767.2</c:v>
                </c:pt>
                <c:pt idx="1775">
                  <c:v>767.6</c:v>
                </c:pt>
                <c:pt idx="1776">
                  <c:v>768</c:v>
                </c:pt>
                <c:pt idx="1777">
                  <c:v>768.4</c:v>
                </c:pt>
                <c:pt idx="1778">
                  <c:v>768.8</c:v>
                </c:pt>
                <c:pt idx="1779">
                  <c:v>769.2</c:v>
                </c:pt>
                <c:pt idx="1780">
                  <c:v>769.6</c:v>
                </c:pt>
                <c:pt idx="1781">
                  <c:v>770</c:v>
                </c:pt>
                <c:pt idx="1782">
                  <c:v>770.4</c:v>
                </c:pt>
                <c:pt idx="1783">
                  <c:v>770.8</c:v>
                </c:pt>
                <c:pt idx="1784">
                  <c:v>771.2</c:v>
                </c:pt>
                <c:pt idx="1785">
                  <c:v>771.6</c:v>
                </c:pt>
                <c:pt idx="1786">
                  <c:v>772</c:v>
                </c:pt>
                <c:pt idx="1787">
                  <c:v>772.4</c:v>
                </c:pt>
                <c:pt idx="1788">
                  <c:v>772.8</c:v>
                </c:pt>
                <c:pt idx="1789">
                  <c:v>773.2</c:v>
                </c:pt>
                <c:pt idx="1790">
                  <c:v>773.6</c:v>
                </c:pt>
                <c:pt idx="1791">
                  <c:v>774</c:v>
                </c:pt>
                <c:pt idx="1792">
                  <c:v>774.4</c:v>
                </c:pt>
                <c:pt idx="1793">
                  <c:v>774.8</c:v>
                </c:pt>
                <c:pt idx="1794">
                  <c:v>775.2</c:v>
                </c:pt>
                <c:pt idx="1795">
                  <c:v>775.6</c:v>
                </c:pt>
                <c:pt idx="1796">
                  <c:v>776</c:v>
                </c:pt>
                <c:pt idx="1797">
                  <c:v>776.4</c:v>
                </c:pt>
                <c:pt idx="1798">
                  <c:v>776.8</c:v>
                </c:pt>
                <c:pt idx="1799">
                  <c:v>777.2</c:v>
                </c:pt>
                <c:pt idx="1800">
                  <c:v>777.6</c:v>
                </c:pt>
                <c:pt idx="1801">
                  <c:v>778</c:v>
                </c:pt>
                <c:pt idx="1802">
                  <c:v>778.4</c:v>
                </c:pt>
                <c:pt idx="1803">
                  <c:v>778.8</c:v>
                </c:pt>
                <c:pt idx="1804">
                  <c:v>779.2</c:v>
                </c:pt>
                <c:pt idx="1805">
                  <c:v>779.6</c:v>
                </c:pt>
                <c:pt idx="1806">
                  <c:v>780</c:v>
                </c:pt>
                <c:pt idx="1807">
                  <c:v>780.4</c:v>
                </c:pt>
                <c:pt idx="1808">
                  <c:v>780.8</c:v>
                </c:pt>
                <c:pt idx="1809">
                  <c:v>781.2</c:v>
                </c:pt>
                <c:pt idx="1810">
                  <c:v>781.6</c:v>
                </c:pt>
                <c:pt idx="1811">
                  <c:v>782</c:v>
                </c:pt>
                <c:pt idx="1812">
                  <c:v>782.4</c:v>
                </c:pt>
                <c:pt idx="1813">
                  <c:v>782.8</c:v>
                </c:pt>
                <c:pt idx="1814">
                  <c:v>783.2</c:v>
                </c:pt>
                <c:pt idx="1815">
                  <c:v>783.6</c:v>
                </c:pt>
                <c:pt idx="1816">
                  <c:v>784</c:v>
                </c:pt>
                <c:pt idx="1817">
                  <c:v>784.4</c:v>
                </c:pt>
                <c:pt idx="1818">
                  <c:v>784.8</c:v>
                </c:pt>
                <c:pt idx="1819">
                  <c:v>785.2</c:v>
                </c:pt>
                <c:pt idx="1820">
                  <c:v>785.6</c:v>
                </c:pt>
                <c:pt idx="1821">
                  <c:v>786</c:v>
                </c:pt>
                <c:pt idx="1822">
                  <c:v>786.4</c:v>
                </c:pt>
                <c:pt idx="1823">
                  <c:v>786.8</c:v>
                </c:pt>
                <c:pt idx="1824">
                  <c:v>787.2</c:v>
                </c:pt>
                <c:pt idx="1825">
                  <c:v>787.6</c:v>
                </c:pt>
                <c:pt idx="1826">
                  <c:v>788</c:v>
                </c:pt>
                <c:pt idx="1827">
                  <c:v>788.4</c:v>
                </c:pt>
                <c:pt idx="1828">
                  <c:v>788.8</c:v>
                </c:pt>
                <c:pt idx="1829">
                  <c:v>789.2</c:v>
                </c:pt>
                <c:pt idx="1830">
                  <c:v>789.6</c:v>
                </c:pt>
                <c:pt idx="1831">
                  <c:v>790</c:v>
                </c:pt>
                <c:pt idx="1832">
                  <c:v>790.4</c:v>
                </c:pt>
                <c:pt idx="1833">
                  <c:v>790.8</c:v>
                </c:pt>
                <c:pt idx="1834">
                  <c:v>791.2</c:v>
                </c:pt>
                <c:pt idx="1835">
                  <c:v>791.6</c:v>
                </c:pt>
                <c:pt idx="1836">
                  <c:v>792</c:v>
                </c:pt>
                <c:pt idx="1837">
                  <c:v>792.4</c:v>
                </c:pt>
                <c:pt idx="1838">
                  <c:v>792.8</c:v>
                </c:pt>
                <c:pt idx="1839">
                  <c:v>793.2</c:v>
                </c:pt>
                <c:pt idx="1840">
                  <c:v>793.6</c:v>
                </c:pt>
                <c:pt idx="1841">
                  <c:v>794</c:v>
                </c:pt>
                <c:pt idx="1842">
                  <c:v>794.4</c:v>
                </c:pt>
                <c:pt idx="1843">
                  <c:v>794.8</c:v>
                </c:pt>
                <c:pt idx="1844">
                  <c:v>795.2</c:v>
                </c:pt>
                <c:pt idx="1845">
                  <c:v>795.6</c:v>
                </c:pt>
                <c:pt idx="1846">
                  <c:v>796</c:v>
                </c:pt>
                <c:pt idx="1847">
                  <c:v>796.4</c:v>
                </c:pt>
                <c:pt idx="1848">
                  <c:v>796.8</c:v>
                </c:pt>
                <c:pt idx="1849">
                  <c:v>797.2</c:v>
                </c:pt>
                <c:pt idx="1850">
                  <c:v>797.6</c:v>
                </c:pt>
                <c:pt idx="1851">
                  <c:v>798</c:v>
                </c:pt>
                <c:pt idx="1852">
                  <c:v>798.4</c:v>
                </c:pt>
                <c:pt idx="1853">
                  <c:v>798.8</c:v>
                </c:pt>
                <c:pt idx="1854">
                  <c:v>799.2</c:v>
                </c:pt>
                <c:pt idx="1855">
                  <c:v>799.6</c:v>
                </c:pt>
                <c:pt idx="1856">
                  <c:v>800</c:v>
                </c:pt>
                <c:pt idx="1857">
                  <c:v>800.4</c:v>
                </c:pt>
                <c:pt idx="1858">
                  <c:v>800.8</c:v>
                </c:pt>
                <c:pt idx="1859">
                  <c:v>801.2</c:v>
                </c:pt>
                <c:pt idx="1860">
                  <c:v>801.6</c:v>
                </c:pt>
                <c:pt idx="1861">
                  <c:v>802</c:v>
                </c:pt>
                <c:pt idx="1862">
                  <c:v>802.4</c:v>
                </c:pt>
                <c:pt idx="1863">
                  <c:v>802.8</c:v>
                </c:pt>
                <c:pt idx="1864">
                  <c:v>803.2</c:v>
                </c:pt>
                <c:pt idx="1865">
                  <c:v>803.6</c:v>
                </c:pt>
                <c:pt idx="1866">
                  <c:v>804</c:v>
                </c:pt>
                <c:pt idx="1867">
                  <c:v>804.4</c:v>
                </c:pt>
                <c:pt idx="1868">
                  <c:v>804.8</c:v>
                </c:pt>
                <c:pt idx="1869">
                  <c:v>805.2</c:v>
                </c:pt>
                <c:pt idx="1870">
                  <c:v>805.6</c:v>
                </c:pt>
                <c:pt idx="1871">
                  <c:v>806</c:v>
                </c:pt>
                <c:pt idx="1872">
                  <c:v>806.4</c:v>
                </c:pt>
                <c:pt idx="1873">
                  <c:v>806.65180657457</c:v>
                </c:pt>
                <c:pt idx="1874">
                  <c:v>806.8</c:v>
                </c:pt>
                <c:pt idx="1875">
                  <c:v>807.2</c:v>
                </c:pt>
                <c:pt idx="1876">
                  <c:v>807.6</c:v>
                </c:pt>
                <c:pt idx="1877">
                  <c:v>808</c:v>
                </c:pt>
                <c:pt idx="1878">
                  <c:v>808.4</c:v>
                </c:pt>
                <c:pt idx="1879">
                  <c:v>808.8</c:v>
                </c:pt>
                <c:pt idx="1880">
                  <c:v>809.2</c:v>
                </c:pt>
                <c:pt idx="1881">
                  <c:v>809.6</c:v>
                </c:pt>
                <c:pt idx="1882">
                  <c:v>810</c:v>
                </c:pt>
                <c:pt idx="1883">
                  <c:v>810.4</c:v>
                </c:pt>
                <c:pt idx="1884">
                  <c:v>810.8</c:v>
                </c:pt>
                <c:pt idx="1885">
                  <c:v>811.2</c:v>
                </c:pt>
                <c:pt idx="1886">
                  <c:v>811.6</c:v>
                </c:pt>
                <c:pt idx="1887">
                  <c:v>812</c:v>
                </c:pt>
                <c:pt idx="1888">
                  <c:v>812.4</c:v>
                </c:pt>
                <c:pt idx="1889">
                  <c:v>812.8</c:v>
                </c:pt>
                <c:pt idx="1890">
                  <c:v>813.2</c:v>
                </c:pt>
                <c:pt idx="1891">
                  <c:v>813.6</c:v>
                </c:pt>
                <c:pt idx="1892">
                  <c:v>814</c:v>
                </c:pt>
                <c:pt idx="1893">
                  <c:v>814.4</c:v>
                </c:pt>
                <c:pt idx="1894">
                  <c:v>814.8</c:v>
                </c:pt>
                <c:pt idx="1895">
                  <c:v>815.2</c:v>
                </c:pt>
                <c:pt idx="1896">
                  <c:v>815.6</c:v>
                </c:pt>
                <c:pt idx="1897">
                  <c:v>816</c:v>
                </c:pt>
                <c:pt idx="1898">
                  <c:v>816.4</c:v>
                </c:pt>
                <c:pt idx="1899">
                  <c:v>816.8</c:v>
                </c:pt>
                <c:pt idx="1900">
                  <c:v>817.2</c:v>
                </c:pt>
                <c:pt idx="1901">
                  <c:v>817.6</c:v>
                </c:pt>
                <c:pt idx="1902">
                  <c:v>818</c:v>
                </c:pt>
                <c:pt idx="1903">
                  <c:v>818.4</c:v>
                </c:pt>
                <c:pt idx="1904">
                  <c:v>818.8</c:v>
                </c:pt>
                <c:pt idx="1905">
                  <c:v>819.2</c:v>
                </c:pt>
                <c:pt idx="1906">
                  <c:v>819.6</c:v>
                </c:pt>
                <c:pt idx="1907">
                  <c:v>820</c:v>
                </c:pt>
                <c:pt idx="1908">
                  <c:v>820.4</c:v>
                </c:pt>
                <c:pt idx="1909">
                  <c:v>820.8</c:v>
                </c:pt>
                <c:pt idx="1910">
                  <c:v>821.2</c:v>
                </c:pt>
                <c:pt idx="1911">
                  <c:v>821.6</c:v>
                </c:pt>
                <c:pt idx="1912">
                  <c:v>822</c:v>
                </c:pt>
                <c:pt idx="1913">
                  <c:v>822.4</c:v>
                </c:pt>
                <c:pt idx="1914">
                  <c:v>822.8</c:v>
                </c:pt>
                <c:pt idx="1915">
                  <c:v>823.2</c:v>
                </c:pt>
                <c:pt idx="1916">
                  <c:v>823.6</c:v>
                </c:pt>
                <c:pt idx="1917">
                  <c:v>824</c:v>
                </c:pt>
                <c:pt idx="1918">
                  <c:v>824.4</c:v>
                </c:pt>
                <c:pt idx="1919">
                  <c:v>824.8</c:v>
                </c:pt>
                <c:pt idx="1920">
                  <c:v>825.2</c:v>
                </c:pt>
                <c:pt idx="1921">
                  <c:v>825.6</c:v>
                </c:pt>
                <c:pt idx="1922">
                  <c:v>826</c:v>
                </c:pt>
                <c:pt idx="1923">
                  <c:v>826.4</c:v>
                </c:pt>
                <c:pt idx="1924">
                  <c:v>826.8</c:v>
                </c:pt>
                <c:pt idx="1925">
                  <c:v>827.2</c:v>
                </c:pt>
                <c:pt idx="1926">
                  <c:v>827.6</c:v>
                </c:pt>
                <c:pt idx="1927">
                  <c:v>828</c:v>
                </c:pt>
                <c:pt idx="1928">
                  <c:v>828.4</c:v>
                </c:pt>
                <c:pt idx="1929">
                  <c:v>828.8</c:v>
                </c:pt>
                <c:pt idx="1930">
                  <c:v>829.2</c:v>
                </c:pt>
                <c:pt idx="1931">
                  <c:v>829.6</c:v>
                </c:pt>
                <c:pt idx="1932">
                  <c:v>830</c:v>
                </c:pt>
                <c:pt idx="1933">
                  <c:v>830.4</c:v>
                </c:pt>
                <c:pt idx="1934">
                  <c:v>830.8</c:v>
                </c:pt>
                <c:pt idx="1935">
                  <c:v>831.2</c:v>
                </c:pt>
                <c:pt idx="1936">
                  <c:v>831.6</c:v>
                </c:pt>
                <c:pt idx="1937">
                  <c:v>832</c:v>
                </c:pt>
                <c:pt idx="1938">
                  <c:v>832.4</c:v>
                </c:pt>
                <c:pt idx="1939">
                  <c:v>832.8</c:v>
                </c:pt>
                <c:pt idx="1940">
                  <c:v>833.2</c:v>
                </c:pt>
                <c:pt idx="1941">
                  <c:v>833.6</c:v>
                </c:pt>
                <c:pt idx="1942">
                  <c:v>834</c:v>
                </c:pt>
                <c:pt idx="1943">
                  <c:v>834.4</c:v>
                </c:pt>
                <c:pt idx="1944">
                  <c:v>834.8</c:v>
                </c:pt>
                <c:pt idx="1945">
                  <c:v>835.2</c:v>
                </c:pt>
                <c:pt idx="1946">
                  <c:v>835.6</c:v>
                </c:pt>
                <c:pt idx="1947">
                  <c:v>836</c:v>
                </c:pt>
                <c:pt idx="1948">
                  <c:v>836.4</c:v>
                </c:pt>
                <c:pt idx="1949">
                  <c:v>836.8</c:v>
                </c:pt>
                <c:pt idx="1950">
                  <c:v>837.2</c:v>
                </c:pt>
                <c:pt idx="1951">
                  <c:v>837.6</c:v>
                </c:pt>
                <c:pt idx="1952">
                  <c:v>838</c:v>
                </c:pt>
                <c:pt idx="1953">
                  <c:v>838.4</c:v>
                </c:pt>
                <c:pt idx="1954">
                  <c:v>838.8</c:v>
                </c:pt>
                <c:pt idx="1955">
                  <c:v>839.2</c:v>
                </c:pt>
                <c:pt idx="1956">
                  <c:v>839.6</c:v>
                </c:pt>
                <c:pt idx="1957">
                  <c:v>840</c:v>
                </c:pt>
                <c:pt idx="1958">
                  <c:v>840.4</c:v>
                </c:pt>
                <c:pt idx="1959">
                  <c:v>840.8</c:v>
                </c:pt>
                <c:pt idx="1960">
                  <c:v>841.2</c:v>
                </c:pt>
                <c:pt idx="1961">
                  <c:v>841.6</c:v>
                </c:pt>
                <c:pt idx="1962">
                  <c:v>842</c:v>
                </c:pt>
                <c:pt idx="1963">
                  <c:v>842.4</c:v>
                </c:pt>
                <c:pt idx="1964">
                  <c:v>842.8</c:v>
                </c:pt>
                <c:pt idx="1965">
                  <c:v>843.2</c:v>
                </c:pt>
                <c:pt idx="1966">
                  <c:v>843.6</c:v>
                </c:pt>
                <c:pt idx="1967">
                  <c:v>844</c:v>
                </c:pt>
                <c:pt idx="1968">
                  <c:v>844.4</c:v>
                </c:pt>
                <c:pt idx="1969">
                  <c:v>844.8</c:v>
                </c:pt>
                <c:pt idx="1970">
                  <c:v>845.2</c:v>
                </c:pt>
                <c:pt idx="1971">
                  <c:v>845.6</c:v>
                </c:pt>
                <c:pt idx="1972">
                  <c:v>846</c:v>
                </c:pt>
                <c:pt idx="1973">
                  <c:v>846.4</c:v>
                </c:pt>
                <c:pt idx="1974">
                  <c:v>846.8</c:v>
                </c:pt>
                <c:pt idx="1975">
                  <c:v>847.2</c:v>
                </c:pt>
                <c:pt idx="1976">
                  <c:v>847.6</c:v>
                </c:pt>
                <c:pt idx="1977">
                  <c:v>848</c:v>
                </c:pt>
                <c:pt idx="1978">
                  <c:v>848.4</c:v>
                </c:pt>
                <c:pt idx="1979">
                  <c:v>848.8</c:v>
                </c:pt>
                <c:pt idx="1980">
                  <c:v>849.2</c:v>
                </c:pt>
                <c:pt idx="1981">
                  <c:v>849.6</c:v>
                </c:pt>
                <c:pt idx="1982">
                  <c:v>850</c:v>
                </c:pt>
                <c:pt idx="1983">
                  <c:v>850.4</c:v>
                </c:pt>
                <c:pt idx="1984">
                  <c:v>850.8</c:v>
                </c:pt>
                <c:pt idx="1985">
                  <c:v>851.2</c:v>
                </c:pt>
                <c:pt idx="1986">
                  <c:v>851.6</c:v>
                </c:pt>
                <c:pt idx="1987">
                  <c:v>852</c:v>
                </c:pt>
                <c:pt idx="1988">
                  <c:v>852.4</c:v>
                </c:pt>
                <c:pt idx="1989">
                  <c:v>852.8</c:v>
                </c:pt>
                <c:pt idx="1990">
                  <c:v>853.2</c:v>
                </c:pt>
                <c:pt idx="1991">
                  <c:v>853.6</c:v>
                </c:pt>
                <c:pt idx="1992">
                  <c:v>854</c:v>
                </c:pt>
                <c:pt idx="1993">
                  <c:v>854.4</c:v>
                </c:pt>
                <c:pt idx="1994">
                  <c:v>854.8</c:v>
                </c:pt>
                <c:pt idx="1995">
                  <c:v>855.2</c:v>
                </c:pt>
                <c:pt idx="1996">
                  <c:v>855.6</c:v>
                </c:pt>
                <c:pt idx="1997">
                  <c:v>856</c:v>
                </c:pt>
                <c:pt idx="1998">
                  <c:v>856.4</c:v>
                </c:pt>
                <c:pt idx="1999">
                  <c:v>856.8</c:v>
                </c:pt>
                <c:pt idx="2000">
                  <c:v>857.2</c:v>
                </c:pt>
                <c:pt idx="2001">
                  <c:v>857.6</c:v>
                </c:pt>
                <c:pt idx="2002">
                  <c:v>858</c:v>
                </c:pt>
                <c:pt idx="2003">
                  <c:v>858.4</c:v>
                </c:pt>
                <c:pt idx="2004">
                  <c:v>858.8</c:v>
                </c:pt>
                <c:pt idx="2005">
                  <c:v>859.2</c:v>
                </c:pt>
                <c:pt idx="2006">
                  <c:v>859.6</c:v>
                </c:pt>
                <c:pt idx="2007">
                  <c:v>860</c:v>
                </c:pt>
                <c:pt idx="2008">
                  <c:v>860.4</c:v>
                </c:pt>
                <c:pt idx="2009">
                  <c:v>860.8</c:v>
                </c:pt>
                <c:pt idx="2010">
                  <c:v>861.2</c:v>
                </c:pt>
                <c:pt idx="2011">
                  <c:v>861.6</c:v>
                </c:pt>
                <c:pt idx="2012">
                  <c:v>862</c:v>
                </c:pt>
                <c:pt idx="2013">
                  <c:v>862.4</c:v>
                </c:pt>
                <c:pt idx="2014">
                  <c:v>862.8</c:v>
                </c:pt>
                <c:pt idx="2015">
                  <c:v>863.2</c:v>
                </c:pt>
                <c:pt idx="2016">
                  <c:v>863.6</c:v>
                </c:pt>
                <c:pt idx="2017">
                  <c:v>864</c:v>
                </c:pt>
                <c:pt idx="2018">
                  <c:v>864.4</c:v>
                </c:pt>
                <c:pt idx="2019">
                  <c:v>864.8</c:v>
                </c:pt>
                <c:pt idx="2020">
                  <c:v>865.2</c:v>
                </c:pt>
                <c:pt idx="2021">
                  <c:v>865.6</c:v>
                </c:pt>
                <c:pt idx="2022">
                  <c:v>866</c:v>
                </c:pt>
                <c:pt idx="2023">
                  <c:v>866.4</c:v>
                </c:pt>
                <c:pt idx="2024">
                  <c:v>866.8</c:v>
                </c:pt>
                <c:pt idx="2025">
                  <c:v>867.2</c:v>
                </c:pt>
                <c:pt idx="2026">
                  <c:v>867.6</c:v>
                </c:pt>
                <c:pt idx="2027">
                  <c:v>868</c:v>
                </c:pt>
                <c:pt idx="2028">
                  <c:v>868.4</c:v>
                </c:pt>
                <c:pt idx="2029">
                  <c:v>868.8</c:v>
                </c:pt>
                <c:pt idx="2030">
                  <c:v>869.2</c:v>
                </c:pt>
                <c:pt idx="2031">
                  <c:v>869.6</c:v>
                </c:pt>
                <c:pt idx="2032">
                  <c:v>870</c:v>
                </c:pt>
                <c:pt idx="2033">
                  <c:v>870.4</c:v>
                </c:pt>
                <c:pt idx="2034">
                  <c:v>870.8</c:v>
                </c:pt>
                <c:pt idx="2035">
                  <c:v>871.2</c:v>
                </c:pt>
                <c:pt idx="2036">
                  <c:v>871.6</c:v>
                </c:pt>
                <c:pt idx="2037">
                  <c:v>872</c:v>
                </c:pt>
                <c:pt idx="2038">
                  <c:v>872.4</c:v>
                </c:pt>
                <c:pt idx="2039">
                  <c:v>872.8</c:v>
                </c:pt>
                <c:pt idx="2040">
                  <c:v>873.2</c:v>
                </c:pt>
                <c:pt idx="2041">
                  <c:v>873.6</c:v>
                </c:pt>
                <c:pt idx="2042">
                  <c:v>874</c:v>
                </c:pt>
                <c:pt idx="2043">
                  <c:v>874.4</c:v>
                </c:pt>
                <c:pt idx="2044">
                  <c:v>874.8</c:v>
                </c:pt>
                <c:pt idx="2045">
                  <c:v>875.2</c:v>
                </c:pt>
                <c:pt idx="2046">
                  <c:v>875.6</c:v>
                </c:pt>
                <c:pt idx="2047">
                  <c:v>876</c:v>
                </c:pt>
                <c:pt idx="2048">
                  <c:v>876.4</c:v>
                </c:pt>
                <c:pt idx="2049">
                  <c:v>876.8</c:v>
                </c:pt>
                <c:pt idx="2050">
                  <c:v>877.2</c:v>
                </c:pt>
                <c:pt idx="2051">
                  <c:v>877.6</c:v>
                </c:pt>
                <c:pt idx="2052">
                  <c:v>878</c:v>
                </c:pt>
                <c:pt idx="2053">
                  <c:v>878.4</c:v>
                </c:pt>
                <c:pt idx="2054">
                  <c:v>878.8</c:v>
                </c:pt>
                <c:pt idx="2055">
                  <c:v>879.2</c:v>
                </c:pt>
                <c:pt idx="2056">
                  <c:v>879.6</c:v>
                </c:pt>
                <c:pt idx="2057">
                  <c:v>880</c:v>
                </c:pt>
                <c:pt idx="2058">
                  <c:v>880.4</c:v>
                </c:pt>
                <c:pt idx="2059">
                  <c:v>880.8</c:v>
                </c:pt>
                <c:pt idx="2060">
                  <c:v>881.2</c:v>
                </c:pt>
                <c:pt idx="2061">
                  <c:v>881.6</c:v>
                </c:pt>
                <c:pt idx="2062">
                  <c:v>882</c:v>
                </c:pt>
                <c:pt idx="2063">
                  <c:v>882.4</c:v>
                </c:pt>
                <c:pt idx="2064">
                  <c:v>882.8</c:v>
                </c:pt>
                <c:pt idx="2065">
                  <c:v>883.2</c:v>
                </c:pt>
                <c:pt idx="2066">
                  <c:v>883.6</c:v>
                </c:pt>
                <c:pt idx="2067">
                  <c:v>884</c:v>
                </c:pt>
                <c:pt idx="2068">
                  <c:v>884.4</c:v>
                </c:pt>
                <c:pt idx="2069">
                  <c:v>884.8</c:v>
                </c:pt>
                <c:pt idx="2070">
                  <c:v>885.2</c:v>
                </c:pt>
                <c:pt idx="2071">
                  <c:v>885.6</c:v>
                </c:pt>
                <c:pt idx="2072">
                  <c:v>886</c:v>
                </c:pt>
                <c:pt idx="2073">
                  <c:v>886.4</c:v>
                </c:pt>
                <c:pt idx="2074">
                  <c:v>886.8</c:v>
                </c:pt>
                <c:pt idx="2075">
                  <c:v>887.2</c:v>
                </c:pt>
                <c:pt idx="2076">
                  <c:v>887.6</c:v>
                </c:pt>
                <c:pt idx="2077">
                  <c:v>888</c:v>
                </c:pt>
                <c:pt idx="2078">
                  <c:v>888.4</c:v>
                </c:pt>
                <c:pt idx="2079">
                  <c:v>888.8</c:v>
                </c:pt>
                <c:pt idx="2080">
                  <c:v>889.2</c:v>
                </c:pt>
                <c:pt idx="2081">
                  <c:v>889.6</c:v>
                </c:pt>
                <c:pt idx="2082">
                  <c:v>890</c:v>
                </c:pt>
                <c:pt idx="2083">
                  <c:v>890.4</c:v>
                </c:pt>
                <c:pt idx="2084">
                  <c:v>890.8</c:v>
                </c:pt>
                <c:pt idx="2085">
                  <c:v>891.2</c:v>
                </c:pt>
                <c:pt idx="2086">
                  <c:v>891.6</c:v>
                </c:pt>
                <c:pt idx="2087">
                  <c:v>892</c:v>
                </c:pt>
                <c:pt idx="2088">
                  <c:v>892.4</c:v>
                </c:pt>
                <c:pt idx="2089">
                  <c:v>892.8</c:v>
                </c:pt>
                <c:pt idx="2090">
                  <c:v>893.2</c:v>
                </c:pt>
                <c:pt idx="2091">
                  <c:v>893.6</c:v>
                </c:pt>
                <c:pt idx="2092">
                  <c:v>894</c:v>
                </c:pt>
                <c:pt idx="2093">
                  <c:v>894.4</c:v>
                </c:pt>
                <c:pt idx="2094">
                  <c:v>894.8</c:v>
                </c:pt>
                <c:pt idx="2095">
                  <c:v>895.2</c:v>
                </c:pt>
                <c:pt idx="2096">
                  <c:v>895.6</c:v>
                </c:pt>
                <c:pt idx="2097">
                  <c:v>896</c:v>
                </c:pt>
                <c:pt idx="2098">
                  <c:v>896.4</c:v>
                </c:pt>
                <c:pt idx="2099">
                  <c:v>896.8</c:v>
                </c:pt>
                <c:pt idx="2100">
                  <c:v>897.2</c:v>
                </c:pt>
                <c:pt idx="2101">
                  <c:v>897.6</c:v>
                </c:pt>
                <c:pt idx="2102">
                  <c:v>898</c:v>
                </c:pt>
                <c:pt idx="2103">
                  <c:v>898.4</c:v>
                </c:pt>
                <c:pt idx="2104">
                  <c:v>898.8</c:v>
                </c:pt>
                <c:pt idx="2105">
                  <c:v>899.2</c:v>
                </c:pt>
                <c:pt idx="2106">
                  <c:v>899.6</c:v>
                </c:pt>
                <c:pt idx="2107">
                  <c:v>900</c:v>
                </c:pt>
                <c:pt idx="2108">
                  <c:v>900.4</c:v>
                </c:pt>
                <c:pt idx="2109">
                  <c:v>900.8</c:v>
                </c:pt>
                <c:pt idx="2110">
                  <c:v>901.2</c:v>
                </c:pt>
                <c:pt idx="2111">
                  <c:v>901.6</c:v>
                </c:pt>
                <c:pt idx="2112">
                  <c:v>902</c:v>
                </c:pt>
                <c:pt idx="2113">
                  <c:v>902.4</c:v>
                </c:pt>
                <c:pt idx="2114">
                  <c:v>902.8</c:v>
                </c:pt>
                <c:pt idx="2115">
                  <c:v>903.2</c:v>
                </c:pt>
                <c:pt idx="2116">
                  <c:v>903.6</c:v>
                </c:pt>
                <c:pt idx="2117">
                  <c:v>904</c:v>
                </c:pt>
                <c:pt idx="2118">
                  <c:v>904.4</c:v>
                </c:pt>
                <c:pt idx="2119">
                  <c:v>904.8</c:v>
                </c:pt>
                <c:pt idx="2120">
                  <c:v>905.2</c:v>
                </c:pt>
                <c:pt idx="2121">
                  <c:v>905.6</c:v>
                </c:pt>
                <c:pt idx="2122">
                  <c:v>906</c:v>
                </c:pt>
                <c:pt idx="2123">
                  <c:v>906.4</c:v>
                </c:pt>
                <c:pt idx="2124">
                  <c:v>906.8</c:v>
                </c:pt>
                <c:pt idx="2125">
                  <c:v>907.2</c:v>
                </c:pt>
                <c:pt idx="2126">
                  <c:v>907.6</c:v>
                </c:pt>
                <c:pt idx="2127">
                  <c:v>908</c:v>
                </c:pt>
                <c:pt idx="2128">
                  <c:v>908.4</c:v>
                </c:pt>
                <c:pt idx="2129">
                  <c:v>908.8</c:v>
                </c:pt>
                <c:pt idx="2130">
                  <c:v>909.2</c:v>
                </c:pt>
                <c:pt idx="2131">
                  <c:v>909.6</c:v>
                </c:pt>
                <c:pt idx="2132">
                  <c:v>910</c:v>
                </c:pt>
                <c:pt idx="2133">
                  <c:v>910.4</c:v>
                </c:pt>
                <c:pt idx="2134">
                  <c:v>910.8</c:v>
                </c:pt>
                <c:pt idx="2135">
                  <c:v>911.2</c:v>
                </c:pt>
                <c:pt idx="2136">
                  <c:v>911.6</c:v>
                </c:pt>
                <c:pt idx="2137">
                  <c:v>912</c:v>
                </c:pt>
                <c:pt idx="2138">
                  <c:v>912.4</c:v>
                </c:pt>
                <c:pt idx="2139">
                  <c:v>912.8</c:v>
                </c:pt>
                <c:pt idx="2140">
                  <c:v>913.2</c:v>
                </c:pt>
                <c:pt idx="2141">
                  <c:v>913.6</c:v>
                </c:pt>
                <c:pt idx="2142">
                  <c:v>914</c:v>
                </c:pt>
                <c:pt idx="2143">
                  <c:v>914.4</c:v>
                </c:pt>
                <c:pt idx="2144">
                  <c:v>914.8</c:v>
                </c:pt>
                <c:pt idx="2145">
                  <c:v>915.2</c:v>
                </c:pt>
                <c:pt idx="2146">
                  <c:v>915.6</c:v>
                </c:pt>
                <c:pt idx="2147">
                  <c:v>916</c:v>
                </c:pt>
                <c:pt idx="2148">
                  <c:v>916.4</c:v>
                </c:pt>
                <c:pt idx="2149">
                  <c:v>916.8</c:v>
                </c:pt>
                <c:pt idx="2150">
                  <c:v>917.2</c:v>
                </c:pt>
                <c:pt idx="2151">
                  <c:v>917.6</c:v>
                </c:pt>
                <c:pt idx="2152">
                  <c:v>918</c:v>
                </c:pt>
                <c:pt idx="2153">
                  <c:v>918.4</c:v>
                </c:pt>
                <c:pt idx="2154">
                  <c:v>918.8</c:v>
                </c:pt>
                <c:pt idx="2155">
                  <c:v>919.2</c:v>
                </c:pt>
                <c:pt idx="2156">
                  <c:v>919.6</c:v>
                </c:pt>
                <c:pt idx="2157">
                  <c:v>920</c:v>
                </c:pt>
                <c:pt idx="2158">
                  <c:v>920.4</c:v>
                </c:pt>
                <c:pt idx="2159">
                  <c:v>920.8</c:v>
                </c:pt>
                <c:pt idx="2160">
                  <c:v>921.2</c:v>
                </c:pt>
                <c:pt idx="2161">
                  <c:v>921.6</c:v>
                </c:pt>
                <c:pt idx="2162">
                  <c:v>921.7996913527</c:v>
                </c:pt>
                <c:pt idx="2163">
                  <c:v>921.8</c:v>
                </c:pt>
                <c:pt idx="2164">
                  <c:v>922</c:v>
                </c:pt>
                <c:pt idx="2165">
                  <c:v>922.4</c:v>
                </c:pt>
                <c:pt idx="2166">
                  <c:v>922.8</c:v>
                </c:pt>
                <c:pt idx="2167">
                  <c:v>923.2</c:v>
                </c:pt>
                <c:pt idx="2168">
                  <c:v>923.6</c:v>
                </c:pt>
                <c:pt idx="2169">
                  <c:v>924</c:v>
                </c:pt>
                <c:pt idx="2170">
                  <c:v>924.4</c:v>
                </c:pt>
                <c:pt idx="2171">
                  <c:v>924.8</c:v>
                </c:pt>
                <c:pt idx="2172">
                  <c:v>925.2</c:v>
                </c:pt>
                <c:pt idx="2173">
                  <c:v>925.6</c:v>
                </c:pt>
                <c:pt idx="2174">
                  <c:v>926</c:v>
                </c:pt>
                <c:pt idx="2175">
                  <c:v>926.4</c:v>
                </c:pt>
                <c:pt idx="2176">
                  <c:v>926.8</c:v>
                </c:pt>
                <c:pt idx="2177">
                  <c:v>927.2</c:v>
                </c:pt>
                <c:pt idx="2178">
                  <c:v>927.6</c:v>
                </c:pt>
                <c:pt idx="2179">
                  <c:v>928</c:v>
                </c:pt>
                <c:pt idx="2180">
                  <c:v>928.4</c:v>
                </c:pt>
                <c:pt idx="2181">
                  <c:v>928.8</c:v>
                </c:pt>
                <c:pt idx="2182">
                  <c:v>929.2</c:v>
                </c:pt>
                <c:pt idx="2183">
                  <c:v>929.6</c:v>
                </c:pt>
                <c:pt idx="2184">
                  <c:v>930</c:v>
                </c:pt>
                <c:pt idx="2185">
                  <c:v>930.4</c:v>
                </c:pt>
                <c:pt idx="2186">
                  <c:v>930.8</c:v>
                </c:pt>
                <c:pt idx="2187">
                  <c:v>931.2</c:v>
                </c:pt>
                <c:pt idx="2188">
                  <c:v>931.6</c:v>
                </c:pt>
                <c:pt idx="2189">
                  <c:v>932</c:v>
                </c:pt>
                <c:pt idx="2190">
                  <c:v>932.4</c:v>
                </c:pt>
                <c:pt idx="2191">
                  <c:v>932.8</c:v>
                </c:pt>
                <c:pt idx="2192">
                  <c:v>933.2</c:v>
                </c:pt>
                <c:pt idx="2193">
                  <c:v>933.6</c:v>
                </c:pt>
                <c:pt idx="2194">
                  <c:v>934</c:v>
                </c:pt>
                <c:pt idx="2195">
                  <c:v>934.4</c:v>
                </c:pt>
                <c:pt idx="2196">
                  <c:v>934.8</c:v>
                </c:pt>
                <c:pt idx="2197">
                  <c:v>935.2</c:v>
                </c:pt>
                <c:pt idx="2198">
                  <c:v>935.6</c:v>
                </c:pt>
                <c:pt idx="2199">
                  <c:v>936</c:v>
                </c:pt>
                <c:pt idx="2200">
                  <c:v>936.4</c:v>
                </c:pt>
                <c:pt idx="2201">
                  <c:v>936.8</c:v>
                </c:pt>
                <c:pt idx="2202">
                  <c:v>937.2</c:v>
                </c:pt>
                <c:pt idx="2203">
                  <c:v>937.6</c:v>
                </c:pt>
                <c:pt idx="2204">
                  <c:v>938</c:v>
                </c:pt>
                <c:pt idx="2205">
                  <c:v>938.4</c:v>
                </c:pt>
                <c:pt idx="2206">
                  <c:v>938.8</c:v>
                </c:pt>
                <c:pt idx="2207">
                  <c:v>939.2</c:v>
                </c:pt>
                <c:pt idx="2208">
                  <c:v>939.6</c:v>
                </c:pt>
                <c:pt idx="2209">
                  <c:v>940</c:v>
                </c:pt>
                <c:pt idx="2210">
                  <c:v>940.4</c:v>
                </c:pt>
                <c:pt idx="2211">
                  <c:v>940.8</c:v>
                </c:pt>
                <c:pt idx="2212">
                  <c:v>941.2</c:v>
                </c:pt>
                <c:pt idx="2213">
                  <c:v>941.6</c:v>
                </c:pt>
                <c:pt idx="2214">
                  <c:v>942</c:v>
                </c:pt>
                <c:pt idx="2215">
                  <c:v>942.4</c:v>
                </c:pt>
                <c:pt idx="2216">
                  <c:v>942.8</c:v>
                </c:pt>
                <c:pt idx="2217">
                  <c:v>943.2</c:v>
                </c:pt>
                <c:pt idx="2218">
                  <c:v>943.6</c:v>
                </c:pt>
                <c:pt idx="2219">
                  <c:v>944</c:v>
                </c:pt>
                <c:pt idx="2220">
                  <c:v>944.4</c:v>
                </c:pt>
                <c:pt idx="2221">
                  <c:v>944.8</c:v>
                </c:pt>
                <c:pt idx="2222">
                  <c:v>945.2</c:v>
                </c:pt>
                <c:pt idx="2223">
                  <c:v>945.6</c:v>
                </c:pt>
                <c:pt idx="2224">
                  <c:v>946</c:v>
                </c:pt>
                <c:pt idx="2225">
                  <c:v>946.4</c:v>
                </c:pt>
                <c:pt idx="2226">
                  <c:v>946.8</c:v>
                </c:pt>
                <c:pt idx="2227">
                  <c:v>947.2</c:v>
                </c:pt>
                <c:pt idx="2228">
                  <c:v>947.6</c:v>
                </c:pt>
                <c:pt idx="2229">
                  <c:v>948</c:v>
                </c:pt>
                <c:pt idx="2230">
                  <c:v>948.4</c:v>
                </c:pt>
                <c:pt idx="2231">
                  <c:v>948.8</c:v>
                </c:pt>
                <c:pt idx="2232">
                  <c:v>949.2</c:v>
                </c:pt>
                <c:pt idx="2233">
                  <c:v>949.6</c:v>
                </c:pt>
                <c:pt idx="2234">
                  <c:v>950</c:v>
                </c:pt>
                <c:pt idx="2235">
                  <c:v>950.4</c:v>
                </c:pt>
                <c:pt idx="2236">
                  <c:v>950.8</c:v>
                </c:pt>
                <c:pt idx="2237">
                  <c:v>951.2</c:v>
                </c:pt>
                <c:pt idx="2238">
                  <c:v>951.6</c:v>
                </c:pt>
                <c:pt idx="2239">
                  <c:v>952</c:v>
                </c:pt>
                <c:pt idx="2240">
                  <c:v>952.4</c:v>
                </c:pt>
                <c:pt idx="2241">
                  <c:v>952.8</c:v>
                </c:pt>
                <c:pt idx="2242">
                  <c:v>953.2</c:v>
                </c:pt>
                <c:pt idx="2243">
                  <c:v>953.6</c:v>
                </c:pt>
                <c:pt idx="2244">
                  <c:v>954</c:v>
                </c:pt>
                <c:pt idx="2245">
                  <c:v>954.4</c:v>
                </c:pt>
                <c:pt idx="2246">
                  <c:v>954.8</c:v>
                </c:pt>
                <c:pt idx="2247">
                  <c:v>955.2</c:v>
                </c:pt>
                <c:pt idx="2248">
                  <c:v>955.6</c:v>
                </c:pt>
                <c:pt idx="2249">
                  <c:v>956</c:v>
                </c:pt>
                <c:pt idx="2250">
                  <c:v>956.4</c:v>
                </c:pt>
                <c:pt idx="2251">
                  <c:v>956.8</c:v>
                </c:pt>
                <c:pt idx="2252">
                  <c:v>957.2</c:v>
                </c:pt>
                <c:pt idx="2253">
                  <c:v>957.6</c:v>
                </c:pt>
                <c:pt idx="2254">
                  <c:v>958</c:v>
                </c:pt>
                <c:pt idx="2255">
                  <c:v>958.4</c:v>
                </c:pt>
                <c:pt idx="2256">
                  <c:v>958.8</c:v>
                </c:pt>
                <c:pt idx="2257">
                  <c:v>959.2</c:v>
                </c:pt>
                <c:pt idx="2258">
                  <c:v>959.6</c:v>
                </c:pt>
                <c:pt idx="2259">
                  <c:v>960</c:v>
                </c:pt>
                <c:pt idx="2260">
                  <c:v>960.4</c:v>
                </c:pt>
                <c:pt idx="2261">
                  <c:v>960.8</c:v>
                </c:pt>
                <c:pt idx="2262">
                  <c:v>961.2</c:v>
                </c:pt>
                <c:pt idx="2263">
                  <c:v>961.6</c:v>
                </c:pt>
                <c:pt idx="2264">
                  <c:v>962</c:v>
                </c:pt>
                <c:pt idx="2265">
                  <c:v>962.4</c:v>
                </c:pt>
                <c:pt idx="2266">
                  <c:v>962.8</c:v>
                </c:pt>
                <c:pt idx="2267">
                  <c:v>963.2</c:v>
                </c:pt>
                <c:pt idx="2268">
                  <c:v>963.6</c:v>
                </c:pt>
                <c:pt idx="2269">
                  <c:v>964</c:v>
                </c:pt>
                <c:pt idx="2270">
                  <c:v>964.4</c:v>
                </c:pt>
                <c:pt idx="2271">
                  <c:v>964.8</c:v>
                </c:pt>
                <c:pt idx="2272">
                  <c:v>965.2</c:v>
                </c:pt>
                <c:pt idx="2273">
                  <c:v>965.6</c:v>
                </c:pt>
                <c:pt idx="2274">
                  <c:v>966</c:v>
                </c:pt>
                <c:pt idx="2275">
                  <c:v>966.4</c:v>
                </c:pt>
                <c:pt idx="2276">
                  <c:v>966.8</c:v>
                </c:pt>
                <c:pt idx="2277">
                  <c:v>967.2</c:v>
                </c:pt>
                <c:pt idx="2278">
                  <c:v>967.6</c:v>
                </c:pt>
                <c:pt idx="2279">
                  <c:v>968</c:v>
                </c:pt>
                <c:pt idx="2280">
                  <c:v>968.4</c:v>
                </c:pt>
                <c:pt idx="2281">
                  <c:v>968.8</c:v>
                </c:pt>
                <c:pt idx="2282">
                  <c:v>969.2</c:v>
                </c:pt>
                <c:pt idx="2283">
                  <c:v>969.6</c:v>
                </c:pt>
                <c:pt idx="2284">
                  <c:v>970</c:v>
                </c:pt>
                <c:pt idx="2285">
                  <c:v>970.4</c:v>
                </c:pt>
                <c:pt idx="2286">
                  <c:v>970.8</c:v>
                </c:pt>
                <c:pt idx="2287">
                  <c:v>971.2</c:v>
                </c:pt>
                <c:pt idx="2288">
                  <c:v>971.6</c:v>
                </c:pt>
                <c:pt idx="2289">
                  <c:v>972</c:v>
                </c:pt>
                <c:pt idx="2290">
                  <c:v>972.4</c:v>
                </c:pt>
                <c:pt idx="2291">
                  <c:v>972.8</c:v>
                </c:pt>
                <c:pt idx="2292">
                  <c:v>973.2</c:v>
                </c:pt>
                <c:pt idx="2293">
                  <c:v>973.6</c:v>
                </c:pt>
                <c:pt idx="2294">
                  <c:v>974</c:v>
                </c:pt>
                <c:pt idx="2295">
                  <c:v>974.4</c:v>
                </c:pt>
                <c:pt idx="2296">
                  <c:v>974.8</c:v>
                </c:pt>
                <c:pt idx="2297">
                  <c:v>975.2</c:v>
                </c:pt>
                <c:pt idx="2298">
                  <c:v>975.6</c:v>
                </c:pt>
                <c:pt idx="2299">
                  <c:v>976</c:v>
                </c:pt>
                <c:pt idx="2300">
                  <c:v>976.4</c:v>
                </c:pt>
                <c:pt idx="2301">
                  <c:v>976.8</c:v>
                </c:pt>
                <c:pt idx="2302">
                  <c:v>977.2</c:v>
                </c:pt>
                <c:pt idx="2303">
                  <c:v>977.6</c:v>
                </c:pt>
                <c:pt idx="2304">
                  <c:v>978</c:v>
                </c:pt>
                <c:pt idx="2305">
                  <c:v>978.4</c:v>
                </c:pt>
                <c:pt idx="2306">
                  <c:v>978.8</c:v>
                </c:pt>
                <c:pt idx="2307">
                  <c:v>979.2</c:v>
                </c:pt>
                <c:pt idx="2308">
                  <c:v>979.6</c:v>
                </c:pt>
                <c:pt idx="2309">
                  <c:v>980</c:v>
                </c:pt>
                <c:pt idx="2310">
                  <c:v>980.4</c:v>
                </c:pt>
                <c:pt idx="2311">
                  <c:v>980.8</c:v>
                </c:pt>
                <c:pt idx="2312">
                  <c:v>981.2</c:v>
                </c:pt>
                <c:pt idx="2313">
                  <c:v>981.6</c:v>
                </c:pt>
                <c:pt idx="2314">
                  <c:v>982</c:v>
                </c:pt>
                <c:pt idx="2315">
                  <c:v>982.4</c:v>
                </c:pt>
                <c:pt idx="2316">
                  <c:v>982.8</c:v>
                </c:pt>
                <c:pt idx="2317">
                  <c:v>983.2</c:v>
                </c:pt>
                <c:pt idx="2318">
                  <c:v>983.6</c:v>
                </c:pt>
                <c:pt idx="2319">
                  <c:v>984</c:v>
                </c:pt>
                <c:pt idx="2320">
                  <c:v>984.4</c:v>
                </c:pt>
                <c:pt idx="2321">
                  <c:v>984.8</c:v>
                </c:pt>
                <c:pt idx="2322">
                  <c:v>985.2</c:v>
                </c:pt>
                <c:pt idx="2323">
                  <c:v>985.6</c:v>
                </c:pt>
                <c:pt idx="2324">
                  <c:v>986</c:v>
                </c:pt>
                <c:pt idx="2325">
                  <c:v>986.4</c:v>
                </c:pt>
                <c:pt idx="2326">
                  <c:v>986.8</c:v>
                </c:pt>
                <c:pt idx="2327">
                  <c:v>987.2</c:v>
                </c:pt>
                <c:pt idx="2328">
                  <c:v>987.6</c:v>
                </c:pt>
                <c:pt idx="2329">
                  <c:v>988</c:v>
                </c:pt>
                <c:pt idx="2330">
                  <c:v>988.4</c:v>
                </c:pt>
                <c:pt idx="2331">
                  <c:v>988.8</c:v>
                </c:pt>
                <c:pt idx="2332">
                  <c:v>989.2</c:v>
                </c:pt>
                <c:pt idx="2333">
                  <c:v>989.6</c:v>
                </c:pt>
                <c:pt idx="2334">
                  <c:v>990</c:v>
                </c:pt>
                <c:pt idx="2335">
                  <c:v>990.4</c:v>
                </c:pt>
                <c:pt idx="2336">
                  <c:v>990.8</c:v>
                </c:pt>
                <c:pt idx="2337">
                  <c:v>991.2</c:v>
                </c:pt>
                <c:pt idx="2338">
                  <c:v>991.6</c:v>
                </c:pt>
                <c:pt idx="2339">
                  <c:v>992</c:v>
                </c:pt>
                <c:pt idx="2340">
                  <c:v>992.4</c:v>
                </c:pt>
                <c:pt idx="2341">
                  <c:v>992.8</c:v>
                </c:pt>
                <c:pt idx="2342">
                  <c:v>993.2</c:v>
                </c:pt>
                <c:pt idx="2343">
                  <c:v>993.6</c:v>
                </c:pt>
                <c:pt idx="2344">
                  <c:v>994</c:v>
                </c:pt>
                <c:pt idx="2345">
                  <c:v>994.4</c:v>
                </c:pt>
                <c:pt idx="2346">
                  <c:v>994.8</c:v>
                </c:pt>
                <c:pt idx="2347">
                  <c:v>995.2</c:v>
                </c:pt>
                <c:pt idx="2348">
                  <c:v>995.6</c:v>
                </c:pt>
                <c:pt idx="2349">
                  <c:v>996</c:v>
                </c:pt>
                <c:pt idx="2350">
                  <c:v>996.4</c:v>
                </c:pt>
                <c:pt idx="2351">
                  <c:v>996.8</c:v>
                </c:pt>
                <c:pt idx="2352">
                  <c:v>997.2</c:v>
                </c:pt>
                <c:pt idx="2353">
                  <c:v>997.6</c:v>
                </c:pt>
                <c:pt idx="2354">
                  <c:v>998</c:v>
                </c:pt>
                <c:pt idx="2355">
                  <c:v>998.4</c:v>
                </c:pt>
                <c:pt idx="2356">
                  <c:v>998.8</c:v>
                </c:pt>
                <c:pt idx="2357">
                  <c:v>999.2</c:v>
                </c:pt>
                <c:pt idx="2358">
                  <c:v>999.6</c:v>
                </c:pt>
                <c:pt idx="2359">
                  <c:v>1000</c:v>
                </c:pt>
              </c:numCache>
            </c:numRef>
          </c:xVal>
          <c:yVal>
            <c:numRef>
              <c:f>'Chart Data'!$B$2:$B$2361</c:f>
              <c:numCache>
                <c:formatCode>0.0</c:formatCode>
                <c:ptCount val="2360"/>
                <c:pt idx="0">
                  <c:v>6.3100829923655E-05</c:v>
                </c:pt>
                <c:pt idx="1">
                  <c:v>6.3258953618651E-05</c:v>
                </c:pt>
                <c:pt idx="2">
                  <c:v>6.3419074241664E-05</c:v>
                </c:pt>
                <c:pt idx="3">
                  <c:v>6.3581244557844E-05</c:v>
                </c:pt>
                <c:pt idx="4">
                  <c:v>6.3745519248409E-05</c:v>
                </c:pt>
                <c:pt idx="5">
                  <c:v>6.3911954996326E-05</c:v>
                </c:pt>
                <c:pt idx="6">
                  <c:v>6.4080610576508E-05</c:v>
                </c:pt>
                <c:pt idx="7">
                  <c:v>6.4251546950802E-05</c:v>
                </c:pt>
                <c:pt idx="8">
                  <c:v>6.4424827368079E-05</c:v>
                </c:pt>
                <c:pt idx="9">
                  <c:v>6.4600517469724E-05</c:v>
                </c:pt>
                <c:pt idx="10">
                  <c:v>6.477868540086E-05</c:v>
                </c:pt>
                <c:pt idx="11">
                  <c:v>6.4959401927692E-05</c:v>
                </c:pt>
                <c:pt idx="12">
                  <c:v>6.5142740561318E-05</c:v>
                </c:pt>
                <c:pt idx="13">
                  <c:v>6.5328777688455E-05</c:v>
                </c:pt>
                <c:pt idx="14">
                  <c:v>6.5517592709504E-05</c:v>
                </c:pt>
                <c:pt idx="15">
                  <c:v>6.5709268184435E-05</c:v>
                </c:pt>
                <c:pt idx="16">
                  <c:v>6.5903889986999E-05</c:v>
                </c:pt>
                <c:pt idx="17">
                  <c:v>6.6101547467825E-05</c:v>
                </c:pt>
                <c:pt idx="18">
                  <c:v>6.6302333626976E-05</c:v>
                </c:pt>
                <c:pt idx="19">
                  <c:v>6.650634529661E-05</c:v>
                </c:pt>
                <c:pt idx="20">
                  <c:v>6.6713683334422E-05</c:v>
                </c:pt>
                <c:pt idx="21">
                  <c:v>6.69244528286E-05</c:v>
                </c:pt>
                <c:pt idx="22">
                  <c:v>6.7138763315086E-05</c:v>
                </c:pt>
                <c:pt idx="23">
                  <c:v>6.7356729007997E-05</c:v>
                </c:pt>
                <c:pt idx="24">
                  <c:v>6.7578469044115E-05</c:v>
                </c:pt>
                <c:pt idx="25">
                  <c:v>6.7804107742447E-05</c:v>
                </c:pt>
                <c:pt idx="26">
                  <c:v>6.8033774879923E-05</c:v>
                </c:pt>
                <c:pt idx="27">
                  <c:v>6.8267605984379E-05</c:v>
                </c:pt>
                <c:pt idx="28">
                  <c:v>6.8505742646091E-05</c:v>
                </c:pt>
                <c:pt idx="29">
                  <c:v>6.87483328492E-05</c:v>
                </c:pt>
                <c:pt idx="30">
                  <c:v>6.8995531324496E-05</c:v>
                </c:pt>
                <c:pt idx="31">
                  <c:v>6.9247499925156E-05</c:v>
                </c:pt>
                <c:pt idx="32">
                  <c:v>6.9504408027143E-05</c:v>
                </c:pt>
                <c:pt idx="33">
                  <c:v>6.9766432956147E-05</c:v>
                </c:pt>
                <c:pt idx="34">
                  <c:v>7.0033760443083E-05</c:v>
                </c:pt>
                <c:pt idx="35">
                  <c:v>7.0306585110367E-05</c:v>
                </c:pt>
                <c:pt idx="36">
                  <c:v>7.0585110991342E-05</c:v>
                </c:pt>
                <c:pt idx="37">
                  <c:v>7.0869552085485E-05</c:v>
                </c:pt>
                <c:pt idx="38">
                  <c:v>7.116013295223E-05</c:v>
                </c:pt>
                <c:pt idx="39">
                  <c:v>7.1457089346489E-05</c:v>
                </c:pt>
                <c:pt idx="40">
                  <c:v>7.1760668899273E-05</c:v>
                </c:pt>
                <c:pt idx="41">
                  <c:v>7.2071131847093E-05</c:v>
                </c:pt>
                <c:pt idx="42">
                  <c:v>7.2388751814163E-05</c:v>
                </c:pt>
                <c:pt idx="43">
                  <c:v>7.2713816651835E-05</c:v>
                </c:pt>
                <c:pt idx="44">
                  <c:v>7.3046629340085E-05</c:v>
                </c:pt>
                <c:pt idx="45">
                  <c:v>7.3387508956344E-05</c:v>
                </c:pt>
                <c:pt idx="46">
                  <c:v>7.3736791717474E-05</c:v>
                </c:pt>
                <c:pt idx="47">
                  <c:v>7.4094832101271E-05</c:v>
                </c:pt>
                <c:pt idx="48">
                  <c:v>7.4462004054498E-05</c:v>
                </c:pt>
                <c:pt idx="49">
                  <c:v>7.4838702295136E-05</c:v>
                </c:pt>
                <c:pt idx="50">
                  <c:v>7.522534371736E-05</c:v>
                </c:pt>
                <c:pt idx="51">
                  <c:v>7.562236890857E-05</c:v>
                </c:pt>
                <c:pt idx="52">
                  <c:v>7.6030243788809E-05</c:v>
                </c:pt>
                <c:pt idx="53">
                  <c:v>7.6449461383959E-05</c:v>
                </c:pt>
                <c:pt idx="54">
                  <c:v>7.6880543745309E-05</c:v>
                </c:pt>
                <c:pt idx="55">
                  <c:v>7.7324044029466E-05</c:v>
                </c:pt>
                <c:pt idx="56">
                  <c:v>7.7780548754057E-05</c:v>
                </c:pt>
                <c:pt idx="57">
                  <c:v>7.8250680246383E-05</c:v>
                </c:pt>
                <c:pt idx="58">
                  <c:v>7.8735099304092E-05</c:v>
                </c:pt>
                <c:pt idx="59">
                  <c:v>7.9234508089062E-05</c:v>
                </c:pt>
                <c:pt idx="60">
                  <c:v>7.9749653278117E-05</c:v>
                </c:pt>
                <c:pt idx="61">
                  <c:v>8.0281329496904E-05</c:v>
                </c:pt>
                <c:pt idx="62">
                  <c:v>8.0830383066319E-05</c:v>
                </c:pt>
                <c:pt idx="63">
                  <c:v>8.139771609437E-05</c:v>
                </c:pt>
                <c:pt idx="64">
                  <c:v>8.1984290950267E-05</c:v>
                </c:pt>
                <c:pt idx="65">
                  <c:v>8.2591135162001E-05</c:v>
                </c:pt>
                <c:pt idx="66">
                  <c:v>8.3219346783748E-05</c:v>
                </c:pt>
                <c:pt idx="67">
                  <c:v>8.3870100285182E-05</c:v>
                </c:pt>
                <c:pt idx="68">
                  <c:v>8.4544653021369E-05</c:v>
                </c:pt>
                <c:pt idx="69">
                  <c:v>8.5244352349403E-05</c:v>
                </c:pt>
                <c:pt idx="70">
                  <c:v>8.5970643466551E-05</c:v>
                </c:pt>
                <c:pt idx="71">
                  <c:v>8.6725078054467E-05</c:v>
                </c:pt>
                <c:pt idx="72">
                  <c:v>8.7509323825362E-05</c:v>
                </c:pt>
                <c:pt idx="73">
                  <c:v>8.832517507898E-05</c:v>
                </c:pt>
                <c:pt idx="74">
                  <c:v>8.9174564394174E-05</c:v>
                </c:pt>
                <c:pt idx="75">
                  <c:v>9.0059575596164E-05</c:v>
                </c:pt>
                <c:pt idx="76">
                  <c:v>9.0982458160516E-05</c:v>
                </c:pt>
                <c:pt idx="77">
                  <c:v>9.1945643238045E-05</c:v>
                </c:pt>
                <c:pt idx="78">
                  <c:v>9.2951761511739E-05</c:v>
                </c:pt>
                <c:pt idx="79">
                  <c:v>9.4003663128118E-05</c:v>
                </c:pt>
                <c:pt idx="80">
                  <c:v>9.5104439981985E-05</c:v>
                </c:pt>
                <c:pt idx="81">
                  <c:v>9.6257450676266E-05</c:v>
                </c:pt>
                <c:pt idx="82">
                  <c:v>9.7466348528762E-05</c:v>
                </c:pt>
                <c:pt idx="83">
                  <c:v>9.8735113056492E-05</c:v>
                </c:pt>
                <c:pt idx="84">
                  <c:v>0.00010006808543774</c:v>
                </c:pt>
                <c:pt idx="85">
                  <c:v>0.00010147000853389</c:v>
                </c:pt>
                <c:pt idx="86">
                  <c:v>0.00010294607215015</c:v>
                </c:pt>
                <c:pt idx="87">
                  <c:v>0.00010450196432974</c:v>
                </c:pt>
                <c:pt idx="88">
                  <c:v>0.00010614392961347</c:v>
                </c:pt>
                <c:pt idx="89">
                  <c:v>0.00010787883536049</c:v>
                </c:pt>
                <c:pt idx="90">
                  <c:v>0.00010971424742324</c:v>
                </c:pt>
                <c:pt idx="91">
                  <c:v>0.00011165851670533</c:v>
                </c:pt>
                <c:pt idx="92">
                  <c:v>0.00011372087841678</c:v>
                </c:pt>
                <c:pt idx="93">
                  <c:v>0.00011591156618559</c:v>
                </c:pt>
                <c:pt idx="94">
                  <c:v>0.00011824194360346</c:v>
                </c:pt>
                <c:pt idx="95">
                  <c:v>0.00012072465629385</c:v>
                </c:pt>
                <c:pt idx="96">
                  <c:v>0.0001233738082141</c:v>
                </c:pt>
                <c:pt idx="97">
                  <c:v>0.00012620516666962</c:v>
                </c:pt>
                <c:pt idx="98">
                  <c:v>0.00012923640146104</c:v>
                </c:pt>
                <c:pt idx="99">
                  <c:v>0.00013248736475315</c:v>
                </c:pt>
                <c:pt idx="100">
                  <c:v>0.00013598041970418</c:v>
                </c:pt>
                <c:pt idx="101">
                  <c:v>0.00013974082770279</c:v>
                </c:pt>
                <c:pt idx="102">
                  <c:v>0.00014379720632708</c:v>
                </c:pt>
                <c:pt idx="103">
                  <c:v>0.00014818207299228</c:v>
                </c:pt>
                <c:pt idx="104">
                  <c:v>0.00015293249286086</c:v>
                </c:pt>
                <c:pt idx="105">
                  <c:v>0.00015809085417132</c:v>
                </c:pt>
                <c:pt idx="106">
                  <c:v>0.00016370579999123</c:v>
                </c:pt>
                <c:pt idx="107">
                  <c:v>0.00016983335290419</c:v>
                </c:pt>
                <c:pt idx="108">
                  <c:v>0.00017653827881465</c:v>
                </c:pt>
                <c:pt idx="109">
                  <c:v>0.00018389574858955</c:v>
                </c:pt>
                <c:pt idx="110">
                  <c:v>0.00019199337257885</c:v>
                </c:pt>
                <c:pt idx="111">
                  <c:v>0.00020093370441794</c:v>
                </c:pt>
                <c:pt idx="112">
                  <c:v>0.00021083733860293</c:v>
                </c:pt>
                <c:pt idx="113">
                  <c:v>0.00022184676342963</c:v>
                </c:pt>
                <c:pt idx="114">
                  <c:v>0.00023413118009012</c:v>
                </c:pt>
                <c:pt idx="115">
                  <c:v>0.00024789256419606</c:v>
                </c:pt>
                <c:pt idx="116">
                  <c:v>0.00026337333333106</c:v>
                </c:pt>
                <c:pt idx="117">
                  <c:v>0.00028086610080857</c:v>
                </c:pt>
                <c:pt idx="118">
                  <c:v>0.00030072615115952</c:v>
                </c:pt>
                <c:pt idx="119">
                  <c:v>0.00032338747876577</c:v>
                </c:pt>
                <c:pt idx="120">
                  <c:v>0.00034938350080572</c:v>
                </c:pt>
                <c:pt idx="121">
                  <c:v>0.00037937390140782</c:v>
                </c:pt>
                <c:pt idx="122">
                  <c:v>0.00041417948902537</c:v>
                </c:pt>
                <c:pt idx="123">
                  <c:v>0.00045482742989683</c:v>
                </c:pt>
                <c:pt idx="124">
                  <c:v>0.0005026096641602</c:v>
                </c:pt>
                <c:pt idx="125">
                  <c:v>0.00055915746210276</c:v>
                </c:pt>
                <c:pt idx="126">
                  <c:v>0.00062653431559962</c:v>
                </c:pt>
                <c:pt idx="127">
                  <c:v>0.00070734627321239</c:v>
                </c:pt>
                <c:pt idx="128">
                  <c:v>0.00080486035334616</c:v>
                </c:pt>
                <c:pt idx="129">
                  <c:v>0.0009231014548825</c:v>
                </c:pt>
                <c:pt idx="130">
                  <c:v>0.0010668538733574</c:v>
                </c:pt>
                <c:pt idx="131">
                  <c:v>0.0012414037602376</c:v>
                </c:pt>
                <c:pt idx="132">
                  <c:v>0.0014516959010417</c:v>
                </c:pt>
                <c:pt idx="133">
                  <c:v>0.0017003391681217</c:v>
                </c:pt>
                <c:pt idx="134">
                  <c:v>0.0019837223893917</c:v>
                </c:pt>
                <c:pt idx="135">
                  <c:v>0.0022859677546692</c:v>
                </c:pt>
                <c:pt idx="136">
                  <c:v>0.0025727590282087</c:v>
                </c:pt>
                <c:pt idx="137">
                  <c:v>0.0027917353341787</c:v>
                </c:pt>
                <c:pt idx="138">
                  <c:v>0.0028882317264527</c:v>
                </c:pt>
                <c:pt idx="139">
                  <c:v>0.0028897262302283</c:v>
                </c:pt>
                <c:pt idx="140">
                  <c:v>0.0028338385559045</c:v>
                </c:pt>
                <c:pt idx="141">
                  <c:v>0.002644972937546</c:v>
                </c:pt>
                <c:pt idx="142">
                  <c:v>0.0023718672166865</c:v>
                </c:pt>
                <c:pt idx="143">
                  <c:v>0.00206992489055</c:v>
                </c:pt>
                <c:pt idx="144">
                  <c:v>0.0017791588872443</c:v>
                </c:pt>
                <c:pt idx="145">
                  <c:v>0.0015201729836485</c:v>
                </c:pt>
                <c:pt idx="146">
                  <c:v>0.0012993720542523</c:v>
                </c:pt>
                <c:pt idx="147">
                  <c:v>0.0011154200279757</c:v>
                </c:pt>
                <c:pt idx="148">
                  <c:v>0.00096376439323254</c:v>
                </c:pt>
                <c:pt idx="149">
                  <c:v>0.00083909283733422</c:v>
                </c:pt>
                <c:pt idx="150">
                  <c:v>0.00073643469621661</c:v>
                </c:pt>
                <c:pt idx="151">
                  <c:v>0.00065154234799664</c:v>
                </c:pt>
                <c:pt idx="152">
                  <c:v>0.00058094112894556</c:v>
                </c:pt>
                <c:pt idx="153">
                  <c:v>0.00052184916894891</c:v>
                </c:pt>
                <c:pt idx="154">
                  <c:v>0.00047206073848604</c:v>
                </c:pt>
                <c:pt idx="155">
                  <c:v>0.00042983208019399</c:v>
                </c:pt>
                <c:pt idx="156">
                  <c:v>0.00039378324027027</c:v>
                </c:pt>
                <c:pt idx="157">
                  <c:v>0.00036281845355162</c:v>
                </c:pt>
                <c:pt idx="158">
                  <c:v>0.00033606343512464</c:v>
                </c:pt>
                <c:pt idx="159">
                  <c:v>0.00031281670305601</c:v>
                </c:pt>
                <c:pt idx="160">
                  <c:v>0.00029251203525839</c:v>
                </c:pt>
                <c:pt idx="161">
                  <c:v>0.00027468956086042</c:v>
                </c:pt>
                <c:pt idx="162">
                  <c:v>0.00025897347091553</c:v>
                </c:pt>
                <c:pt idx="163">
                  <c:v>0.00024505477857697</c:v>
                </c:pt>
                <c:pt idx="164">
                  <c:v>0.00023267792750224</c:v>
                </c:pt>
                <c:pt idx="165">
                  <c:v>0.0002216303375297</c:v>
                </c:pt>
                <c:pt idx="166">
                  <c:v>0.00021173419932192</c:v>
                </c:pt>
                <c:pt idx="167">
                  <c:v>0.00020283999808757</c:v>
                </c:pt>
                <c:pt idx="168">
                  <c:v>0.00019482137301282</c:v>
                </c:pt>
                <c:pt idx="169">
                  <c:v>0.00018757101383315</c:v>
                </c:pt>
                <c:pt idx="170">
                  <c:v>0.00018099736702175</c:v>
                </c:pt>
                <c:pt idx="171">
                  <c:v>0.0001750219774171</c:v>
                </c:pt>
                <c:pt idx="172">
                  <c:v>0.00016957733129451</c:v>
                </c:pt>
                <c:pt idx="173">
                  <c:v>0.00016460509727084</c:v>
                </c:pt>
                <c:pt idx="174">
                  <c:v>0.00016005468450945</c:v>
                </c:pt>
                <c:pt idx="175">
                  <c:v>0.00015588205530244</c:v>
                </c:pt>
                <c:pt idx="176">
                  <c:v>0.00015204874261198</c:v>
                </c:pt>
                <c:pt idx="177">
                  <c:v>0.00014852103356011</c:v>
                </c:pt>
                <c:pt idx="178">
                  <c:v>0.00014526928791769</c:v>
                </c:pt>
                <c:pt idx="179">
                  <c:v>0.00014226736691876</c:v>
                </c:pt>
                <c:pt idx="180">
                  <c:v>0.00013949215263498</c:v>
                </c:pt>
                <c:pt idx="181">
                  <c:v>0.00013692314200426</c:v>
                </c:pt>
                <c:pt idx="182">
                  <c:v>0.00013454210265519</c:v>
                </c:pt>
                <c:pt idx="183">
                  <c:v>0.00013233278008735</c:v>
                </c:pt>
                <c:pt idx="184">
                  <c:v>0.00013028064769558</c:v>
                </c:pt>
                <c:pt idx="185">
                  <c:v>0.00012837269266924</c:v>
                </c:pt>
                <c:pt idx="186">
                  <c:v>0.00012659723203895</c:v>
                </c:pt>
                <c:pt idx="187">
                  <c:v>0.00012494375414477</c:v>
                </c:pt>
                <c:pt idx="188">
                  <c:v>0.00012340278161227</c:v>
                </c:pt>
                <c:pt idx="189">
                  <c:v>0.00012196575258395</c:v>
                </c:pt>
                <c:pt idx="190">
                  <c:v>0.00012062491749336</c:v>
                </c:pt>
                <c:pt idx="191">
                  <c:v>0.00011937324911208</c:v>
                </c:pt>
                <c:pt idx="192">
                  <c:v>0.00011820436396409</c:v>
                </c:pt>
                <c:pt idx="193">
                  <c:v>0.00011711245350289</c:v>
                </c:pt>
                <c:pt idx="194">
                  <c:v>0.00011609222369595</c:v>
                </c:pt>
                <c:pt idx="195">
                  <c:v>0.00011513884186808</c:v>
                </c:pt>
                <c:pt idx="196">
                  <c:v>0.00011424788982851</c:v>
                </c:pt>
                <c:pt idx="197">
                  <c:v>0.00011341532245014</c:v>
                </c:pt>
                <c:pt idx="198">
                  <c:v>0.00011263743099152</c:v>
                </c:pt>
                <c:pt idx="199">
                  <c:v>0.00011191081055321</c:v>
                </c:pt>
                <c:pt idx="200">
                  <c:v>0.00011123233114678</c:v>
                </c:pt>
                <c:pt idx="201">
                  <c:v>0.00011059911192708</c:v>
                </c:pt>
                <c:pt idx="202">
                  <c:v>0.00011000849820025</c:v>
                </c:pt>
                <c:pt idx="203">
                  <c:v>0.00010945804087241</c:v>
                </c:pt>
                <c:pt idx="204">
                  <c:v>0.00010894547804856</c:v>
                </c:pt>
                <c:pt idx="205">
                  <c:v>0.00010846871852948</c:v>
                </c:pt>
                <c:pt idx="206">
                  <c:v>0.00010802582698728</c:v>
                </c:pt>
                <c:pt idx="207">
                  <c:v>0.00010761501062792</c:v>
                </c:pt>
                <c:pt idx="208">
                  <c:v>0.00010723460717376</c:v>
                </c:pt>
                <c:pt idx="209">
                  <c:v>0.00010688307401948</c:v>
                </c:pt>
                <c:pt idx="210">
                  <c:v>0.00010655897843302</c:v>
                </c:pt>
                <c:pt idx="211">
                  <c:v>0.0001062609886887</c:v>
                </c:pt>
                <c:pt idx="212">
                  <c:v>0.00010598786603315</c:v>
                </c:pt>
                <c:pt idx="213">
                  <c:v>0.00010573845739639</c:v>
                </c:pt>
                <c:pt idx="214">
                  <c:v>0.00010551168877084</c:v>
                </c:pt>
                <c:pt idx="215">
                  <c:v>0.0001053065591896</c:v>
                </c:pt>
                <c:pt idx="216">
                  <c:v>0.0001051221352435</c:v>
                </c:pt>
                <c:pt idx="217">
                  <c:v>0.00010495754608291</c:v>
                </c:pt>
                <c:pt idx="218">
                  <c:v>0.0001048119788567</c:v>
                </c:pt>
                <c:pt idx="219">
                  <c:v>0.00010468467454549</c:v>
                </c:pt>
                <c:pt idx="220">
                  <c:v>0.00010457492415134</c:v>
                </c:pt>
                <c:pt idx="221">
                  <c:v>0.00010448206521003</c:v>
                </c:pt>
                <c:pt idx="222">
                  <c:v>0.0001044054785955</c:v>
                </c:pt>
                <c:pt idx="223">
                  <c:v>0.00010434458558943</c:v>
                </c:pt>
                <c:pt idx="224">
                  <c:v>0.00010429884519161</c:v>
                </c:pt>
                <c:pt idx="225">
                  <c:v>0.00010426775164927</c:v>
                </c:pt>
                <c:pt idx="226">
                  <c:v>0.00010425083218585</c:v>
                </c:pt>
                <c:pt idx="227">
                  <c:v>0.00010424764491147</c:v>
                </c:pt>
                <c:pt idx="228">
                  <c:v>0.00010425777689934</c:v>
                </c:pt>
                <c:pt idx="229">
                  <c:v>0.00010428084241369</c:v>
                </c:pt>
                <c:pt idx="230">
                  <c:v>0.00010431648127644</c:v>
                </c:pt>
                <c:pt idx="231">
                  <c:v>0.00010436435736078</c:v>
                </c:pt>
                <c:pt idx="232">
                  <c:v>0.00010442415720127</c:v>
                </c:pt>
                <c:pt idx="233">
                  <c:v>0.00010449558871079</c:v>
                </c:pt>
                <c:pt idx="234">
                  <c:v>0.00010457837999575</c:v>
                </c:pt>
                <c:pt idx="235">
                  <c:v>0.00010467227826172</c:v>
                </c:pt>
                <c:pt idx="236">
                  <c:v>0.00010477704880228</c:v>
                </c:pt>
                <c:pt idx="237">
                  <c:v>0.0001048924740647</c:v>
                </c:pt>
                <c:pt idx="238">
                  <c:v>0.00010501835278662</c:v>
                </c:pt>
                <c:pt idx="239">
                  <c:v>0.00010515449919819</c:v>
                </c:pt>
                <c:pt idx="240">
                  <c:v>0.00010530074228502</c:v>
                </c:pt>
                <c:pt idx="241">
                  <c:v>0.00010545692510735</c:v>
                </c:pt>
                <c:pt idx="242">
                  <c:v>0.00010562290417152</c:v>
                </c:pt>
                <c:pt idx="243">
                  <c:v>0.00010579854884996</c:v>
                </c:pt>
                <c:pt idx="244">
                  <c:v>0.0001059837408464</c:v>
                </c:pt>
                <c:pt idx="245">
                  <c:v>0.00010617837370319</c:v>
                </c:pt>
                <c:pt idx="246">
                  <c:v>0.00010638235234807</c:v>
                </c:pt>
                <c:pt idx="247">
                  <c:v>0.0001065955926776</c:v>
                </c:pt>
                <c:pt idx="248">
                  <c:v>0.00010681802117519</c:v>
                </c:pt>
                <c:pt idx="249">
                  <c:v>0.00010704957456144</c:v>
                </c:pt>
                <c:pt idx="250">
                  <c:v>0.00010729019947488</c:v>
                </c:pt>
                <c:pt idx="251">
                  <c:v>0.00010753985218144</c:v>
                </c:pt>
                <c:pt idx="252">
                  <c:v>0.00010779849831092</c:v>
                </c:pt>
                <c:pt idx="253">
                  <c:v>0.00010806611261914</c:v>
                </c:pt>
                <c:pt idx="254">
                  <c:v>0.00010834267877431</c:v>
                </c:pt>
                <c:pt idx="255">
                  <c:v>0.00010862818916651</c:v>
                </c:pt>
                <c:pt idx="256">
                  <c:v>0.00010892264473919</c:v>
                </c:pt>
                <c:pt idx="257">
                  <c:v>0.0001092260548417</c:v>
                </c:pt>
                <c:pt idx="258">
                  <c:v>0.00010953843710193</c:v>
                </c:pt>
                <c:pt idx="259">
                  <c:v>0.00010985981731834</c:v>
                </c:pt>
                <c:pt idx="260">
                  <c:v>0.0001101902293707</c:v>
                </c:pt>
                <c:pt idx="261">
                  <c:v>0.00011052971514876</c:v>
                </c:pt>
                <c:pt idx="262">
                  <c:v>0.00011087832449857</c:v>
                </c:pt>
                <c:pt idx="263">
                  <c:v>0.00011123611518574</c:v>
                </c:pt>
                <c:pt idx="264">
                  <c:v>0.00011160315287538</c:v>
                </c:pt>
                <c:pt idx="265">
                  <c:v>0.00011197951112834</c:v>
                </c:pt>
                <c:pt idx="266">
                  <c:v>0.00011236527141351</c:v>
                </c:pt>
                <c:pt idx="267">
                  <c:v>0.00011276052313589</c:v>
                </c:pt>
                <c:pt idx="268">
                  <c:v>0.00011316536368039</c:v>
                </c:pt>
                <c:pt idx="269">
                  <c:v>0.0001135798984712</c:v>
                </c:pt>
                <c:pt idx="270">
                  <c:v>0.00011400424104667</c:v>
                </c:pt>
                <c:pt idx="271">
                  <c:v>0.00011443851314977</c:v>
                </c:pt>
                <c:pt idx="272">
                  <c:v>0.00011488284483417</c:v>
                </c:pt>
                <c:pt idx="273">
                  <c:v>0.00011533737458602</c:v>
                </c:pt>
                <c:pt idx="274">
                  <c:v>0.00011580224946171</c:v>
                </c:pt>
                <c:pt idx="275">
                  <c:v>0.0001162776252417</c:v>
                </c:pt>
                <c:pt idx="276">
                  <c:v>0.00011676366660085</c:v>
                </c:pt>
                <c:pt idx="277">
                  <c:v>0.0001172605472954</c:v>
                </c:pt>
                <c:pt idx="278">
                  <c:v>0.00011776845036719</c:v>
                </c:pt>
                <c:pt idx="279">
                  <c:v>0.0001182875683654</c:v>
                </c:pt>
                <c:pt idx="280">
                  <c:v>0.0001188181035864</c:v>
                </c:pt>
                <c:pt idx="281">
                  <c:v>0.00011936026833225</c:v>
                </c:pt>
                <c:pt idx="282">
                  <c:v>0.00011991428518846</c:v>
                </c:pt>
                <c:pt idx="283">
                  <c:v>0.00012048038732172</c:v>
                </c:pt>
                <c:pt idx="284">
                  <c:v>0.00012105881879835</c:v>
                </c:pt>
                <c:pt idx="285">
                  <c:v>0.00012164983492423</c:v>
                </c:pt>
                <c:pt idx="286">
                  <c:v>0.00012225370260724</c:v>
                </c:pt>
                <c:pt idx="287">
                  <c:v>0.00012287070074305</c:v>
                </c:pt>
                <c:pt idx="288">
                  <c:v>0.00012350112062535</c:v>
                </c:pt>
                <c:pt idx="289">
                  <c:v>0.00012414526638175</c:v>
                </c:pt>
                <c:pt idx="290">
                  <c:v>0.00012480345543644</c:v>
                </c:pt>
                <c:pt idx="291">
                  <c:v>0.00012547601900102</c:v>
                </c:pt>
                <c:pt idx="292">
                  <c:v>0.00012616330259494</c:v>
                </c:pt>
                <c:pt idx="293">
                  <c:v>0.000126865666597</c:v>
                </c:pt>
                <c:pt idx="294">
                  <c:v>0.00012758348682971</c:v>
                </c:pt>
                <c:pt idx="295">
                  <c:v>0.0001283171551781</c:v>
                </c:pt>
                <c:pt idx="296">
                  <c:v>0.00012906708024511</c:v>
                </c:pt>
                <c:pt idx="297">
                  <c:v>0.00012983368804544</c:v>
                </c:pt>
                <c:pt idx="298">
                  <c:v>0.00013061742274007</c:v>
                </c:pt>
                <c:pt idx="299">
                  <c:v>0.00013141874741402</c:v>
                </c:pt>
                <c:pt idx="300">
                  <c:v>0.00013223814489963</c:v>
                </c:pt>
                <c:pt idx="301">
                  <c:v>0.0001330761186483</c:v>
                </c:pt>
                <c:pt idx="302">
                  <c:v>0.00013393319365348</c:v>
                </c:pt>
                <c:pt idx="303">
                  <c:v>0.00013480991742825</c:v>
                </c:pt>
                <c:pt idx="304">
                  <c:v>0.00013570686104072</c:v>
                </c:pt>
                <c:pt idx="305">
                  <c:v>0.00013662462021091</c:v>
                </c:pt>
                <c:pt idx="306">
                  <c:v>0.00013756381647326</c:v>
                </c:pt>
                <c:pt idx="307">
                  <c:v>0.00013852509840869</c:v>
                </c:pt>
                <c:pt idx="308">
                  <c:v>0.000139509142951</c:v>
                </c:pt>
                <c:pt idx="309">
                  <c:v>0.00014051665677238</c:v>
                </c:pt>
                <c:pt idx="310">
                  <c:v>0.00014154837775345</c:v>
                </c:pt>
                <c:pt idx="311">
                  <c:v>0.00014260507654335</c:v>
                </c:pt>
                <c:pt idx="312">
                  <c:v>0.00014368755821618</c:v>
                </c:pt>
                <c:pt idx="313">
                  <c:v>0.00014479666403036</c:v>
                </c:pt>
                <c:pt idx="314">
                  <c:v>0.00014593327329809</c:v>
                </c:pt>
                <c:pt idx="315">
                  <c:v>0.00014709830537259</c:v>
                </c:pt>
                <c:pt idx="316">
                  <c:v>0.00014829272176161</c:v>
                </c:pt>
                <c:pt idx="317">
                  <c:v>0.00014951752837609</c:v>
                </c:pt>
                <c:pt idx="318">
                  <c:v>0.00015077377792395</c:v>
                </c:pt>
                <c:pt idx="319">
                  <c:v>0.00015206257245945</c:v>
                </c:pt>
                <c:pt idx="320">
                  <c:v>0.00015338506609971</c:v>
                </c:pt>
                <c:pt idx="321">
                  <c:v>0.00015474246792086</c:v>
                </c:pt>
                <c:pt idx="322">
                  <c:v>0.0001561360450473</c:v>
                </c:pt>
                <c:pt idx="323">
                  <c:v>0.00015756712594881</c:v>
                </c:pt>
                <c:pt idx="324">
                  <c:v>0.00015903710396141</c:v>
                </c:pt>
                <c:pt idx="325">
                  <c:v>0.00016054744104952</c:v>
                </c:pt>
                <c:pt idx="326">
                  <c:v>0.00016209967182803</c:v>
                </c:pt>
                <c:pt idx="327">
                  <c:v>0.00016369540786524</c:v>
                </c:pt>
                <c:pt idx="328">
                  <c:v>0.00016533634228874</c:v>
                </c:pt>
                <c:pt idx="329">
                  <c:v>0.00016702425471915</c:v>
                </c:pt>
                <c:pt idx="330">
                  <c:v>0.00016876101655805</c:v>
                </c:pt>
                <c:pt idx="331">
                  <c:v>0.00017054859665965</c:v>
                </c:pt>
                <c:pt idx="332">
                  <c:v>0.00017238906741813</c:v>
                </c:pt>
                <c:pt idx="333">
                  <c:v>0.00017428461130552</c:v>
                </c:pt>
                <c:pt idx="334">
                  <c:v>0.00017623752789867</c:v>
                </c:pt>
                <c:pt idx="335">
                  <c:v>0.00017825024143732</c:v>
                </c:pt>
                <c:pt idx="336">
                  <c:v>0.00018032530895955</c:v>
                </c:pt>
                <c:pt idx="337">
                  <c:v>0.00018246542906526</c:v>
                </c:pt>
                <c:pt idx="338">
                  <c:v>0.00018467345136375</c:v>
                </c:pt>
                <c:pt idx="339">
                  <c:v>0.00018695238666672</c:v>
                </c:pt>
                <c:pt idx="340">
                  <c:v>0.00018930541799463</c:v>
                </c:pt>
                <c:pt idx="341">
                  <c:v>0.00019173591247118</c:v>
                </c:pt>
                <c:pt idx="342">
                  <c:v>0.00019424743418857</c:v>
                </c:pt>
                <c:pt idx="343">
                  <c:v>0.00019684375813491</c:v>
                </c:pt>
                <c:pt idx="344">
                  <c:v>0.000199528885285</c:v>
                </c:pt>
                <c:pt idx="345">
                  <c:v>0.00020230705896654</c:v>
                </c:pt>
                <c:pt idx="346">
                  <c:v>0.00020518278262621</c:v>
                </c:pt>
                <c:pt idx="347">
                  <c:v>0.00020816083913389</c:v>
                </c:pt>
                <c:pt idx="348">
                  <c:v>0.00021124631177864</c:v>
                </c:pt>
                <c:pt idx="349">
                  <c:v>0.00021444460712783</c:v>
                </c:pt>
                <c:pt idx="350">
                  <c:v>0.00021776147994007</c:v>
                </c:pt>
                <c:pt idx="351">
                  <c:v>0.0002212030603455</c:v>
                </c:pt>
                <c:pt idx="352">
                  <c:v>0.00022477588353133</c:v>
                </c:pt>
                <c:pt idx="353">
                  <c:v>0.00022848692219991</c:v>
                </c:pt>
                <c:pt idx="354">
                  <c:v>0.00023234362209825</c:v>
                </c:pt>
                <c:pt idx="355">
                  <c:v>0.00023635394095504</c:v>
                </c:pt>
                <c:pt idx="356">
                  <c:v>0.00024052639120286</c:v>
                </c:pt>
                <c:pt idx="357">
                  <c:v>0.00024487008691112</c:v>
                </c:pt>
                <c:pt idx="358">
                  <c:v>0.0002493947954094</c:v>
                </c:pt>
                <c:pt idx="359">
                  <c:v>0.00025411099414342</c:v>
                </c:pt>
                <c:pt idx="360">
                  <c:v>0.00025902993337704</c:v>
                </c:pt>
                <c:pt idx="361">
                  <c:v>0.00026416370543556</c:v>
                </c:pt>
                <c:pt idx="362">
                  <c:v>0.00026952532127983</c:v>
                </c:pt>
                <c:pt idx="363">
                  <c:v>0.00027512879530931</c:v>
                </c:pt>
                <c:pt idx="364">
                  <c:v>0.00028098923941721</c:v>
                </c:pt>
                <c:pt idx="365">
                  <c:v>0.0002871229674663</c:v>
                </c:pt>
                <c:pt idx="366">
                  <c:v>0.0002935476115216</c:v>
                </c:pt>
                <c:pt idx="367">
                  <c:v>0.00030028225137184</c:v>
                </c:pt>
                <c:pt idx="368">
                  <c:v>0.00030734755909882</c:v>
                </c:pt>
                <c:pt idx="369">
                  <c:v>0.00031476596071937</c:v>
                </c:pt>
                <c:pt idx="370">
                  <c:v>0.00032256181723516</c:v>
                </c:pt>
                <c:pt idx="371">
                  <c:v>0.00033076162778965</c:v>
                </c:pt>
                <c:pt idx="372">
                  <c:v>0.00033939425805986</c:v>
                </c:pt>
                <c:pt idx="373">
                  <c:v>0.00034849119751512</c:v>
                </c:pt>
                <c:pt idx="374">
                  <c:v>0.00035808684977123</c:v>
                </c:pt>
                <c:pt idx="375">
                  <c:v>0.00036821886097523</c:v>
                </c:pt>
                <c:pt idx="376">
                  <c:v>0.0003789284919956</c:v>
                </c:pt>
                <c:pt idx="377">
                  <c:v>0.000390261041193</c:v>
                </c:pt>
                <c:pt idx="378">
                  <c:v>0.00040226632574322</c:v>
                </c:pt>
                <c:pt idx="379">
                  <c:v>0.00041499923091722</c:v>
                </c:pt>
                <c:pt idx="380">
                  <c:v>0.00042852033844815</c:v>
                </c:pt>
                <c:pt idx="381">
                  <c:v>0.00044289664719602</c:v>
                </c:pt>
                <c:pt idx="382">
                  <c:v>0.00045820240184037</c:v>
                </c:pt>
                <c:pt idx="383">
                  <c:v>0.00047452004839239</c:v>
                </c:pt>
                <c:pt idx="384">
                  <c:v>0.00049194133905119</c:v>
                </c:pt>
                <c:pt idx="385">
                  <c:v>0.00051056861349751</c:v>
                </c:pt>
                <c:pt idx="386">
                  <c:v>0.00053051628933217</c:v>
                </c:pt>
                <c:pt idx="387">
                  <c:v>0.00055191260129153</c:v>
                </c:pt>
                <c:pt idx="388">
                  <c:v>0.00057490163745013</c:v>
                </c:pt>
                <c:pt idx="389">
                  <c:v>0.00059964573129154</c:v>
                </c:pt>
                <c:pt idx="390">
                  <c:v>0.0006263282818607</c:v>
                </c:pt>
                <c:pt idx="391">
                  <c:v>0.00065515709094547</c:v>
                </c:pt>
                <c:pt idx="392">
                  <c:v>0.00068636832733723</c:v>
                </c:pt>
                <c:pt idx="393">
                  <c:v>0.00072023125496085</c:v>
                </c:pt>
                <c:pt idx="394">
                  <c:v>0.00075705389571763</c:v>
                </c:pt>
                <c:pt idx="395">
                  <c:v>0.00079718984147457</c:v>
                </c:pt>
                <c:pt idx="396">
                  <c:v>0.00084104648572465</c:v>
                </c:pt>
                <c:pt idx="397">
                  <c:v>0.00088909501801163</c:v>
                </c:pt>
                <c:pt idx="398">
                  <c:v>0.00094188261861753</c:v>
                </c:pt>
                <c:pt idx="399">
                  <c:v>0.0010000474145099</c:v>
                </c:pt>
                <c:pt idx="400">
                  <c:v>0.0010643369200197</c:v>
                </c:pt>
                <c:pt idx="401">
                  <c:v>0.0011356309006735</c:v>
                </c:pt>
                <c:pt idx="402">
                  <c:v>0.0012149698845737</c:v>
                </c:pt>
                <c:pt idx="403">
                  <c:v>0.0013035909282082</c:v>
                </c:pt>
                <c:pt idx="404">
                  <c:v>0.0014029727577327</c:v>
                </c:pt>
                <c:pt idx="405">
                  <c:v>0.0015148931010086</c:v>
                </c:pt>
                <c:pt idx="406">
                  <c:v>0.0016415019663853</c:v>
                </c:pt>
                <c:pt idx="407">
                  <c:v>0.0017854159016192</c:v>
                </c:pt>
                <c:pt idx="408">
                  <c:v>0.0019498400007945</c:v>
                </c:pt>
                <c:pt idx="409">
                  <c:v>0.0021387267738909</c:v>
                </c:pt>
                <c:pt idx="410">
                  <c:v>0.0023569841398383</c:v>
                </c:pt>
                <c:pt idx="411">
                  <c:v>0.0026107489429744</c:v>
                </c:pt>
                <c:pt idx="412">
                  <c:v>0.0029077476412111</c:v>
                </c:pt>
                <c:pt idx="413">
                  <c:v>0.0032577719882224</c:v>
                </c:pt>
                <c:pt idx="414">
                  <c:v>0.0036733035998601</c:v>
                </c:pt>
                <c:pt idx="415">
                  <c:v>0.0041703240911912</c:v>
                </c:pt>
                <c:pt idx="416">
                  <c:v>0.0047693387712861</c:v>
                </c:pt>
                <c:pt idx="417">
                  <c:v>0.0054966019532217</c:v>
                </c:pt>
                <c:pt idx="418">
                  <c:v>0.0063854158697701</c:v>
                </c:pt>
                <c:pt idx="419">
                  <c:v>0.007477086046708</c:v>
                </c:pt>
                <c:pt idx="420">
                  <c:v>0.0088204599663706</c:v>
                </c:pt>
                <c:pt idx="421">
                  <c:v>0.010467619287698</c:v>
                </c:pt>
                <c:pt idx="422">
                  <c:v>0.012460864314791</c:v>
                </c:pt>
                <c:pt idx="423">
                  <c:v>0.014802982359021</c:v>
                </c:pt>
                <c:pt idx="424">
                  <c:v>0.017402729303588</c:v>
                </c:pt>
                <c:pt idx="425">
                  <c:v>0.020002651517942</c:v>
                </c:pt>
                <c:pt idx="426">
                  <c:v>0.022143403768077</c:v>
                </c:pt>
                <c:pt idx="427">
                  <c:v>0.023271509043535</c:v>
                </c:pt>
                <c:pt idx="428">
                  <c:v>0.023348125765647</c:v>
                </c:pt>
                <c:pt idx="429">
                  <c:v>0.023025799966376</c:v>
                </c:pt>
                <c:pt idx="430">
                  <c:v>0.021489299156509</c:v>
                </c:pt>
                <c:pt idx="431">
                  <c:v>0.019127433004439</c:v>
                </c:pt>
                <c:pt idx="432">
                  <c:v>0.016486048697771</c:v>
                </c:pt>
                <c:pt idx="433">
                  <c:v>0.013957010128706</c:v>
                </c:pt>
                <c:pt idx="434">
                  <c:v>0.011732360500353</c:v>
                </c:pt>
                <c:pt idx="435">
                  <c:v>0.0098629534067841</c:v>
                </c:pt>
                <c:pt idx="436">
                  <c:v>0.0083274895827995</c:v>
                </c:pt>
                <c:pt idx="437">
                  <c:v>0.0070779497115905</c:v>
                </c:pt>
                <c:pt idx="438">
                  <c:v>0.0060624716054062</c:v>
                </c:pt>
                <c:pt idx="439">
                  <c:v>0.0052345989520381</c:v>
                </c:pt>
                <c:pt idx="440">
                  <c:v>0.0045558530468213</c:v>
                </c:pt>
                <c:pt idx="441">
                  <c:v>0.0039955148687195</c:v>
                </c:pt>
                <c:pt idx="442">
                  <c:v>0.003529472279211</c:v>
                </c:pt>
                <c:pt idx="443">
                  <c:v>0.0031389188493277</c:v>
                </c:pt>
                <c:pt idx="444">
                  <c:v>0.0028091920155023</c:v>
                </c:pt>
                <c:pt idx="445">
                  <c:v>0.0025288250392207</c:v>
                </c:pt>
                <c:pt idx="446">
                  <c:v>0.0022888052044467</c:v>
                </c:pt>
                <c:pt idx="447">
                  <c:v>0.0020820050280299</c:v>
                </c:pt>
                <c:pt idx="448">
                  <c:v>0.0019027500218609</c:v>
                </c:pt>
                <c:pt idx="449">
                  <c:v>0.0017464910714513</c:v>
                </c:pt>
                <c:pt idx="450">
                  <c:v>0.0016095558152023</c:v>
                </c:pt>
                <c:pt idx="451">
                  <c:v>0.0014889593201163</c:v>
                </c:pt>
                <c:pt idx="452">
                  <c:v>0.0013822592125036</c:v>
                </c:pt>
                <c:pt idx="453">
                  <c:v>0.0012874441973042</c:v>
                </c:pt>
                <c:pt idx="454">
                  <c:v>0.0012028477460747</c:v>
                </c:pt>
                <c:pt idx="455">
                  <c:v>0.0011270808482889</c:v>
                </c:pt>
                <c:pt idx="456">
                  <c:v>0.0010589792807442</c:v>
                </c:pt>
                <c:pt idx="457">
                  <c:v>0.00099756199847649</c:v>
                </c:pt>
                <c:pt idx="458">
                  <c:v>0.00094199809689736</c:v>
                </c:pt>
                <c:pt idx="459">
                  <c:v>0.00089158042013049</c:v>
                </c:pt>
                <c:pt idx="460">
                  <c:v>0.00084570435427389</c:v>
                </c:pt>
                <c:pt idx="461">
                  <c:v>0.00080385068988542</c:v>
                </c:pt>
                <c:pt idx="462">
                  <c:v>0.00076557169683013</c:v>
                </c:pt>
                <c:pt idx="463">
                  <c:v>0.0007304797495619</c:v>
                </c:pt>
                <c:pt idx="464">
                  <c:v>0.00069823798854106</c:v>
                </c:pt>
                <c:pt idx="465">
                  <c:v>0.00066855261592549</c:v>
                </c:pt>
                <c:pt idx="466">
                  <c:v>0.00064116650978775</c:v>
                </c:pt>
                <c:pt idx="467">
                  <c:v>0.00061585390743493</c:v>
                </c:pt>
                <c:pt idx="468">
                  <c:v>0.00059241595976894</c:v>
                </c:pt>
                <c:pt idx="469">
                  <c:v>0.00057067699861284</c:v>
                </c:pt>
                <c:pt idx="470">
                  <c:v>0.00055048139022376</c:v>
                </c:pt>
                <c:pt idx="471">
                  <c:v>0.00053169087283094</c:v>
                </c:pt>
                <c:pt idx="472">
                  <c:v>0.0005141822954974</c:v>
                </c:pt>
                <c:pt idx="473">
                  <c:v>0.00049784569106107</c:v>
                </c:pt>
                <c:pt idx="474">
                  <c:v>0.00048258262824619</c:v>
                </c:pt>
                <c:pt idx="475">
                  <c:v>0.00046830479792317</c:v>
                </c:pt>
                <c:pt idx="476">
                  <c:v>0.00045493279645529</c:v>
                </c:pt>
                <c:pt idx="477">
                  <c:v>0.00044239507550628</c:v>
                </c:pt>
                <c:pt idx="478">
                  <c:v>0.00043062703290735</c:v>
                </c:pt>
                <c:pt idx="479">
                  <c:v>0.00041957022343955</c:v>
                </c:pt>
                <c:pt idx="480">
                  <c:v>0.00040917167187103</c:v>
                </c:pt>
                <c:pt idx="481">
                  <c:v>0.00039938327344857</c:v>
                </c:pt>
                <c:pt idx="482">
                  <c:v>0.00039016126939981</c:v>
                </c:pt>
                <c:pt idx="483">
                  <c:v>0.00038146578695157</c:v>
                </c:pt>
                <c:pt idx="484">
                  <c:v>0.00037326043498641</c:v>
                </c:pt>
                <c:pt idx="485">
                  <c:v>0.0003655119478059</c:v>
                </c:pt>
                <c:pt idx="486">
                  <c:v>0.00035818987059238</c:v>
                </c:pt>
                <c:pt idx="487">
                  <c:v>0.00035126628110274</c:v>
                </c:pt>
                <c:pt idx="488">
                  <c:v>0.00034471554291789</c:v>
                </c:pt>
                <c:pt idx="489">
                  <c:v>0.00033851408623787</c:v>
                </c:pt>
                <c:pt idx="490">
                  <c:v>0.00033264021277522</c:v>
                </c:pt>
                <c:pt idx="491">
                  <c:v>0.00032707392177537</c:v>
                </c:pt>
                <c:pt idx="492">
                  <c:v>0.00032179675459791</c:v>
                </c:pt>
                <c:pt idx="493">
                  <c:v>0.00031679165563684</c:v>
                </c:pt>
                <c:pt idx="494">
                  <c:v>0.00031204284765204</c:v>
                </c:pt>
                <c:pt idx="495">
                  <c:v>0.00030753571983571</c:v>
                </c:pt>
                <c:pt idx="496">
                  <c:v>0.00030325672715314</c:v>
                </c:pt>
                <c:pt idx="497">
                  <c:v>0.00029919329968273</c:v>
                </c:pt>
                <c:pt idx="498">
                  <c:v>0.00029533376083974</c:v>
                </c:pt>
                <c:pt idx="499">
                  <c:v>0.00029166725350585</c:v>
                </c:pt>
                <c:pt idx="500">
                  <c:v>0.00028818367320618</c:v>
                </c:pt>
                <c:pt idx="501">
                  <c:v>0.00028487360757853</c:v>
                </c:pt>
                <c:pt idx="502">
                  <c:v>0.00028172828146914</c:v>
                </c:pt>
                <c:pt idx="503">
                  <c:v>0.00027873950706767</c:v>
                </c:pt>
                <c:pt idx="504">
                  <c:v>0.00027589963856185</c:v>
                </c:pt>
                <c:pt idx="505">
                  <c:v>0.00027320153085178</c:v>
                </c:pt>
                <c:pt idx="506">
                  <c:v>0.00027063850191582</c:v>
                </c:pt>
                <c:pt idx="507">
                  <c:v>0.00026820429846547</c:v>
                </c:pt>
                <c:pt idx="508">
                  <c:v>0.00026589306456681</c:v>
                </c:pt>
                <c:pt idx="509">
                  <c:v>0.00026369931294103</c:v>
                </c:pt>
                <c:pt idx="510">
                  <c:v>0.00026161789868751</c:v>
                </c:pt>
                <c:pt idx="511">
                  <c:v>0.00025964399520054</c:v>
                </c:pt>
                <c:pt idx="512">
                  <c:v>0.00025777307207435</c:v>
                </c:pt>
                <c:pt idx="513">
                  <c:v>0.00025600087481307</c:v>
                </c:pt>
                <c:pt idx="514">
                  <c:v>0.00025432340618062</c:v>
                </c:pt>
                <c:pt idx="515">
                  <c:v>0.00025273690904255</c:v>
                </c:pt>
                <c:pt idx="516">
                  <c:v>0.00025123785056688</c:v>
                </c:pt>
                <c:pt idx="517">
                  <c:v>0.00024982290766387</c:v>
                </c:pt>
                <c:pt idx="518">
                  <c:v>0.00024848895355691</c:v>
                </c:pt>
                <c:pt idx="519">
                  <c:v>0.00024723304538686</c:v>
                </c:pt>
                <c:pt idx="520">
                  <c:v>0.00024605241276189</c:v>
                </c:pt>
                <c:pt idx="521">
                  <c:v>0.00024494444717313</c:v>
                </c:pt>
                <c:pt idx="522">
                  <c:v>0.00024390669220395</c:v>
                </c:pt>
                <c:pt idx="523">
                  <c:v>0.00024293683446765</c:v>
                </c:pt>
                <c:pt idx="524">
                  <c:v>0.00024203269521414</c:v>
                </c:pt>
                <c:pt idx="525">
                  <c:v>0.00024119222255187</c:v>
                </c:pt>
                <c:pt idx="526">
                  <c:v>0.00024041348423604</c:v>
                </c:pt>
                <c:pt idx="527">
                  <c:v>0.00023969466097861</c:v>
                </c:pt>
                <c:pt idx="528">
                  <c:v>0.00023903404023955</c:v>
                </c:pt>
                <c:pt idx="529">
                  <c:v>0.0002384300104625</c:v>
                </c:pt>
                <c:pt idx="530">
                  <c:v>0.00023788105572105</c:v>
                </c:pt>
                <c:pt idx="531">
                  <c:v>0.00023738575074502</c:v>
                </c:pt>
                <c:pt idx="532">
                  <c:v>0.00023694275629866</c:v>
                </c:pt>
                <c:pt idx="533">
                  <c:v>0.00023655081488504</c:v>
                </c:pt>
                <c:pt idx="534">
                  <c:v>0.00023620874675337</c:v>
                </c:pt>
                <c:pt idx="535">
                  <c:v>0.00023591544618759</c:v>
                </c:pt>
                <c:pt idx="536">
                  <c:v>0.00023566987805673</c:v>
                </c:pt>
                <c:pt idx="537">
                  <c:v>0.00023547107460906</c:v>
                </c:pt>
                <c:pt idx="538">
                  <c:v>0.0002353181324934</c:v>
                </c:pt>
                <c:pt idx="539">
                  <c:v>0.00023521020999272</c:v>
                </c:pt>
                <c:pt idx="540">
                  <c:v>0.00023514652445602</c:v>
                </c:pt>
                <c:pt idx="541">
                  <c:v>0.00023512634991576</c:v>
                </c:pt>
                <c:pt idx="542">
                  <c:v>0.00023514901487944</c:v>
                </c:pt>
                <c:pt idx="543">
                  <c:v>0.00023521390028437</c:v>
                </c:pt>
                <c:pt idx="544">
                  <c:v>0.00023532043760599</c:v>
                </c:pt>
                <c:pt idx="545">
                  <c:v>0.00023546810711084</c:v>
                </c:pt>
                <c:pt idx="546">
                  <c:v>0.00023565643624575</c:v>
                </c:pt>
                <c:pt idx="547">
                  <c:v>0.00023588499815599</c:v>
                </c:pt>
                <c:pt idx="548">
                  <c:v>0.00023615341032524</c:v>
                </c:pt>
                <c:pt idx="549">
                  <c:v>0.00023646133333136</c:v>
                </c:pt>
                <c:pt idx="550">
                  <c:v>0.00023680846971197</c:v>
                </c:pt>
                <c:pt idx="551">
                  <c:v>0.00023719456293479</c:v>
                </c:pt>
                <c:pt idx="552">
                  <c:v>0.00023761939646798</c:v>
                </c:pt>
                <c:pt idx="553">
                  <c:v>0.00023808279294608</c:v>
                </c:pt>
                <c:pt idx="554">
                  <c:v>0.00023858461342778</c:v>
                </c:pt>
                <c:pt idx="555">
                  <c:v>0.00023912475674196</c:v>
                </c:pt>
                <c:pt idx="556">
                  <c:v>0.0002397031589189</c:v>
                </c:pt>
                <c:pt idx="557">
                  <c:v>0.0002403197927039</c:v>
                </c:pt>
                <c:pt idx="558">
                  <c:v>0.00024097466715083</c:v>
                </c:pt>
                <c:pt idx="559">
                  <c:v>0.00024166782729356</c:v>
                </c:pt>
                <c:pt idx="560">
                  <c:v>0.00024239935389325</c:v>
                </c:pt>
                <c:pt idx="561">
                  <c:v>0.00024316936326024</c:v>
                </c:pt>
                <c:pt idx="562">
                  <c:v>0.00024397800714896</c:v>
                </c:pt>
                <c:pt idx="563">
                  <c:v>0.00024482547272515</c:v>
                </c:pt>
                <c:pt idx="564">
                  <c:v>0.00024571198260434</c:v>
                </c:pt>
                <c:pt idx="565">
                  <c:v>0.00024663779496144</c:v>
                </c:pt>
                <c:pt idx="566">
                  <c:v>0.00024760320371088</c:v>
                </c:pt>
                <c:pt idx="567">
                  <c:v>0.00024860853875751</c:v>
                </c:pt>
                <c:pt idx="568">
                  <c:v>0.00024965416631839</c:v>
                </c:pt>
                <c:pt idx="569">
                  <c:v>0.00025074048931611</c:v>
                </c:pt>
                <c:pt idx="570">
                  <c:v>0.00025186794784411</c:v>
                </c:pt>
                <c:pt idx="571">
                  <c:v>0.00025303701970526</c:v>
                </c:pt>
                <c:pt idx="572">
                  <c:v>0.00025424822102474</c:v>
                </c:pt>
                <c:pt idx="573">
                  <c:v>0.00025550210693875</c:v>
                </c:pt>
                <c:pt idx="574">
                  <c:v>0.00025679927236078</c:v>
                </c:pt>
                <c:pt idx="575">
                  <c:v>0.00025814035282745</c:v>
                </c:pt>
                <c:pt idx="576">
                  <c:v>0.00025952602542616</c:v>
                </c:pt>
                <c:pt idx="577">
                  <c:v>0.00026095700980712</c:v>
                </c:pt>
                <c:pt idx="578">
                  <c:v>0.00026243406928263</c:v>
                </c:pt>
                <c:pt idx="579">
                  <c:v>0.00026395801201669</c:v>
                </c:pt>
                <c:pt idx="580">
                  <c:v>0.00026552969230851</c:v>
                </c:pt>
                <c:pt idx="581">
                  <c:v>0.00026715001197364</c:v>
                </c:pt>
                <c:pt idx="582">
                  <c:v>0.00026881992182698</c:v>
                </c:pt>
                <c:pt idx="583">
                  <c:v>0.0002705404232721</c:v>
                </c:pt>
                <c:pt idx="584">
                  <c:v>0.00027231257000192</c:v>
                </c:pt>
                <c:pt idx="585">
                  <c:v>0.00027413746981609</c:v>
                </c:pt>
                <c:pt idx="586">
                  <c:v>0.00027601628656075</c:v>
                </c:pt>
                <c:pt idx="587">
                  <c:v>0.00027795024219724</c:v>
                </c:pt>
                <c:pt idx="588">
                  <c:v>0.00027994061900621</c:v>
                </c:pt>
                <c:pt idx="589">
                  <c:v>0.00028198876193484</c:v>
                </c:pt>
                <c:pt idx="590">
                  <c:v>0.00028409608109475</c:v>
                </c:pt>
                <c:pt idx="591">
                  <c:v>0.00028626405441951</c:v>
                </c:pt>
                <c:pt idx="592">
                  <c:v>0.00028849423049068</c:v>
                </c:pt>
                <c:pt idx="593">
                  <c:v>0.0002907882315426</c:v>
                </c:pt>
                <c:pt idx="594">
                  <c:v>0.00029314775665649</c:v>
                </c:pt>
                <c:pt idx="595">
                  <c:v>0.00029557458515549</c:v>
                </c:pt>
                <c:pt idx="596">
                  <c:v>0.00029807058021332</c:v>
                </c:pt>
                <c:pt idx="597">
                  <c:v>0.0003006376926897</c:v>
                </c:pt>
                <c:pt idx="598">
                  <c:v>0.00030327796520742</c:v>
                </c:pt>
                <c:pt idx="599">
                  <c:v>0.00030599353648654</c:v>
                </c:pt>
                <c:pt idx="600">
                  <c:v>0.00030878664595274</c:v>
                </c:pt>
                <c:pt idx="601">
                  <c:v>0.0003116596386381</c:v>
                </c:pt>
                <c:pt idx="602">
                  <c:v>0.00031461497039413</c:v>
                </c:pt>
                <c:pt idx="603">
                  <c:v>0.0003176552134383</c:v>
                </c:pt>
                <c:pt idx="604">
                  <c:v>0.00032078306225726</c:v>
                </c:pt>
                <c:pt idx="605">
                  <c:v>0.00032400133989175</c:v>
                </c:pt>
                <c:pt idx="606">
                  <c:v>0.00032731300463008</c:v>
                </c:pt>
                <c:pt idx="607">
                  <c:v>0.00033072115713967</c:v>
                </c:pt>
                <c:pt idx="608">
                  <c:v>0.0003342290480683</c:v>
                </c:pt>
                <c:pt idx="609">
                  <c:v>0.00033784008614933</c:v>
                </c:pt>
                <c:pt idx="610">
                  <c:v>0.00034155784684847</c:v>
                </c:pt>
                <c:pt idx="611">
                  <c:v>0.00034538608159243</c:v>
                </c:pt>
                <c:pt idx="612">
                  <c:v>0.00034932872762348</c:v>
                </c:pt>
                <c:pt idx="613">
                  <c:v>0.00035338991852783</c:v>
                </c:pt>
                <c:pt idx="614">
                  <c:v>0.00035757399548987</c:v>
                </c:pt>
                <c:pt idx="615">
                  <c:v>0.00036188551932888</c:v>
                </c:pt>
                <c:pt idx="616">
                  <c:v>0.00036632928337997</c:v>
                </c:pt>
                <c:pt idx="617">
                  <c:v>0.00037091032728664</c:v>
                </c:pt>
                <c:pt idx="618">
                  <c:v>0.00037563395177823</c:v>
                </c:pt>
                <c:pt idx="619">
                  <c:v>0.00038050573451272</c:v>
                </c:pt>
                <c:pt idx="620">
                  <c:v>0.00038553154707235</c:v>
                </c:pt>
                <c:pt idx="621">
                  <c:v>0.00039071757320809</c:v>
                </c:pt>
                <c:pt idx="622">
                  <c:v>0.00039607032843791</c:v>
                </c:pt>
                <c:pt idx="623">
                  <c:v>0.00040159668111403</c:v>
                </c:pt>
                <c:pt idx="624">
                  <c:v>0.00040730387508533</c:v>
                </c:pt>
                <c:pt idx="625">
                  <c:v>0.00041319955409342</c:v>
                </c:pt>
                <c:pt idx="626">
                  <c:v>0.00041929178805497</c:v>
                </c:pt>
                <c:pt idx="627">
                  <c:v>0.0004255891013975</c:v>
                </c:pt>
                <c:pt idx="628">
                  <c:v>0.0004321005036334</c:v>
                </c:pt>
                <c:pt idx="629">
                  <c:v>0.00043883552237545</c:v>
                </c:pt>
                <c:pt idx="630">
                  <c:v>0.00044580423901821</c:v>
                </c:pt>
                <c:pt idx="631">
                  <c:v>0.00045301732733321</c:v>
                </c:pt>
                <c:pt idx="632">
                  <c:v>0.00046048609525202</c:v>
                </c:pt>
                <c:pt idx="633">
                  <c:v>0.00046822253014065</c:v>
                </c:pt>
                <c:pt idx="634">
                  <c:v>0.00047623934790154</c:v>
                </c:pt>
                <c:pt idx="635">
                  <c:v>0.00048455004627643</c:v>
                </c:pt>
                <c:pt idx="636">
                  <c:v>0.0004931689627645</c:v>
                </c:pt>
                <c:pt idx="637">
                  <c:v>0.00050211133761708</c:v>
                </c:pt>
                <c:pt idx="638">
                  <c:v>0.00051139338242233</c:v>
                </c:pt>
                <c:pt idx="639">
                  <c:v>0.0005210323548527</c:v>
                </c:pt>
                <c:pt idx="640">
                  <c:v>0.00053104664021445</c:v>
                </c:pt>
                <c:pt idx="641">
                  <c:v>0.00054145584051428</c:v>
                </c:pt>
                <c:pt idx="642">
                  <c:v>0.00055228087184348</c:v>
                </c:pt>
                <c:pt idx="643">
                  <c:v>0.0005635440709772</c:v>
                </c:pt>
                <c:pt idx="644">
                  <c:v>0.00057526931219641</c:v>
                </c:pt>
                <c:pt idx="645">
                  <c:v>0.00058748213546597</c:v>
                </c:pt>
                <c:pt idx="646">
                  <c:v>0.00060020988724486</c:v>
                </c:pt>
                <c:pt idx="647">
                  <c:v>0.00061348187536838</c:v>
                </c:pt>
                <c:pt idx="648">
                  <c:v>0.00062732953962851</c:v>
                </c:pt>
                <c:pt idx="649">
                  <c:v>0.00064178663989316</c:v>
                </c:pt>
                <c:pt idx="650">
                  <c:v>0.00065688946385055</c:v>
                </c:pt>
                <c:pt idx="651">
                  <c:v>0.00067267705674789</c:v>
                </c:pt>
                <c:pt idx="652">
                  <c:v>0.0006891914758194</c:v>
                </c:pt>
                <c:pt idx="653">
                  <c:v>0.00070647807247483</c:v>
                </c:pt>
                <c:pt idx="654">
                  <c:v>0.00072458580575546</c:v>
                </c:pt>
                <c:pt idx="655">
                  <c:v>0.00074356759106923</c:v>
                </c:pt>
                <c:pt idx="656">
                  <c:v>0.00076348068880351</c:v>
                </c:pt>
                <c:pt idx="657">
                  <c:v>0.00078438713809775</c:v>
                </c:pt>
                <c:pt idx="658">
                  <c:v>0.00080635424185582</c:v>
                </c:pt>
                <c:pt idx="659">
                  <c:v>0.00082945511001168</c:v>
                </c:pt>
                <c:pt idx="660">
                  <c:v>0.00085376926915729</c:v>
                </c:pt>
                <c:pt idx="661">
                  <c:v>0.00087938334792911</c:v>
                </c:pt>
                <c:pt idx="662">
                  <c:v>0.00090639184906832</c:v>
                </c:pt>
                <c:pt idx="663">
                  <c:v>0.00093489802086447</c:v>
                </c:pt>
                <c:pt idx="664">
                  <c:v>0.00096501484281965</c:v>
                </c:pt>
                <c:pt idx="665">
                  <c:v>0.00099686614289952</c:v>
                </c:pt>
                <c:pt idx="666">
                  <c:v>0.0010305878667524</c:v>
                </c:pt>
                <c:pt idx="667">
                  <c:v>0.001066329522883</c:v>
                </c:pt>
                <c:pt idx="668">
                  <c:v>0.0011042558320918</c:v>
                </c:pt>
                <c:pt idx="669">
                  <c:v>0.0011445486146959</c:v>
                </c:pt>
                <c:pt idx="670">
                  <c:v>0.0011874089553303</c:v>
                </c:pt>
                <c:pt idx="671">
                  <c:v>0.0012330596927406</c:v>
                </c:pt>
                <c:pt idx="672">
                  <c:v>0.0012817482912369</c:v>
                </c:pt>
                <c:pt idx="673">
                  <c:v>0.00133375016177</c:v>
                </c:pt>
                <c:pt idx="674">
                  <c:v>0.0013893725144334</c:v>
                </c:pt>
                <c:pt idx="675">
                  <c:v>0.0014489588412074</c:v>
                </c:pt>
                <c:pt idx="676">
                  <c:v>0.0015128941487784</c:v>
                </c:pt>
                <c:pt idx="677">
                  <c:v>0.001581611087326</c:v>
                </c:pt>
                <c:pt idx="678">
                  <c:v>0.0016555971536272</c:v>
                </c:pt>
                <c:pt idx="679">
                  <c:v>0.0017354031874389</c:v>
                </c:pt>
                <c:pt idx="680">
                  <c:v>0.0018216534311713</c:v>
                </c:pt>
                <c:pt idx="681">
                  <c:v>0.0019150574873529</c:v>
                </c:pt>
                <c:pt idx="682">
                  <c:v>0.0020164245902613</c:v>
                </c:pt>
                <c:pt idx="683">
                  <c:v>0.0021266807125812</c:v>
                </c:pt>
                <c:pt idx="684">
                  <c:v>0.0022468891620212</c:v>
                </c:pt>
                <c:pt idx="685">
                  <c:v>0.0023782754958059</c:v>
                </c:pt>
                <c:pt idx="686">
                  <c:v>0.0025222578054403</c:v>
                </c:pt>
                <c:pt idx="687">
                  <c:v>0.0026804837171817</c:v>
                </c:pt>
                <c:pt idx="688">
                  <c:v>0.0028548758385027</c:v>
                </c:pt>
                <c:pt idx="689">
                  <c:v>0.0030476878894043</c:v>
                </c:pt>
                <c:pt idx="690">
                  <c:v>0.0032615744337766</c:v>
                </c:pt>
                <c:pt idx="691">
                  <c:v>0.0034996780311675</c:v>
                </c:pt>
                <c:pt idx="692">
                  <c:v>0.0037657388484844</c:v>
                </c:pt>
                <c:pt idx="693">
                  <c:v>0.0040642334235324</c:v>
                </c:pt>
                <c:pt idx="694">
                  <c:v>0.004400551525317</c:v>
                </c:pt>
                <c:pt idx="695">
                  <c:v>0.0047812231451314</c:v>
                </c:pt>
                <c:pt idx="696">
                  <c:v>0.0052142119080913</c:v>
                </c:pt>
                <c:pt idx="697">
                  <c:v>0.0057092970780427</c:v>
                </c:pt>
                <c:pt idx="698">
                  <c:v>0.0062785744741875</c:v>
                </c:pt>
                <c:pt idx="699">
                  <c:v>0.0069371178750041</c:v>
                </c:pt>
                <c:pt idx="700">
                  <c:v>0.0077038579318393</c:v>
                </c:pt>
                <c:pt idx="701">
                  <c:v>0.0086027564643841</c:v>
                </c:pt>
                <c:pt idx="702">
                  <c:v>0.009664381221367</c:v>
                </c:pt>
                <c:pt idx="703">
                  <c:v>0.010928019303715</c:v>
                </c:pt>
                <c:pt idx="704">
                  <c:v>0.012444501536193</c:v>
                </c:pt>
                <c:pt idx="705">
                  <c:v>0.014279928187435</c:v>
                </c:pt>
                <c:pt idx="706">
                  <c:v>0.016520441530967</c:v>
                </c:pt>
                <c:pt idx="707">
                  <c:v>0.019277963177687</c:v>
                </c:pt>
                <c:pt idx="708">
                  <c:v>0.022696114505213</c:v>
                </c:pt>
                <c:pt idx="709">
                  <c:v>0.026953706756027</c:v>
                </c:pt>
                <c:pt idx="710">
                  <c:v>0.032258876975964</c:v>
                </c:pt>
                <c:pt idx="711">
                  <c:v>0.038817960940256</c:v>
                </c:pt>
                <c:pt idx="712">
                  <c:v>0.046747931387564</c:v>
                </c:pt>
                <c:pt idx="713">
                  <c:v>0.055887131432098</c:v>
                </c:pt>
                <c:pt idx="714">
                  <c:v>0.065487740474163</c:v>
                </c:pt>
                <c:pt idx="715">
                  <c:v>0.07394184615537</c:v>
                </c:pt>
                <c:pt idx="716">
                  <c:v>0.079007114073814</c:v>
                </c:pt>
                <c:pt idx="717">
                  <c:v>0.079660240854003</c:v>
                </c:pt>
                <c:pt idx="718">
                  <c:v>0.078928869504359</c:v>
                </c:pt>
                <c:pt idx="719">
                  <c:v>0.073736844080114</c:v>
                </c:pt>
                <c:pt idx="720">
                  <c:v>0.065220729820289</c:v>
                </c:pt>
                <c:pt idx="721">
                  <c:v>0.055616189627844</c:v>
                </c:pt>
                <c:pt idx="722">
                  <c:v>0.046505764821572</c:v>
                </c:pt>
                <c:pt idx="723">
                  <c:v>0.038615704889891</c:v>
                </c:pt>
                <c:pt idx="724">
                  <c:v>0.032095881525487</c:v>
                </c:pt>
                <c:pt idx="725">
                  <c:v>0.026824752783474</c:v>
                </c:pt>
                <c:pt idx="726">
                  <c:v>0.022595106775049</c:v>
                </c:pt>
                <c:pt idx="727">
                  <c:v>0.019199385285133</c:v>
                </c:pt>
                <c:pt idx="728">
                  <c:v>0.016459741955611</c:v>
                </c:pt>
                <c:pt idx="729">
                  <c:v>0.014233497499398</c:v>
                </c:pt>
                <c:pt idx="730">
                  <c:v>0.012409529648627</c:v>
                </c:pt>
                <c:pt idx="731">
                  <c:v>0.010902336290209</c:v>
                </c:pt>
                <c:pt idx="732">
                  <c:v>0.0096463148117565</c:v>
                </c:pt>
                <c:pt idx="733">
                  <c:v>0.0085910151708697</c:v>
                </c:pt>
                <c:pt idx="734">
                  <c:v>0.0076974395889067</c:v>
                </c:pt>
                <c:pt idx="735">
                  <c:v>0.0069352399087802</c:v>
                </c:pt>
                <c:pt idx="736">
                  <c:v>0.0062806214317891</c:v>
                </c:pt>
                <c:pt idx="737">
                  <c:v>0.0057147813380767</c:v>
                </c:pt>
                <c:pt idx="738">
                  <c:v>0.0052227442548245</c:v>
                </c:pt>
                <c:pt idx="739">
                  <c:v>0.0047924906563754</c:v>
                </c:pt>
                <c:pt idx="740">
                  <c:v>0.0044143008697546</c:v>
                </c:pt>
                <c:pt idx="741">
                  <c:v>0.0040802581650963</c:v>
                </c:pt>
                <c:pt idx="742">
                  <c:v>0.0037838697306174</c:v>
                </c:pt>
                <c:pt idx="743">
                  <c:v>0.0035197754889778</c:v>
                </c:pt>
                <c:pt idx="744">
                  <c:v>0.0032835227821647</c:v>
                </c:pt>
                <c:pt idx="745">
                  <c:v>0.0030713907803205</c:v>
                </c:pt>
                <c:pt idx="746">
                  <c:v>0.0028802526858005</c:v>
                </c:pt>
                <c:pt idx="747">
                  <c:v>0.0027074668642266</c:v>
                </c:pt>
                <c:pt idx="748">
                  <c:v>0.0025507902667428</c:v>
                </c:pt>
                <c:pt idx="749">
                  <c:v>0.0024083091452238</c:v>
                </c:pt>
                <c:pt idx="750">
                  <c:v>0.0022783832706211</c:v>
                </c:pt>
                <c:pt idx="751">
                  <c:v>0.0021596007619951</c:v>
                </c:pt>
                <c:pt idx="752">
                  <c:v>0.0020507413044185</c:v>
                </c:pt>
                <c:pt idx="753">
                  <c:v>0.0019507460383174</c:v>
                </c:pt>
                <c:pt idx="754">
                  <c:v>0.0018586927845722</c:v>
                </c:pt>
                <c:pt idx="755">
                  <c:v>0.0017737755604245</c:v>
                </c:pt>
                <c:pt idx="756">
                  <c:v>0.001695287563994</c:v>
                </c:pt>
                <c:pt idx="757">
                  <c:v>0.0016226069768942</c:v>
                </c:pt>
                <c:pt idx="758">
                  <c:v>0.0015551850675173</c:v>
                </c:pt>
                <c:pt idx="759">
                  <c:v>0.0014925361812977</c:v>
                </c:pt>
                <c:pt idx="760">
                  <c:v>0.0014342292855598</c:v>
                </c:pt>
                <c:pt idx="761">
                  <c:v>0.0013798808006019</c:v>
                </c:pt>
                <c:pt idx="762">
                  <c:v>0.0013291484993743</c:v>
                </c:pt>
                <c:pt idx="763">
                  <c:v>0.0012817262984543</c:v>
                </c:pt>
                <c:pt idx="764">
                  <c:v>0.0012373397952685</c:v>
                </c:pt>
                <c:pt idx="765">
                  <c:v>0.0011957424324086</c:v>
                </c:pt>
                <c:pt idx="766">
                  <c:v>0.0011567121907699</c:v>
                </c:pt>
                <c:pt idx="767">
                  <c:v>0.0011200487301554</c:v>
                </c:pt>
                <c:pt idx="768">
                  <c:v>0.0010855709097465</c:v>
                </c:pt>
                <c:pt idx="769">
                  <c:v>0.0010531146320653</c:v>
                </c:pt>
                <c:pt idx="770">
                  <c:v>0.0010225309632629</c:v>
                </c:pt>
                <c:pt idx="771">
                  <c:v>0.00099368449013242</c:v>
                </c:pt>
                <c:pt idx="772">
                  <c:v>0.00096645188049891</c:v>
                </c:pt>
                <c:pt idx="773">
                  <c:v>0.00094072061881146</c:v>
                </c:pt>
                <c:pt idx="774">
                  <c:v>0.00091638789306535</c:v>
                </c:pt>
                <c:pt idx="775">
                  <c:v>0.00089335961276873</c:v>
                </c:pt>
                <c:pt idx="776">
                  <c:v>0.00087154954066755</c:v>
                </c:pt>
                <c:pt idx="777">
                  <c:v>0.00085087852345887</c:v>
                </c:pt>
                <c:pt idx="778">
                  <c:v>0.00083127380883926</c:v>
                </c:pt>
                <c:pt idx="779">
                  <c:v>0.00081266843802145</c:v>
                </c:pt>
                <c:pt idx="780">
                  <c:v>0.00079500070436309</c:v>
                </c:pt>
                <c:pt idx="781">
                  <c:v>0.00077821367003326</c:v>
                </c:pt>
                <c:pt idx="782">
                  <c:v>0.00076225473373272</c:v>
                </c:pt>
                <c:pt idx="783">
                  <c:v>0.00074707524341266</c:v>
                </c:pt>
                <c:pt idx="784">
                  <c:v>0.00073263014873181</c:v>
                </c:pt>
                <c:pt idx="785">
                  <c:v>0.00071887768867133</c:v>
                </c:pt>
                <c:pt idx="786">
                  <c:v>0.00070577911031198</c:v>
                </c:pt>
                <c:pt idx="787">
                  <c:v>0.00069329841528023</c:v>
                </c:pt>
                <c:pt idx="788">
                  <c:v>0.00068140213080393</c:v>
                </c:pt>
                <c:pt idx="789">
                  <c:v>0.00067005910269287</c:v>
                </c:pt>
                <c:pt idx="790">
                  <c:v>0.00065924030788392</c:v>
                </c:pt>
                <c:pt idx="791">
                  <c:v>0.00064891868447221</c:v>
                </c:pt>
                <c:pt idx="792">
                  <c:v>0.00063906897739472</c:v>
                </c:pt>
                <c:pt idx="793">
                  <c:v>0.00062966759814552</c:v>
                </c:pt>
                <c:pt idx="794">
                  <c:v>0.00062069249708865</c:v>
                </c:pt>
                <c:pt idx="795">
                  <c:v>0.00061212304709665</c:v>
                </c:pt>
                <c:pt idx="796">
                  <c:v>0.00060393993738588</c:v>
                </c:pt>
                <c:pt idx="797">
                  <c:v>0.00059612507654419</c:v>
                </c:pt>
                <c:pt idx="798">
                  <c:v>0.00058866150385681</c:v>
                </c:pt>
                <c:pt idx="799">
                  <c:v>0.00058153330813286</c:v>
                </c:pt>
                <c:pt idx="800">
                  <c:v>0.00057472555331986</c:v>
                </c:pt>
                <c:pt idx="801">
                  <c:v>0.00056822421026932</c:v>
                </c:pt>
                <c:pt idx="802">
                  <c:v>0.00056201609408265</c:v>
                </c:pt>
                <c:pt idx="803">
                  <c:v>0.00055608880652576</c:v>
                </c:pt>
                <c:pt idx="804">
                  <c:v>0.0005504306830529</c:v>
                </c:pt>
                <c:pt idx="805">
                  <c:v>0.00054503074402663</c:v>
                </c:pt>
                <c:pt idx="806">
                  <c:v>0.00053987864976229</c:v>
                </c:pt>
                <c:pt idx="807">
                  <c:v>0.00053496465906189</c:v>
                </c:pt>
                <c:pt idx="808">
                  <c:v>0.00053027959093511</c:v>
                </c:pt>
                <c:pt idx="809">
                  <c:v>0.00052581478923455</c:v>
                </c:pt>
                <c:pt idx="810">
                  <c:v>0.00052156208995829</c:v>
                </c:pt>
                <c:pt idx="811">
                  <c:v>0.0005175137909965</c:v>
                </c:pt>
                <c:pt idx="812">
                  <c:v>0.00051366262411939</c:v>
                </c:pt>
                <c:pt idx="813">
                  <c:v>0.00051000172902327</c:v>
                </c:pt>
                <c:pt idx="814">
                  <c:v>0.00050652462926763</c:v>
                </c:pt>
                <c:pt idx="815">
                  <c:v>0.00050322520995209</c:v>
                </c:pt>
                <c:pt idx="816">
                  <c:v>0.00050009769699522</c:v>
                </c:pt>
                <c:pt idx="817">
                  <c:v>0.00049713663788983</c:v>
                </c:pt>
                <c:pt idx="818">
                  <c:v>0.00049433688382049</c:v>
                </c:pt>
                <c:pt idx="819">
                  <c:v>0.00049169357303894</c:v>
                </c:pt>
                <c:pt idx="820">
                  <c:v>0.00048920211540231</c:v>
                </c:pt>
                <c:pt idx="821">
                  <c:v>0.00048685817798725</c:v>
                </c:pt>
                <c:pt idx="822">
                  <c:v>0.00048465767170042</c:v>
                </c:pt>
                <c:pt idx="823">
                  <c:v>0.00048259673881286</c:v>
                </c:pt>
                <c:pt idx="824">
                  <c:v>0.00048067174135156</c:v>
                </c:pt>
                <c:pt idx="825">
                  <c:v>0.00047887925028737</c:v>
                </c:pt>
                <c:pt idx="826">
                  <c:v>0.00047721603546351</c:v>
                </c:pt>
                <c:pt idx="827">
                  <c:v>0.00047567905621328</c:v>
                </c:pt>
                <c:pt idx="828">
                  <c:v>0.00047426545262021</c:v>
                </c:pt>
                <c:pt idx="829">
                  <c:v>0.00047297253737746</c:v>
                </c:pt>
                <c:pt idx="830">
                  <c:v>0.0004717977882069</c:v>
                </c:pt>
                <c:pt idx="831">
                  <c:v>0.00047073884080151</c:v>
                </c:pt>
                <c:pt idx="832">
                  <c:v>0.00046979348225779</c:v>
                </c:pt>
                <c:pt idx="833">
                  <c:v>0.00046895964496745</c:v>
                </c:pt>
                <c:pt idx="834">
                  <c:v>0.00046823540094016</c:v>
                </c:pt>
                <c:pt idx="835">
                  <c:v>0.00046761895653168</c:v>
                </c:pt>
                <c:pt idx="836">
                  <c:v>0.00046710864755324</c:v>
                </c:pt>
                <c:pt idx="837">
                  <c:v>0.00046670293474074</c:v>
                </c:pt>
                <c:pt idx="838">
                  <c:v>0.0004664003995634</c:v>
                </c:pt>
                <c:pt idx="839">
                  <c:v>0.00046619974035372</c:v>
                </c:pt>
                <c:pt idx="840">
                  <c:v>0.00046609976874171</c:v>
                </c:pt>
                <c:pt idx="841">
                  <c:v>0.00046609940637822</c:v>
                </c:pt>
                <c:pt idx="842">
                  <c:v>0.000466197681933</c:v>
                </c:pt>
                <c:pt idx="843">
                  <c:v>0.00046639372835491</c:v>
                </c:pt>
                <c:pt idx="844">
                  <c:v>0.00046668678038241</c:v>
                </c:pt>
                <c:pt idx="845">
                  <c:v>0.00046707617229377</c:v>
                </c:pt>
                <c:pt idx="846">
                  <c:v>0.0004675613358874</c:v>
                </c:pt>
                <c:pt idx="847">
                  <c:v>0.00046814179868369</c:v>
                </c:pt>
                <c:pt idx="848">
                  <c:v>0.00046881718234047</c:v>
                </c:pt>
                <c:pt idx="849">
                  <c:v>0.00046958720127537</c:v>
                </c:pt>
                <c:pt idx="850">
                  <c:v>0.00047045166148887</c:v>
                </c:pt>
                <c:pt idx="851">
                  <c:v>0.00047141045958268</c:v>
                </c:pt>
                <c:pt idx="852">
                  <c:v>0.00047246358196905</c:v>
                </c:pt>
                <c:pt idx="853">
                  <c:v>0.0004736111042669</c:v>
                </c:pt>
                <c:pt idx="854">
                  <c:v>0.00047485319088168</c:v>
                </c:pt>
                <c:pt idx="855">
                  <c:v>0.0004761900947665</c:v>
                </c:pt>
                <c:pt idx="856">
                  <c:v>0.00047762215736248</c:v>
                </c:pt>
                <c:pt idx="857">
                  <c:v>0.00047914980871717</c:v>
                </c:pt>
                <c:pt idx="858">
                  <c:v>0.00048077356778033</c:v>
                </c:pt>
                <c:pt idx="859">
                  <c:v>0.00048249404287719</c:v>
                </c:pt>
                <c:pt idx="860">
                  <c:v>0.00048431193235953</c:v>
                </c:pt>
                <c:pt idx="861">
                  <c:v>0.00048622802543598</c:v>
                </c:pt>
                <c:pt idx="862">
                  <c:v>0.00048824320318331</c:v>
                </c:pt>
                <c:pt idx="863">
                  <c:v>0.00049035843974104</c:v>
                </c:pt>
                <c:pt idx="864">
                  <c:v>0.00049257480369251</c:v>
                </c:pt>
                <c:pt idx="865">
                  <c:v>0.00049489345963611</c:v>
                </c:pt>
                <c:pt idx="866">
                  <c:v>0.00049731566995094</c:v>
                </c:pt>
                <c:pt idx="867">
                  <c:v>0.00049984279676203</c:v>
                </c:pt>
                <c:pt idx="868">
                  <c:v>0.00050247630411076</c:v>
                </c:pt>
                <c:pt idx="869">
                  <c:v>0.00050521776033695</c:v>
                </c:pt>
                <c:pt idx="870">
                  <c:v>0.0005080688406799</c:v>
                </c:pt>
                <c:pt idx="871">
                  <c:v>0.00051103133010623</c:v>
                </c:pt>
                <c:pt idx="872">
                  <c:v>0.00051410712637349</c:v>
                </c:pt>
                <c:pt idx="873">
                  <c:v>0.00051729824333914</c:v>
                </c:pt>
                <c:pt idx="874">
                  <c:v>0.00052060681452559</c:v>
                </c:pt>
                <c:pt idx="875">
                  <c:v>0.00052403509695284</c:v>
                </c:pt>
                <c:pt idx="876">
                  <c:v>0.00052758547525139</c:v>
                </c:pt>
                <c:pt idx="877">
                  <c:v>0.00053126046606913</c:v>
                </c:pt>
                <c:pt idx="878">
                  <c:v>0.00053506272278715</c:v>
                </c:pt>
                <c:pt idx="879">
                  <c:v>0.00053899504056056</c:v>
                </c:pt>
                <c:pt idx="880">
                  <c:v>0.00054306036170196</c:v>
                </c:pt>
                <c:pt idx="881">
                  <c:v>0.00054726178142634</c:v>
                </c:pt>
                <c:pt idx="882">
                  <c:v>0.00055160255397798</c:v>
                </c:pt>
                <c:pt idx="883">
                  <c:v>0.00055608609916153</c:v>
                </c:pt>
                <c:pt idx="884">
                  <c:v>0.0005607160093011</c:v>
                </c:pt>
                <c:pt idx="885">
                  <c:v>0.00056549605665326</c:v>
                </c:pt>
                <c:pt idx="886">
                  <c:v>0.00057043020130192</c:v>
                </c:pt>
                <c:pt idx="887">
                  <c:v>0.00057552259956515</c:v>
                </c:pt>
                <c:pt idx="888">
                  <c:v>0.00058077761294671</c:v>
                </c:pt>
                <c:pt idx="889">
                  <c:v>0.00058619981766726</c:v>
                </c:pt>
                <c:pt idx="890">
                  <c:v>0.00059179401481361</c:v>
                </c:pt>
                <c:pt idx="891">
                  <c:v>0.00059756524114689</c:v>
                </c:pt>
                <c:pt idx="892">
                  <c:v>0.00060351878061435</c:v>
                </c:pt>
                <c:pt idx="893">
                  <c:v>0.00060966017661283</c:v>
                </c:pt>
                <c:pt idx="894">
                  <c:v>0.00061599524505606</c:v>
                </c:pt>
                <c:pt idx="895">
                  <c:v>0.00062253008830215</c:v>
                </c:pt>
                <c:pt idx="896">
                  <c:v>0.00062927111000253</c:v>
                </c:pt>
                <c:pt idx="897">
                  <c:v>0.00063622503093844</c:v>
                </c:pt>
                <c:pt idx="898">
                  <c:v>0.00064339890591698</c:v>
                </c:pt>
                <c:pt idx="899">
                  <c:v>0.0006508001418046</c:v>
                </c:pt>
                <c:pt idx="900">
                  <c:v>0.0006584365167827</c:v>
                </c:pt>
                <c:pt idx="901">
                  <c:v>0.00066631620091751</c:v>
                </c:pt>
                <c:pt idx="902">
                  <c:v>0.00067444777814402</c:v>
                </c:pt>
                <c:pt idx="903">
                  <c:v>0.00068284026977302</c:v>
                </c:pt>
                <c:pt idx="904">
                  <c:v>0.00069150315963968</c:v>
                </c:pt>
                <c:pt idx="905">
                  <c:v>0.00070044642102268</c:v>
                </c:pt>
                <c:pt idx="906">
                  <c:v>0.00070968054547496</c:v>
                </c:pt>
                <c:pt idx="907">
                  <c:v>0.00071921657371941</c:v>
                </c:pt>
                <c:pt idx="908">
                  <c:v>0.0007290661287776</c:v>
                </c:pt>
                <c:pt idx="909">
                  <c:v>0.00073924145151482</c:v>
                </c:pt>
                <c:pt idx="910">
                  <c:v>0.00074975543880215</c:v>
                </c:pt>
                <c:pt idx="911">
                  <c:v>0.00076062168451528</c:v>
                </c:pt>
                <c:pt idx="912">
                  <c:v>0.00077185452361094</c:v>
                </c:pt>
                <c:pt idx="913">
                  <c:v>0.00078346907954497</c:v>
                </c:pt>
                <c:pt idx="914">
                  <c:v>0.00079548131532216</c:v>
                </c:pt>
                <c:pt idx="915">
                  <c:v>0.00080790808849645</c:v>
                </c:pt>
                <c:pt idx="916">
                  <c:v>0.00082076721047222</c:v>
                </c:pt>
                <c:pt idx="917">
                  <c:v>0.0008340775104926</c:v>
                </c:pt>
                <c:pt idx="918">
                  <c:v>0.00084785890474049</c:v>
                </c:pt>
                <c:pt idx="919">
                  <c:v>0.00086213247102168</c:v>
                </c:pt>
                <c:pt idx="920">
                  <c:v>0.00087692052954893</c:v>
                </c:pt>
                <c:pt idx="921">
                  <c:v>0.00089224673040037</c:v>
                </c:pt>
                <c:pt idx="922">
                  <c:v>0.00090813614828734</c:v>
                </c:pt>
                <c:pt idx="923">
                  <c:v>0.00092461538533525</c:v>
                </c:pt>
                <c:pt idx="924">
                  <c:v>0.00094171268265839</c:v>
                </c:pt>
                <c:pt idx="925">
                  <c:v>0.00095945804159615</c:v>
                </c:pt>
                <c:pt idx="926">
                  <c:v>0.00097788335557542</c:v>
                </c:pt>
                <c:pt idx="927">
                  <c:v>0.00099702255367394</c:v>
                </c:pt>
                <c:pt idx="928">
                  <c:v>0.0010169117570827</c:v>
                </c:pt>
                <c:pt idx="929">
                  <c:v>0.0010375894498054</c:v>
                </c:pt>
                <c:pt idx="930">
                  <c:v>0.0010590966650913</c:v>
                </c:pt>
                <c:pt idx="931">
                  <c:v>0.0010814771892755</c:v>
                </c:pt>
                <c:pt idx="932">
                  <c:v>0.0011047777849061</c:v>
                </c:pt>
                <c:pt idx="933">
                  <c:v>0.0011290484352653</c:v>
                </c:pt>
                <c:pt idx="934">
                  <c:v>0.0011543426126577</c:v>
                </c:pt>
                <c:pt idx="935">
                  <c:v>0.0011807175731337</c:v>
                </c:pt>
                <c:pt idx="936">
                  <c:v>0.001208234680664</c:v>
                </c:pt>
                <c:pt idx="937">
                  <c:v>0.0012369597641649</c:v>
                </c:pt>
                <c:pt idx="938">
                  <c:v>0.0012669635112301</c:v>
                </c:pt>
                <c:pt idx="939">
                  <c:v>0.001298321902931</c:v>
                </c:pt>
                <c:pt idx="940">
                  <c:v>0.0013311166946478</c:v>
                </c:pt>
                <c:pt idx="941">
                  <c:v>0.0013654359485686</c:v>
                </c:pt>
                <c:pt idx="942">
                  <c:v>0.001401374624287</c:v>
                </c:pt>
                <c:pt idx="943">
                  <c:v>0.0014390352348365</c:v>
                </c:pt>
                <c:pt idx="944">
                  <c:v>0.0014785285765614</c:v>
                </c:pt>
                <c:pt idx="945">
                  <c:v>0.0015199745424489</c:v>
                </c:pt>
                <c:pt idx="946">
                  <c:v>0.0015635030299816</c:v>
                </c:pt>
                <c:pt idx="947">
                  <c:v>0.0016092549562401</c:v>
                </c:pt>
                <c:pt idx="948">
                  <c:v>0.0016573833949418</c:v>
                </c:pt>
                <c:pt idx="949">
                  <c:v>0.0017080548523958</c:v>
                </c:pt>
                <c:pt idx="950">
                  <c:v>0.001761450702055</c:v>
                </c:pt>
                <c:pt idx="951">
                  <c:v>0.0018177688005278</c:v>
                </c:pt>
                <c:pt idx="952">
                  <c:v>0.0018772253116755</c:v>
                </c:pt>
                <c:pt idx="953">
                  <c:v>0.0019400567698829</c:v>
                </c:pt>
                <c:pt idx="954">
                  <c:v>0.0020065224188957</c:v>
                </c:pt>
                <c:pt idx="955">
                  <c:v>0.0020769068689447</c:v>
                </c:pt>
                <c:pt idx="956">
                  <c:v>0.0021515231224419</c:v>
                </c:pt>
                <c:pt idx="957">
                  <c:v>0.0022307160276185</c:v>
                </c:pt>
                <c:pt idx="958">
                  <c:v>0.0023148662304005</c:v>
                </c:pt>
                <c:pt idx="959">
                  <c:v>0.002404394708026</c:v>
                </c:pt>
                <c:pt idx="960">
                  <c:v>0.002499767983907</c:v>
                </c:pt>
                <c:pt idx="961">
                  <c:v>0.0026015041427101</c:v>
                </c:pt>
                <c:pt idx="962">
                  <c:v>0.0027101797883967</c:v>
                </c:pt>
                <c:pt idx="963">
                  <c:v>0.0028264381170984</c:v>
                </c:pt>
                <c:pt idx="964">
                  <c:v>0.0029509983125573</c:v>
                </c:pt>
                <c:pt idx="965">
                  <c:v>0.0030846665161643</c:v>
                </c:pt>
                <c:pt idx="966">
                  <c:v>0.0032283486786134</c:v>
                </c:pt>
                <c:pt idx="967">
                  <c:v>0.0033830656687339</c:v>
                </c:pt>
                <c:pt idx="968">
                  <c:v>0.0035499711009042</c:v>
                </c:pt>
                <c:pt idx="969">
                  <c:v>0.0037303724504763</c:v>
                </c:pt>
                <c:pt idx="970">
                  <c:v>0.0039257561632557</c:v>
                </c:pt>
                <c:pt idx="971">
                  <c:v>0.004137817638757</c:v>
                </c:pt>
                <c:pt idx="972">
                  <c:v>0.0043684971889201</c:v>
                </c:pt>
                <c:pt idx="973">
                  <c:v>0.0046200233592504</c:v>
                </c:pt>
                <c:pt idx="974">
                  <c:v>0.0048949653680985</c:v>
                </c:pt>
                <c:pt idx="975">
                  <c:v>0.0051962968993228</c:v>
                </c:pt>
                <c:pt idx="976">
                  <c:v>0.0055274741110064</c:v>
                </c:pt>
                <c:pt idx="977">
                  <c:v>0.0058925315491101</c:v>
                </c:pt>
                <c:pt idx="978">
                  <c:v>0.0062962007500852</c:v>
                </c:pt>
                <c:pt idx="979">
                  <c:v>0.0067440577779079</c:v>
                </c:pt>
                <c:pt idx="980">
                  <c:v>0.0072427079047364</c:v>
                </c:pt>
                <c:pt idx="981">
                  <c:v>0.0078000183015909</c:v>
                </c:pt>
                <c:pt idx="982">
                  <c:v>0.0084254132263664</c:v>
                </c:pt>
                <c:pt idx="983">
                  <c:v>0.0091302511650429</c:v>
                </c:pt>
                <c:pt idx="984">
                  <c:v>0.0099283102456298</c:v>
                </c:pt>
                <c:pt idx="985">
                  <c:v>0.010836417784706</c:v>
                </c:pt>
                <c:pt idx="986">
                  <c:v>0.011875273158032</c:v>
                </c:pt>
                <c:pt idx="987">
                  <c:v>0.013070531891334</c:v>
                </c:pt>
                <c:pt idx="988">
                  <c:v>0.014454245155871</c:v>
                </c:pt>
                <c:pt idx="989">
                  <c:v>0.016066785723888</c:v>
                </c:pt>
                <c:pt idx="990">
                  <c:v>0.017959442758909</c:v>
                </c:pt>
                <c:pt idx="991">
                  <c:v>0.020197938127104</c:v>
                </c:pt>
                <c:pt idx="992">
                  <c:v>0.022867210538922</c:v>
                </c:pt>
                <c:pt idx="993">
                  <c:v>0.026077931864483</c:v>
                </c:pt>
                <c:pt idx="994">
                  <c:v>0.0299753479314</c:v>
                </c:pt>
                <c:pt idx="995">
                  <c:v>0.034751096356261</c:v>
                </c:pt>
                <c:pt idx="996">
                  <c:v>0.040658391446704</c:v>
                </c:pt>
                <c:pt idx="997">
                  <c:v>0.048029796955656</c:v>
                </c:pt>
                <c:pt idx="998">
                  <c:v>0.057293465601157</c:v>
                </c:pt>
                <c:pt idx="999">
                  <c:v>0.068975088021685</c:v>
                </c:pt>
                <c:pt idx="1000">
                  <c:v>0.083652368957425</c:v>
                </c:pt>
                <c:pt idx="1001">
                  <c:v>0.1017879084297</c:v>
                </c:pt>
                <c:pt idx="1002">
                  <c:v>0.12330926464384</c:v>
                </c:pt>
                <c:pt idx="1003">
                  <c:v>0.14681377422904</c:v>
                </c:pt>
                <c:pt idx="1004">
                  <c:v>0.16862965762556</c:v>
                </c:pt>
                <c:pt idx="1005">
                  <c:v>0.18292683210204</c:v>
                </c:pt>
                <c:pt idx="1006">
                  <c:v>0.18555632584316</c:v>
                </c:pt>
                <c:pt idx="1007">
                  <c:v>0.18446178630074</c:v>
                </c:pt>
                <c:pt idx="1008">
                  <c:v>0.17260106903781</c:v>
                </c:pt>
                <c:pt idx="1009">
                  <c:v>0.15188331008257</c:v>
                </c:pt>
                <c:pt idx="1010">
                  <c:v>0.12834449921321</c:v>
                </c:pt>
                <c:pt idx="1011">
                  <c:v>0.10620810234401</c:v>
                </c:pt>
                <c:pt idx="1012">
                  <c:v>0.087300047790589</c:v>
                </c:pt>
                <c:pt idx="1013">
                  <c:v>0.071901293546309</c:v>
                </c:pt>
                <c:pt idx="1014">
                  <c:v>0.059618102053282</c:v>
                </c:pt>
                <c:pt idx="1015">
                  <c:v>0.049877293399288</c:v>
                </c:pt>
                <c:pt idx="1016">
                  <c:v>0.042135383943228</c:v>
                </c:pt>
                <c:pt idx="1017">
                  <c:v>0.035942346941445</c:v>
                </c:pt>
                <c:pt idx="1018">
                  <c:v>0.030946056520986</c:v>
                </c:pt>
                <c:pt idx="1019">
                  <c:v>0.026877556709285</c:v>
                </c:pt>
                <c:pt idx="1020">
                  <c:v>0.023533120734513</c:v>
                </c:pt>
                <c:pt idx="1021">
                  <c:v>0.020758438385555</c:v>
                </c:pt>
                <c:pt idx="1022">
                  <c:v>0.018436111231241</c:v>
                </c:pt>
                <c:pt idx="1023">
                  <c:v>0.016476211852515</c:v>
                </c:pt>
                <c:pt idx="1024">
                  <c:v>0.014809299627221</c:v>
                </c:pt>
                <c:pt idx="1025">
                  <c:v>0.013381291944654</c:v>
                </c:pt>
                <c:pt idx="1026">
                  <c:v>0.012149699563047</c:v>
                </c:pt>
                <c:pt idx="1027">
                  <c:v>0.011080853616121</c:v>
                </c:pt>
                <c:pt idx="1028">
                  <c:v>0.01014785132935</c:v>
                </c:pt>
                <c:pt idx="1029">
                  <c:v>0.0093290235193908</c:v>
                </c:pt>
                <c:pt idx="1030">
                  <c:v>0.0086067825947574</c:v>
                </c:pt>
                <c:pt idx="1031">
                  <c:v>0.0079667497104453</c:v>
                </c:pt>
                <c:pt idx="1032">
                  <c:v>0.0073970881492137</c:v>
                </c:pt>
                <c:pt idx="1033">
                  <c:v>0.0068879901869024</c:v>
                </c:pt>
                <c:pt idx="1034">
                  <c:v>0.0064312790599461</c:v>
                </c:pt>
                <c:pt idx="1035">
                  <c:v>0.0060200979118338</c:v>
                </c:pt>
                <c:pt idx="1036">
                  <c:v>0.0056486649632881</c:v>
                </c:pt>
                <c:pt idx="1037">
                  <c:v>0.0053120794761072</c:v>
                </c:pt>
                <c:pt idx="1038">
                  <c:v>0.0050061669553198</c:v>
                </c:pt>
                <c:pt idx="1039">
                  <c:v>0.0047273548733378</c:v>
                </c:pt>
                <c:pt idx="1040">
                  <c:v>0.0044725722946966</c:v>
                </c:pt>
                <c:pt idx="1041">
                  <c:v>0.0042391683366884</c:v>
                </c:pt>
                <c:pt idx="1042">
                  <c:v>0.0040248455660216</c:v>
                </c:pt>
                <c:pt idx="1043">
                  <c:v>0.0038276053091694</c:v>
                </c:pt>
                <c:pt idx="1044">
                  <c:v>0.003645702519557</c:v>
                </c:pt>
                <c:pt idx="1045">
                  <c:v>0.0034776083526542</c:v>
                </c:pt>
                <c:pt idx="1046">
                  <c:v>0.0033219789901356</c:v>
                </c:pt>
                <c:pt idx="1047">
                  <c:v>0.0031776295556636</c:v>
                </c:pt>
                <c:pt idx="1048">
                  <c:v>0.0030435121990829</c:v>
                </c:pt>
                <c:pt idx="1049">
                  <c:v>0.002918697608866</c:v>
                </c:pt>
                <c:pt idx="1050">
                  <c:v>0.0028023593564822</c:v>
                </c:pt>
                <c:pt idx="1051">
                  <c:v>0.0026937605899702</c:v>
                </c:pt>
                <c:pt idx="1052">
                  <c:v>0.0025922426841736</c:v>
                </c:pt>
                <c:pt idx="1053">
                  <c:v>0.0024972155270406</c:v>
                </c:pt>
                <c:pt idx="1054">
                  <c:v>0.002408149179034</c:v>
                </c:pt>
                <c:pt idx="1055">
                  <c:v>0.0023245666891087</c:v>
                </c:pt>
                <c:pt idx="1056">
                  <c:v>0.0022460378882351</c:v>
                </c:pt>
                <c:pt idx="1057">
                  <c:v>0.0021721740119088</c:v>
                </c:pt>
                <c:pt idx="1058">
                  <c:v>0.0021026230279218</c:v>
                </c:pt>
                <c:pt idx="1059">
                  <c:v>0.0020370655659874</c:v>
                </c:pt>
                <c:pt idx="1060">
                  <c:v>0.0019752113625092</c:v>
                </c:pt>
                <c:pt idx="1061">
                  <c:v>0.0019167961475403</c:v>
                </c:pt>
                <c:pt idx="1062">
                  <c:v>0.0018615789123669</c:v>
                </c:pt>
                <c:pt idx="1063">
                  <c:v>0.0018093395055983</c:v>
                </c:pt>
                <c:pt idx="1064">
                  <c:v>0.0017598765135183</c:v>
                </c:pt>
                <c:pt idx="1065">
                  <c:v>0.001713005387025</c:v>
                </c:pt>
                <c:pt idx="1066">
                  <c:v>0.0016685567829986</c:v>
                </c:pt>
                <c:pt idx="1067">
                  <c:v>0.0016263750925671</c:v>
                </c:pt>
                <c:pt idx="1068">
                  <c:v>0.001586317132645</c:v>
                </c:pt>
                <c:pt idx="1069">
                  <c:v>0.0015482509804166</c:v>
                </c:pt>
                <c:pt idx="1070">
                  <c:v>0.0015120549332371</c:v>
                </c:pt>
                <c:pt idx="1071">
                  <c:v>0.0014776165787971</c:v>
                </c:pt>
                <c:pt idx="1072">
                  <c:v>0.0014448319624225</c:v>
                </c:pt>
                <c:pt idx="1073">
                  <c:v>0.0014136048401121</c:v>
                </c:pt>
                <c:pt idx="1074">
                  <c:v>0.0013838460073923</c:v>
                </c:pt>
                <c:pt idx="1075">
                  <c:v>0.0013554726953421</c:v>
                </c:pt>
                <c:pt idx="1076">
                  <c:v>0.0013284080262316</c:v>
                </c:pt>
                <c:pt idx="1077">
                  <c:v>0.0013025805221589</c:v>
                </c:pt>
                <c:pt idx="1078">
                  <c:v>0.0012779236608839</c:v>
                </c:pt>
                <c:pt idx="1079">
                  <c:v>0.0012543754737618</c:v>
                </c:pt>
                <c:pt idx="1080">
                  <c:v>0.0012318781812875</c:v>
                </c:pt>
                <c:pt idx="1081">
                  <c:v>0.0012103778622957</c:v>
                </c:pt>
                <c:pt idx="1082">
                  <c:v>0.0011898241533187</c:v>
                </c:pt>
                <c:pt idx="1083">
                  <c:v>0.001170169975012</c:v>
                </c:pt>
                <c:pt idx="1084">
                  <c:v>0.0011513712829048</c:v>
                </c:pt>
                <c:pt idx="1085">
                  <c:v>0.0011333868400437</c:v>
                </c:pt>
                <c:pt idx="1086">
                  <c:v>0.001116178009367</c:v>
                </c:pt>
                <c:pt idx="1087">
                  <c:v>0.0010997085638842</c:v>
                </c:pt>
                <c:pt idx="1088">
                  <c:v>0.0010839445129441</c:v>
                </c:pt>
                <c:pt idx="1089">
                  <c:v>0.0010688539430583</c:v>
                </c:pt>
                <c:pt idx="1090">
                  <c:v>0.0010544068719115</c:v>
                </c:pt>
                <c:pt idx="1091">
                  <c:v>0.0010405751143292</c:v>
                </c:pt>
                <c:pt idx="1092">
                  <c:v>0.001027332159106</c:v>
                </c:pt>
                <c:pt idx="1093">
                  <c:v>0.0010146530557039</c:v>
                </c:pt>
                <c:pt idx="1094">
                  <c:v>0.0010025143099368</c:v>
                </c:pt>
                <c:pt idx="1095">
                  <c:v>0.00099089378784022</c:v>
                </c:pt>
                <c:pt idx="1096">
                  <c:v>0.00097977062700788</c:v>
                </c:pt>
                <c:pt idx="1097">
                  <c:v>0.00096912515474675</c:v>
                </c:pt>
                <c:pt idx="1098">
                  <c:v>0.00095893881246415</c:v>
                </c:pt>
                <c:pt idx="1099">
                  <c:v>0.0009491940857575</c:v>
                </c:pt>
                <c:pt idx="1100">
                  <c:v>0.00093987443972754</c:v>
                </c:pt>
                <c:pt idx="1101">
                  <c:v>0.00093096425908082</c:v>
                </c:pt>
                <c:pt idx="1102">
                  <c:v>0.00092244879262759</c:v>
                </c:pt>
                <c:pt idx="1103">
                  <c:v>0.00091431410181804</c:v>
                </c:pt>
                <c:pt idx="1104">
                  <c:v>0.00090654701299166</c:v>
                </c:pt>
                <c:pt idx="1105">
                  <c:v>0.0008991350730449</c:v>
                </c:pt>
                <c:pt idx="1106">
                  <c:v>0.00089206650824781</c:v>
                </c:pt>
                <c:pt idx="1107">
                  <c:v>0.00088533018596501</c:v>
                </c:pt>
                <c:pt idx="1108">
                  <c:v>0.00087891557905739</c:v>
                </c:pt>
                <c:pt idx="1109">
                  <c:v>0.00087281273276085</c:v>
                </c:pt>
                <c:pt idx="1110">
                  <c:v>0.00086701223385566</c:v>
                </c:pt>
                <c:pt idx="1111">
                  <c:v>0.00086150518195635</c:v>
                </c:pt>
                <c:pt idx="1112">
                  <c:v>0.00085628316276637</c:v>
                </c:pt>
                <c:pt idx="1113">
                  <c:v>0.00085133822315491</c:v>
                </c:pt>
                <c:pt idx="1114">
                  <c:v>0.0008466628479254</c:v>
                </c:pt>
                <c:pt idx="1115">
                  <c:v>0.00084224993815588</c:v>
                </c:pt>
                <c:pt idx="1116">
                  <c:v>0.00083809279100156</c:v>
                </c:pt>
                <c:pt idx="1117">
                  <c:v>0.00083418508085873</c:v>
                </c:pt>
                <c:pt idx="1118">
                  <c:v>0.0008305208417976</c:v>
                </c:pt>
                <c:pt idx="1119">
                  <c:v>0.00082709445117911</c:v>
                </c:pt>
                <c:pt idx="1120">
                  <c:v>0.00082390061437757</c:v>
                </c:pt>
                <c:pt idx="1121">
                  <c:v>0.00082093435053747</c:v>
                </c:pt>
                <c:pt idx="1122">
                  <c:v>0.00081819097929838</c:v>
                </c:pt>
                <c:pt idx="1123">
                  <c:v>0.00081566610842734</c:v>
                </c:pt>
                <c:pt idx="1124">
                  <c:v>0.00081335562230295</c:v>
                </c:pt>
                <c:pt idx="1125">
                  <c:v>0.00081125567119974</c:v>
                </c:pt>
                <c:pt idx="1126">
                  <c:v>0.00080936266132577</c:v>
                </c:pt>
                <c:pt idx="1127">
                  <c:v>0.00080767324556994</c:v>
                </c:pt>
                <c:pt idx="1128">
                  <c:v>0.00080618431491926</c:v>
                </c:pt>
                <c:pt idx="1129">
                  <c:v>0.00080489299050936</c:v>
                </c:pt>
                <c:pt idx="1130">
                  <c:v>0.00080379661627471</c:v>
                </c:pt>
                <c:pt idx="1131">
                  <c:v>0.00080289275216771</c:v>
                </c:pt>
                <c:pt idx="1132">
                  <c:v>0.00080217916791833</c:v>
                </c:pt>
                <c:pt idx="1133">
                  <c:v>0.00080165383730874</c:v>
                </c:pt>
                <c:pt idx="1134">
                  <c:v>0.0008013149329391</c:v>
                </c:pt>
                <c:pt idx="1135">
                  <c:v>0.00080116082146331</c:v>
                </c:pt>
                <c:pt idx="1136">
                  <c:v>0.00080119005927509</c:v>
                </c:pt>
                <c:pt idx="1137">
                  <c:v>0.00080140138862692</c:v>
                </c:pt>
                <c:pt idx="1138">
                  <c:v>0.00080179373416595</c:v>
                </c:pt>
                <c:pt idx="1139">
                  <c:v>0.00080236619987264</c:v>
                </c:pt>
                <c:pt idx="1140">
                  <c:v>0.00080311806638965</c:v>
                </c:pt>
                <c:pt idx="1141">
                  <c:v>0.00080404878872969</c:v>
                </c:pt>
                <c:pt idx="1142">
                  <c:v>0.00080515799435282</c:v>
                </c:pt>
                <c:pt idx="1143">
                  <c:v>0.00080644548160476</c:v>
                </c:pt>
                <c:pt idx="1144">
                  <c:v>0.00080791121850925</c:v>
                </c:pt>
                <c:pt idx="1145">
                  <c:v>0.0008095553419088</c:v>
                </c:pt>
                <c:pt idx="1146">
                  <c:v>0.00081137815694924</c:v>
                </c:pt>
                <c:pt idx="1147">
                  <c:v>0.00081338013690497</c:v>
                </c:pt>
                <c:pt idx="1148">
                  <c:v>0.00081556192334266</c:v>
                </c:pt>
                <c:pt idx="1149">
                  <c:v>0.00081792432662267</c:v>
                </c:pt>
                <c:pt idx="1150">
                  <c:v>0.00082046832673842</c:v>
                </c:pt>
                <c:pt idx="1151">
                  <c:v>0.00082319507449501</c:v>
                </c:pt>
                <c:pt idx="1152">
                  <c:v>0.00082610589302994</c:v>
                </c:pt>
                <c:pt idx="1153">
                  <c:v>0.00082920227967952</c:v>
                </c:pt>
                <c:pt idx="1154">
                  <c:v>0.00083248590819598</c:v>
                </c:pt>
                <c:pt idx="1155">
                  <c:v>0.00083595863132148</c:v>
                </c:pt>
                <c:pt idx="1156">
                  <c:v>0.00083962248372647</c:v>
                </c:pt>
                <c:pt idx="1157">
                  <c:v>0.00084347968532098</c:v>
                </c:pt>
                <c:pt idx="1158">
                  <c:v>0.00084753264494895</c:v>
                </c:pt>
                <c:pt idx="1159">
                  <c:v>0.0008517839644769</c:v>
                </c:pt>
                <c:pt idx="1160">
                  <c:v>0.00085623644328973</c:v>
                </c:pt>
                <c:pt idx="1161">
                  <c:v>0.00086089308320796</c:v>
                </c:pt>
                <c:pt idx="1162">
                  <c:v>0.00086575709384216</c:v>
                </c:pt>
                <c:pt idx="1163">
                  <c:v>0.00087083189840197</c:v>
                </c:pt>
                <c:pt idx="1164">
                  <c:v>0.00087612113997905</c:v>
                </c:pt>
                <c:pt idx="1165">
                  <c:v>0.00088162868832478</c:v>
                </c:pt>
                <c:pt idx="1166">
                  <c:v>0.00088735864714564</c:v>
                </c:pt>
                <c:pt idx="1167">
                  <c:v>0.00089331536194134</c:v>
                </c:pt>
                <c:pt idx="1168">
                  <c:v>0.00089950342841282</c:v>
                </c:pt>
                <c:pt idx="1169">
                  <c:v>0.00090592770146952</c:v>
                </c:pt>
                <c:pt idx="1170">
                  <c:v>0.00091259330486805</c:v>
                </c:pt>
                <c:pt idx="1171">
                  <c:v>0.00091950564151688</c:v>
                </c:pt>
                <c:pt idx="1172">
                  <c:v>0.00092667040448458</c:v>
                </c:pt>
                <c:pt idx="1173">
                  <c:v>0.00093409358875225</c:v>
                </c:pt>
                <c:pt idx="1174">
                  <c:v>0.00094178150375416</c:v>
                </c:pt>
                <c:pt idx="1175">
                  <c:v>0.00094974078675409</c:v>
                </c:pt>
                <c:pt idx="1176">
                  <c:v>0.00095797841710885</c:v>
                </c:pt>
                <c:pt idx="1177">
                  <c:v>0.00096650173147454</c:v>
                </c:pt>
                <c:pt idx="1178">
                  <c:v>0.00097531844001572</c:v>
                </c:pt>
                <c:pt idx="1179">
                  <c:v>0.00098443664368253</c:v>
                </c:pt>
                <c:pt idx="1180">
                  <c:v>0.00099386485262615</c:v>
                </c:pt>
                <c:pt idx="1181">
                  <c:v>0.0010036120058286</c:v>
                </c:pt>
                <c:pt idx="1182">
                  <c:v>0.0010136874920295</c:v>
                </c:pt>
                <c:pt idx="1183">
                  <c:v>0.0010241011720388</c:v>
                </c:pt>
                <c:pt idx="1184">
                  <c:v>0.0010348634025321</c:v>
                </c:pt>
                <c:pt idx="1185">
                  <c:v>0.0010459850614338</c:v>
                </c:pt>
                <c:pt idx="1186">
                  <c:v>0.0010574775750005</c:v>
                </c:pt>
                <c:pt idx="1187">
                  <c:v>0.0010693529467293</c:v>
                </c:pt>
                <c:pt idx="1188">
                  <c:v>0.0010816237882233</c:v>
                </c:pt>
                <c:pt idx="1189">
                  <c:v>0.0010943033521609</c:v>
                </c:pt>
                <c:pt idx="1190">
                  <c:v>0.0011074055675248</c:v>
                </c:pt>
                <c:pt idx="1191">
                  <c:v>0.0011209450772642</c:v>
                </c:pt>
                <c:pt idx="1192">
                  <c:v>0.0011349372785761</c:v>
                </c:pt>
                <c:pt idx="1193">
                  <c:v>0.0011493983660084</c:v>
                </c:pt>
                <c:pt idx="1194">
                  <c:v>0.0011643453776074</c:v>
                </c:pt>
                <c:pt idx="1195">
                  <c:v>0.0011797962443508</c:v>
                </c:pt>
                <c:pt idx="1196">
                  <c:v>0.0011957698431295</c:v>
                </c:pt>
                <c:pt idx="1197">
                  <c:v>0.0012122860535668</c:v>
                </c:pt>
                <c:pt idx="1198">
                  <c:v>0.0012293658189897</c:v>
                </c:pt>
                <c:pt idx="1199">
                  <c:v>0.0012470312118962</c:v>
                </c:pt>
                <c:pt idx="1200">
                  <c:v>0.0012653055042964</c:v>
                </c:pt>
                <c:pt idx="1201">
                  <c:v>0.0012842132433399</c:v>
                </c:pt>
                <c:pt idx="1202">
                  <c:v>0.0013037803326841</c:v>
                </c:pt>
                <c:pt idx="1203">
                  <c:v>0.0013240341200993</c:v>
                </c:pt>
                <c:pt idx="1204">
                  <c:v>0.0013450034918601</c:v>
                </c:pt>
                <c:pt idx="1205">
                  <c:v>0.0013667189745223</c:v>
                </c:pt>
                <c:pt idx="1206">
                  <c:v>0.00138921284475</c:v>
                </c:pt>
                <c:pt idx="1207">
                  <c:v>0.0014125192479227</c:v>
                </c:pt>
                <c:pt idx="1208">
                  <c:v>0.0014366743263275</c:v>
                </c:pt>
                <c:pt idx="1209">
                  <c:v>0.0014617163578287</c:v>
                </c:pt>
                <c:pt idx="1210">
                  <c:v>0.0014876859059977</c:v>
                </c:pt>
                <c:pt idx="1211">
                  <c:v>0.0015146259827934</c:v>
                </c:pt>
                <c:pt idx="1212">
                  <c:v>0.0015425822250021</c:v>
                </c:pt>
                <c:pt idx="1213">
                  <c:v>0.0015716030857766</c:v>
                </c:pt>
                <c:pt idx="1214">
                  <c:v>0.0016017400427633</c:v>
                </c:pt>
                <c:pt idx="1215">
                  <c:v>0.0016330478244749</c:v>
                </c:pt>
                <c:pt idx="1216">
                  <c:v>0.0016655846567519</c:v>
                </c:pt>
                <c:pt idx="1217">
                  <c:v>0.0016994125313722</c:v>
                </c:pt>
                <c:pt idx="1218">
                  <c:v>0.0017345974991029</c:v>
                </c:pt>
                <c:pt idx="1219">
                  <c:v>0.0017712099897657</c:v>
                </c:pt>
                <c:pt idx="1220">
                  <c:v>0.0018093251621894</c:v>
                </c:pt>
                <c:pt idx="1221">
                  <c:v>0.0018490232872748</c:v>
                </c:pt>
                <c:pt idx="1222">
                  <c:v>0.0018903901677918</c:v>
                </c:pt>
                <c:pt idx="1223">
                  <c:v>0.0019335175989817</c:v>
                </c:pt>
                <c:pt idx="1224">
                  <c:v>0.0019785038745472</c:v>
                </c:pt>
                <c:pt idx="1225">
                  <c:v>0.0020254543432066</c:v>
                </c:pt>
                <c:pt idx="1226">
                  <c:v>0.0020744820216528</c:v>
                </c:pt>
                <c:pt idx="1227">
                  <c:v>0.0021257082705337</c:v>
                </c:pt>
                <c:pt idx="1228">
                  <c:v>0.0021792635409507</c:v>
                </c:pt>
                <c:pt idx="1229">
                  <c:v>0.0022352881999901</c:v>
                </c:pt>
                <c:pt idx="1230">
                  <c:v>0.0022939334449749</c:v>
                </c:pt>
                <c:pt idx="1231">
                  <c:v>0.0023553623174773</c:v>
                </c:pt>
                <c:pt idx="1232">
                  <c:v>0.0024197508296988</c:v>
                </c:pt>
                <c:pt idx="1233">
                  <c:v>0.0024872892176432</c:v>
                </c:pt>
                <c:pt idx="1234">
                  <c:v>0.0025581833376187</c:v>
                </c:pt>
                <c:pt idx="1235">
                  <c:v>0.0026326562250666</c:v>
                </c:pt>
                <c:pt idx="1236">
                  <c:v>0.0027109498375881</c:v>
                </c:pt>
                <c:pt idx="1237">
                  <c:v>0.0027933270074024</c:v>
                </c:pt>
                <c:pt idx="1238">
                  <c:v>0.0028800736324154</c:v>
                </c:pt>
                <c:pt idx="1239">
                  <c:v>0.0029715011397234</c:v>
                </c:pt>
                <c:pt idx="1240">
                  <c:v>0.0030679492608445</c:v>
                </c:pt>
                <c:pt idx="1241">
                  <c:v>0.0031697891644519</c:v>
                </c:pt>
                <c:pt idx="1242">
                  <c:v>0.0032774270000535</c:v>
                </c:pt>
                <c:pt idx="1243">
                  <c:v>0.0033913079151978</c:v>
                </c:pt>
                <c:pt idx="1244">
                  <c:v>0.0035119206196738</c:v>
                </c:pt>
                <c:pt idx="1245">
                  <c:v>0.0036398025832031</c:v>
                </c:pt>
                <c:pt idx="1246">
                  <c:v>0.0037755459687617</c:v>
                </c:pt>
                <c:pt idx="1247">
                  <c:v>0.0039198044225011</c:v>
                </c:pt>
                <c:pt idx="1248">
                  <c:v>0.0040733008639904</c:v>
                </c:pt>
                <c:pt idx="1249">
                  <c:v>0.004236836448094</c:v>
                </c:pt>
                <c:pt idx="1250">
                  <c:v>0.0044113009033678</c:v>
                </c:pt>
                <c:pt idx="1251">
                  <c:v>0.0045976844928693</c:v>
                </c:pt>
                <c:pt idx="1252">
                  <c:v>0.0047970918935646</c:v>
                </c:pt>
                <c:pt idx="1253">
                  <c:v>0.0050107583524296</c:v>
                </c:pt>
                <c:pt idx="1254">
                  <c:v>0.0052400685538972</c:v>
                </c:pt>
                <c:pt idx="1255">
                  <c:v>0.005486578728364</c:v>
                </c:pt>
                <c:pt idx="1256">
                  <c:v>0.0057520426500536</c:v>
                </c:pt>
                <c:pt idx="1257">
                  <c:v>0.0060384423211498</c:v>
                </c:pt>
                <c:pt idx="1258">
                  <c:v>0.0063480243262839</c:v>
                </c:pt>
                <c:pt idx="1259">
                  <c:v>0.0066833430783822</c:v>
                </c:pt>
                <c:pt idx="1260">
                  <c:v>0.007047312478357</c:v>
                </c:pt>
                <c:pt idx="1261">
                  <c:v>0.0074432678968553</c:v>
                </c:pt>
                <c:pt idx="1262">
                  <c:v>0.0078750408826266</c:v>
                </c:pt>
                <c:pt idx="1263">
                  <c:v>0.0083470496445207</c:v>
                </c:pt>
                <c:pt idx="1264">
                  <c:v>0.0088644091908388</c:v>
                </c:pt>
                <c:pt idx="1265">
                  <c:v>0.0094330661063761</c:v>
                </c:pt>
                <c:pt idx="1266">
                  <c:v>0.01005996439438</c:v>
                </c:pt>
                <c:pt idx="1267">
                  <c:v>0.010753250732834</c:v>
                </c:pt>
                <c:pt idx="1268">
                  <c:v>0.011522530066097</c:v>
                </c:pt>
                <c:pt idx="1269">
                  <c:v>0.012379185917025</c:v>
                </c:pt>
                <c:pt idx="1270">
                  <c:v>0.013336784503544</c:v>
                </c:pt>
                <c:pt idx="1271">
                  <c:v>0.014411588168432</c:v>
                </c:pt>
                <c:pt idx="1272">
                  <c:v>0.015623212482729</c:v>
                </c:pt>
                <c:pt idx="1273">
                  <c:v>0.016995473650302</c:v>
                </c:pt>
                <c:pt idx="1274">
                  <c:v>0.018557489937258</c:v>
                </c:pt>
                <c:pt idx="1275">
                  <c:v>0.020345124793725</c:v>
                </c:pt>
                <c:pt idx="1276">
                  <c:v>0.022402892970711</c:v>
                </c:pt>
                <c:pt idx="1277">
                  <c:v>0.024786498312484</c:v>
                </c:pt>
                <c:pt idx="1278">
                  <c:v>0.027566239260274</c:v>
                </c:pt>
                <c:pt idx="1279">
                  <c:v>0.030831616819711</c:v>
                </c:pt>
                <c:pt idx="1280">
                  <c:v>0.034697632161613</c:v>
                </c:pt>
                <c:pt idx="1281">
                  <c:v>0.039313493604021</c:v>
                </c:pt>
                <c:pt idx="1282">
                  <c:v>0.044874729978809</c:v>
                </c:pt>
                <c:pt idx="1283">
                  <c:v>0.051639892822732</c:v>
                </c:pt>
                <c:pt idx="1284">
                  <c:v>0.059953149047829</c:v>
                </c:pt>
                <c:pt idx="1285">
                  <c:v>0.070274146441962</c:v>
                </c:pt>
                <c:pt idx="1286">
                  <c:v>0.083215417558921</c:v>
                </c:pt>
                <c:pt idx="1287">
                  <c:v>0.099582571924864</c:v>
                </c:pt>
                <c:pt idx="1288">
                  <c:v>0.12039814818723</c:v>
                </c:pt>
                <c:pt idx="1289">
                  <c:v>0.14685371151878</c:v>
                </c:pt>
                <c:pt idx="1290">
                  <c:v>0.18005449577381</c:v>
                </c:pt>
                <c:pt idx="1291">
                  <c:v>0.22028533869772</c:v>
                </c:pt>
                <c:pt idx="1292">
                  <c:v>0.26545547986394</c:v>
                </c:pt>
                <c:pt idx="1293">
                  <c:v>0.3089364990894</c:v>
                </c:pt>
                <c:pt idx="1294">
                  <c:v>0.3390693019726</c:v>
                </c:pt>
                <c:pt idx="1295">
                  <c:v>0.34574741255431</c:v>
                </c:pt>
                <c:pt idx="1296">
                  <c:v>0.3443198967337</c:v>
                </c:pt>
                <c:pt idx="1297">
                  <c:v>0.32237153992242</c:v>
                </c:pt>
                <c:pt idx="1298">
                  <c:v>0.28229902087473</c:v>
                </c:pt>
                <c:pt idx="1299">
                  <c:v>0.23668476387149</c:v>
                </c:pt>
                <c:pt idx="1300">
                  <c:v>0.19418643946184</c:v>
                </c:pt>
                <c:pt idx="1301">
                  <c:v>0.15833275585275</c:v>
                </c:pt>
                <c:pt idx="1302">
                  <c:v>0.12948763713396</c:v>
                </c:pt>
                <c:pt idx="1303">
                  <c:v>0.10672702128198</c:v>
                </c:pt>
                <c:pt idx="1304">
                  <c:v>0.088843524791846</c:v>
                </c:pt>
                <c:pt idx="1305">
                  <c:v>0.074739453465101</c:v>
                </c:pt>
                <c:pt idx="1306">
                  <c:v>0.063529582592617</c:v>
                </c:pt>
                <c:pt idx="1307">
                  <c:v>0.054534411618975</c:v>
                </c:pt>
                <c:pt idx="1308">
                  <c:v>0.047242541155471</c:v>
                </c:pt>
                <c:pt idx="1309">
                  <c:v>0.041271129549532</c:v>
                </c:pt>
                <c:pt idx="1310">
                  <c:v>0.036332961765419</c:v>
                </c:pt>
                <c:pt idx="1311">
                  <c:v>0.032211250730422</c:v>
                </c:pt>
                <c:pt idx="1312">
                  <c:v>0.028741036882193</c:v>
                </c:pt>
                <c:pt idx="1313">
                  <c:v>0.025795656541933</c:v>
                </c:pt>
                <c:pt idx="1314">
                  <c:v>0.023276934651682</c:v>
                </c:pt>
                <c:pt idx="1315">
                  <c:v>0.021108061993447</c:v>
                </c:pt>
                <c:pt idx="1316">
                  <c:v>0.01922839448117</c:v>
                </c:pt>
                <c:pt idx="1317">
                  <c:v>0.017589628751895</c:v>
                </c:pt>
                <c:pt idx="1318">
                  <c:v>0.016152967090222</c:v>
                </c:pt>
                <c:pt idx="1319">
                  <c:v>0.014886997842448</c:v>
                </c:pt>
                <c:pt idx="1320">
                  <c:v>0.013766097054986</c:v>
                </c:pt>
                <c:pt idx="1321">
                  <c:v>0.012769212835373</c:v>
                </c:pt>
                <c:pt idx="1322">
                  <c:v>0.011878933050081</c:v>
                </c:pt>
                <c:pt idx="1323">
                  <c:v>0.011080764519231</c:v>
                </c:pt>
                <c:pt idx="1324">
                  <c:v>0.010362571376352</c:v>
                </c:pt>
                <c:pt idx="1325">
                  <c:v>0.0097141341693559</c:v>
                </c:pt>
                <c:pt idx="1326">
                  <c:v>0.0091268012666405</c:v>
                </c:pt>
                <c:pt idx="1327">
                  <c:v>0.0085932113587689</c:v>
                </c:pt>
                <c:pt idx="1328">
                  <c:v>0.0081070711150012</c:v>
                </c:pt>
                <c:pt idx="1329">
                  <c:v>0.0076629759246146</c:v>
                </c:pt>
                <c:pt idx="1330">
                  <c:v>0.0072562645178938</c:v>
                </c:pt>
                <c:pt idx="1331">
                  <c:v>0.0068829003977526</c:v>
                </c:pt>
                <c:pt idx="1332">
                  <c:v>0.0065393746170086</c:v>
                </c:pt>
                <c:pt idx="1333">
                  <c:v>0.0062226256492123</c:v>
                </c:pt>
                <c:pt idx="1334">
                  <c:v>0.0059299730241674</c:v>
                </c:pt>
                <c:pt idx="1335">
                  <c:v>0.0056590621066077</c:v>
                </c:pt>
                <c:pt idx="1336">
                  <c:v>0.0054078179417523</c:v>
                </c:pt>
                <c:pt idx="1337">
                  <c:v>0.0051744065143382</c:v>
                </c:pt>
                <c:pt idx="1338">
                  <c:v>0.004957202097563</c:v>
                </c:pt>
                <c:pt idx="1339">
                  <c:v>0.0047547596270805</c:v>
                </c:pt>
                <c:pt idx="1340">
                  <c:v>0.0045657912391898</c:v>
                </c:pt>
                <c:pt idx="1341">
                  <c:v>0.004389146274047</c:v>
                </c:pt>
                <c:pt idx="1342">
                  <c:v>0.0042237941735153</c:v>
                </c:pt>
                <c:pt idx="1343">
                  <c:v>0.0040688098063442</c:v>
                </c:pt>
                <c:pt idx="1344">
                  <c:v>0.003923360836229</c:v>
                </c:pt>
                <c:pt idx="1345">
                  <c:v>0.0037866968152277</c:v>
                </c:pt>
                <c:pt idx="1346">
                  <c:v>0.0036581397392764</c:v>
                </c:pt>
                <c:pt idx="1347">
                  <c:v>0.0035370758467383</c:v>
                </c:pt>
                <c:pt idx="1348">
                  <c:v>0.0034229484770507</c:v>
                </c:pt>
                <c:pt idx="1349">
                  <c:v>0.0033152518361775</c:v>
                </c:pt>
                <c:pt idx="1350">
                  <c:v>0.003213525540001</c:v>
                </c:pt>
                <c:pt idx="1351">
                  <c:v>0.003117349826968</c:v>
                </c:pt>
                <c:pt idx="1352">
                  <c:v>0.0030263413480478</c:v>
                </c:pt>
                <c:pt idx="1353">
                  <c:v>0.0029401494559952</c:v>
                </c:pt>
                <c:pt idx="1354">
                  <c:v>0.0028584529275408</c:v>
                </c:pt>
                <c:pt idx="1355">
                  <c:v>0.0027809570618717</c:v>
                </c:pt>
                <c:pt idx="1356">
                  <c:v>0.0027073911069501</c:v>
                </c:pt>
                <c:pt idx="1357">
                  <c:v>0.0026375059721065</c:v>
                </c:pt>
                <c:pt idx="1358">
                  <c:v>0.0025710721911701</c:v>
                </c:pt>
                <c:pt idx="1359">
                  <c:v>0.0025078781053267</c:v>
                </c:pt>
                <c:pt idx="1360">
                  <c:v>0.0024477282390875</c:v>
                </c:pt>
                <c:pt idx="1361">
                  <c:v>0.0023904418463165</c:v>
                </c:pt>
                <c:pt idx="1362">
                  <c:v>0.002335851606309</c:v>
                </c:pt>
                <c:pt idx="1363">
                  <c:v>0.0022838024525188</c:v>
                </c:pt>
                <c:pt idx="1364">
                  <c:v>0.0022341505187663</c:v>
                </c:pt>
                <c:pt idx="1365">
                  <c:v>0.0021867621896803</c:v>
                </c:pt>
                <c:pt idx="1366">
                  <c:v>0.0021415132437798</c:v>
                </c:pt>
                <c:pt idx="1367">
                  <c:v>0.0020982880790332</c:v>
                </c:pt>
                <c:pt idx="1368">
                  <c:v>0.002056979011964</c:v>
                </c:pt>
                <c:pt idx="1369">
                  <c:v>0.0020174856424483</c:v>
                </c:pt>
                <c:pt idx="1370">
                  <c:v>0.0019797142772764</c:v>
                </c:pt>
                <c:pt idx="1371">
                  <c:v>0.0019435774063633</c:v>
                </c:pt>
                <c:pt idx="1372">
                  <c:v>0.0019089932261964</c:v>
                </c:pt>
                <c:pt idx="1373">
                  <c:v>0.0018758852057289</c:v>
                </c:pt>
                <c:pt idx="1374">
                  <c:v>0.0018441816904646</c:v>
                </c:pt>
                <c:pt idx="1375">
                  <c:v>0.0018138155409544</c:v>
                </c:pt>
                <c:pt idx="1376">
                  <c:v>0.0017847238023398</c:v>
                </c:pt>
                <c:pt idx="1377">
                  <c:v>0.0017568474019445</c:v>
                </c:pt>
                <c:pt idx="1378">
                  <c:v>0.0017301308722364</c:v>
                </c:pt>
                <c:pt idx="1379">
                  <c:v>0.0017045220967685</c:v>
                </c:pt>
                <c:pt idx="1380">
                  <c:v>0.0016799720769544</c:v>
                </c:pt>
                <c:pt idx="1381">
                  <c:v>0.0016564347177603</c:v>
                </c:pt>
                <c:pt idx="1382">
                  <c:v>0.0016338666305904</c:v>
                </c:pt>
                <c:pt idx="1383">
                  <c:v>0.0016122269518159</c:v>
                </c:pt>
                <c:pt idx="1384">
                  <c:v>0.0015914771755571</c:v>
                </c:pt>
                <c:pt idx="1385">
                  <c:v>0.0015715809994615</c:v>
                </c:pt>
                <c:pt idx="1386">
                  <c:v>0.0015525041823485</c:v>
                </c:pt>
                <c:pt idx="1387">
                  <c:v>0.0015342144126968</c:v>
                </c:pt>
                <c:pt idx="1388">
                  <c:v>0.0015166811870543</c:v>
                </c:pt>
                <c:pt idx="1389">
                  <c:v>0.0014998756975314</c:v>
                </c:pt>
                <c:pt idx="1390">
                  <c:v>0.0014837707276242</c:v>
                </c:pt>
                <c:pt idx="1391">
                  <c:v>0.0014683405556786</c:v>
                </c:pt>
                <c:pt idx="1392">
                  <c:v>0.0014535608653748</c:v>
                </c:pt>
                <c:pt idx="1393">
                  <c:v>0.0014394086626652</c:v>
                </c:pt>
                <c:pt idx="1394">
                  <c:v>0.0014258621986507</c:v>
                </c:pt>
                <c:pt idx="1395">
                  <c:v>0.001412900897928</c:v>
                </c:pt>
                <c:pt idx="1396">
                  <c:v>0.0014005052919808</c:v>
                </c:pt>
                <c:pt idx="1397">
                  <c:v>0.0013886569572255</c:v>
                </c:pt>
                <c:pt idx="1398">
                  <c:v>0.0013773384573564</c:v>
                </c:pt>
                <c:pt idx="1399">
                  <c:v>0.0013665332896662</c:v>
                </c:pt>
                <c:pt idx="1400">
                  <c:v>0.0013562258350453</c:v>
                </c:pt>
                <c:pt idx="1401">
                  <c:v>0.0013464013113879</c:v>
                </c:pt>
                <c:pt idx="1402">
                  <c:v>0.0013370457301583</c:v>
                </c:pt>
                <c:pt idx="1403">
                  <c:v>0.0013281458558879</c:v>
                </c:pt>
                <c:pt idx="1404">
                  <c:v>0.0013196891683956</c:v>
                </c:pt>
                <c:pt idx="1405">
                  <c:v>0.0013116638275404</c:v>
                </c:pt>
                <c:pt idx="1406">
                  <c:v>0.0013040586403296</c:v>
                </c:pt>
                <c:pt idx="1407">
                  <c:v>0.0012968630302227</c:v>
                </c:pt>
                <c:pt idx="1408">
                  <c:v>0.0012900670084821</c:v>
                </c:pt>
                <c:pt idx="1409">
                  <c:v>0.0012836611474344</c:v>
                </c:pt>
                <c:pt idx="1410">
                  <c:v>0.0012776365555177</c:v>
                </c:pt>
                <c:pt idx="1411">
                  <c:v>0.001271984853999</c:v>
                </c:pt>
                <c:pt idx="1412">
                  <c:v>0.001266698155257</c:v>
                </c:pt>
                <c:pt idx="1413">
                  <c:v>0.0012617690425307</c:v>
                </c:pt>
                <c:pt idx="1414">
                  <c:v>0.0012571905510471</c:v>
                </c:pt>
                <c:pt idx="1415">
                  <c:v>0.001252956150442</c:v>
                </c:pt>
                <c:pt idx="1416">
                  <c:v>0.0012490597284011</c:v>
                </c:pt>
                <c:pt idx="1417">
                  <c:v>0.0012454955754494</c:v>
                </c:pt>
                <c:pt idx="1418">
                  <c:v>0.0012422583708254</c:v>
                </c:pt>
                <c:pt idx="1419">
                  <c:v>0.001239343169381</c:v>
                </c:pt>
                <c:pt idx="1420">
                  <c:v>0.0012367453894532</c:v>
                </c:pt>
                <c:pt idx="1421">
                  <c:v>0.0012344608016568</c:v>
                </c:pt>
                <c:pt idx="1422">
                  <c:v>0.0012324855185538</c:v>
                </c:pt>
                <c:pt idx="1423">
                  <c:v>0.0012308159851564</c:v>
                </c:pt>
                <c:pt idx="1424">
                  <c:v>0.001229448970227</c:v>
                </c:pt>
                <c:pt idx="1425">
                  <c:v>0.0012283815583387</c:v>
                </c:pt>
                <c:pt idx="1426">
                  <c:v>0.0012276111426666</c:v>
                </c:pt>
                <c:pt idx="1427">
                  <c:v>0.0012271354184801</c:v>
                </c:pt>
                <c:pt idx="1428">
                  <c:v>0.0012269523773102</c:v>
                </c:pt>
                <c:pt idx="1429">
                  <c:v>0.0012270603017704</c:v>
                </c:pt>
                <c:pt idx="1430">
                  <c:v>0.0012274577610085</c:v>
                </c:pt>
                <c:pt idx="1431">
                  <c:v>0.0012281436067731</c:v>
                </c:pt>
                <c:pt idx="1432">
                  <c:v>0.0012291169700771</c:v>
                </c:pt>
                <c:pt idx="1433">
                  <c:v>0.0012303772584467</c:v>
                </c:pt>
                <c:pt idx="1434">
                  <c:v>0.001231924153742</c:v>
                </c:pt>
                <c:pt idx="1435">
                  <c:v>0.001233757610542</c:v>
                </c:pt>
                <c:pt idx="1436">
                  <c:v>0.0012358778550849</c:v>
                </c:pt>
                <c:pt idx="1437">
                  <c:v>0.001238285384759</c:v>
                </c:pt>
                <c:pt idx="1438">
                  <c:v>0.0012409809681414</c:v>
                </c:pt>
                <c:pt idx="1439">
                  <c:v>0.0012439656455801</c:v>
                </c:pt>
                <c:pt idx="1440">
                  <c:v>0.0012472407303238</c:v>
                </c:pt>
                <c:pt idx="1441">
                  <c:v>0.0012508078101977</c:v>
                </c:pt>
                <c:pt idx="1442">
                  <c:v>0.0012546687498316</c:v>
                </c:pt>
                <c:pt idx="1443">
                  <c:v>0.0012588256934456</c:v>
                </c:pt>
                <c:pt idx="1444">
                  <c:v>0.0012632810682006</c:v>
                </c:pt>
                <c:pt idx="1445">
                  <c:v>0.0012680375881248</c:v>
                </c:pt>
                <c:pt idx="1446">
                  <c:v>0.0012730982586262</c:v>
                </c:pt>
                <c:pt idx="1447">
                  <c:v>0.0012784663816066</c:v>
                </c:pt>
                <c:pt idx="1448">
                  <c:v>0.0012841455611916</c:v>
                </c:pt>
                <c:pt idx="1449">
                  <c:v>0.0012901397100965</c:v>
                </c:pt>
                <c:pt idx="1450">
                  <c:v>0.0012964530566469</c:v>
                </c:pt>
                <c:pt idx="1451">
                  <c:v>0.0013030901524776</c:v>
                </c:pt>
                <c:pt idx="1452">
                  <c:v>0.0013100558809358</c:v>
                </c:pt>
                <c:pt idx="1453">
                  <c:v>0.0013173554662158</c:v>
                </c:pt>
                <c:pt idx="1454">
                  <c:v>0.001324994483256</c:v>
                </c:pt>
                <c:pt idx="1455">
                  <c:v>0.0013329788684334</c:v>
                </c:pt>
                <c:pt idx="1456">
                  <c:v>0.0013413149310903</c:v>
                </c:pt>
                <c:pt idx="1457">
                  <c:v>0.001350009365936</c:v>
                </c:pt>
                <c:pt idx="1458">
                  <c:v>0.0013590692663654</c:v>
                </c:pt>
                <c:pt idx="1459">
                  <c:v>0.0013685021387435</c:v>
                </c:pt>
                <c:pt idx="1460">
                  <c:v>0.0013783159177068</c:v>
                </c:pt>
                <c:pt idx="1461">
                  <c:v>0.0013885189825381</c:v>
                </c:pt>
                <c:pt idx="1462">
                  <c:v>0.0013991201746755</c:v>
                </c:pt>
                <c:pt idx="1463">
                  <c:v>0.0014101288164215</c:v>
                </c:pt>
                <c:pt idx="1464">
                  <c:v>0.0014215547309241</c:v>
                </c:pt>
                <c:pt idx="1465">
                  <c:v>0.0014334082635051</c:v>
                </c:pt>
                <c:pt idx="1466">
                  <c:v>0.0014457003044228</c:v>
                </c:pt>
                <c:pt idx="1467">
                  <c:v>0.0014584423131553</c:v>
                </c:pt>
                <c:pt idx="1468">
                  <c:v>0.0014716463443057</c:v>
                </c:pt>
                <c:pt idx="1469">
                  <c:v>0.0014853250752336</c:v>
                </c:pt>
                <c:pt idx="1470">
                  <c:v>0.0014994918355269</c:v>
                </c:pt>
                <c:pt idx="1471">
                  <c:v>0.0015141606384401</c:v>
                </c:pt>
                <c:pt idx="1472">
                  <c:v>0.0015293462144311</c:v>
                </c:pt>
                <c:pt idx="1473">
                  <c:v>0.0015450640469443</c:v>
                </c:pt>
                <c:pt idx="1474">
                  <c:v>0.0015613304105964</c:v>
                </c:pt>
                <c:pt idx="1475">
                  <c:v>0.0015781624119374</c:v>
                </c:pt>
                <c:pt idx="1476">
                  <c:v>0.001595578032971</c:v>
                </c:pt>
                <c:pt idx="1477">
                  <c:v>0.0016135961776384</c:v>
                </c:pt>
                <c:pt idx="1478">
                  <c:v>0.0016322367214821</c:v>
                </c:pt>
                <c:pt idx="1479">
                  <c:v>0.0016515205647295</c:v>
                </c:pt>
                <c:pt idx="1480">
                  <c:v>0.0016714696890552</c:v>
                </c:pt>
                <c:pt idx="1481">
                  <c:v>0.0016921072183029</c:v>
                </c:pt>
                <c:pt idx="1482">
                  <c:v>0.0017134574834747</c:v>
                </c:pt>
                <c:pt idx="1483">
                  <c:v>0.001735546092322</c:v>
                </c:pt>
                <c:pt idx="1484">
                  <c:v>0.0017584000039029</c:v>
                </c:pt>
                <c:pt idx="1485">
                  <c:v>0.0017820476085042</c:v>
                </c:pt>
                <c:pt idx="1486">
                  <c:v>0.0018065188133633</c:v>
                </c:pt>
                <c:pt idx="1487">
                  <c:v>0.0018318451346644</c:v>
                </c:pt>
                <c:pt idx="1488">
                  <c:v>0.0018580597963312</c:v>
                </c:pt>
                <c:pt idx="1489">
                  <c:v>0.0018851978361835</c:v>
                </c:pt>
                <c:pt idx="1490">
                  <c:v>0.0019132962200841</c:v>
                </c:pt>
                <c:pt idx="1491">
                  <c:v>0.001942393964759</c:v>
                </c:pt>
                <c:pt idx="1492">
                  <c:v>0.0019725322700452</c:v>
                </c:pt>
                <c:pt idx="1493">
                  <c:v>0.0020037546613906</c:v>
                </c:pt>
                <c:pt idx="1494">
                  <c:v>0.0020361071435166</c:v>
                </c:pt>
                <c:pt idx="1495">
                  <c:v>0.0020696383662442</c:v>
                </c:pt>
                <c:pt idx="1496">
                  <c:v>0.002104399803588</c:v>
                </c:pt>
                <c:pt idx="1497">
                  <c:v>0.0021404459473356</c:v>
                </c:pt>
                <c:pt idx="1498">
                  <c:v>0.0021778345164585</c:v>
                </c:pt>
                <c:pt idx="1499">
                  <c:v>0.0022166266838421</c:v>
                </c:pt>
                <c:pt idx="1500">
                  <c:v>0.0022568873219827</c:v>
                </c:pt>
                <c:pt idx="1501">
                  <c:v>0.0022986852694771</c:v>
                </c:pt>
                <c:pt idx="1502">
                  <c:v>0.0023420936203315</c:v>
                </c:pt>
                <c:pt idx="1503">
                  <c:v>0.0023871900383403</c:v>
                </c:pt>
                <c:pt idx="1504">
                  <c:v>0.0024340570990391</c:v>
                </c:pt>
                <c:pt idx="1505">
                  <c:v>0.0024827826620215</c:v>
                </c:pt>
                <c:pt idx="1506">
                  <c:v>0.0025334602767286</c:v>
                </c:pt>
                <c:pt idx="1507">
                  <c:v>0.0025861896251863</c:v>
                </c:pt>
                <c:pt idx="1508">
                  <c:v>0.0026410770055719</c:v>
                </c:pt>
                <c:pt idx="1509">
                  <c:v>0.0026982358609601</c:v>
                </c:pt>
                <c:pt idx="1510">
                  <c:v>0.002757787358124</c:v>
                </c:pt>
                <c:pt idx="1511">
                  <c:v>0.0028198610218668</c:v>
                </c:pt>
                <c:pt idx="1512">
                  <c:v>0.0028845954310419</c:v>
                </c:pt>
                <c:pt idx="1513">
                  <c:v>0.0029521389831982</c:v>
                </c:pt>
                <c:pt idx="1514">
                  <c:v>0.0030226507356749</c:v>
                </c:pt>
                <c:pt idx="1515">
                  <c:v>0.0030963013319873</c:v>
                </c:pt>
                <c:pt idx="1516">
                  <c:v>0.0031732740235113</c:v>
                </c:pt>
                <c:pt idx="1517">
                  <c:v>0.0032537657978103</c:v>
                </c:pt>
                <c:pt idx="1518">
                  <c:v>0.0033379886264919</c:v>
                </c:pt>
                <c:pt idx="1519">
                  <c:v>0.0034261708472517</c:v>
                </c:pt>
                <c:pt idx="1520">
                  <c:v>0.0035185586968184</c:v>
                </c:pt>
                <c:pt idx="1521">
                  <c:v>0.0036154180138804</c:v>
                </c:pt>
                <c:pt idx="1522">
                  <c:v>0.0037170361338348</c:v>
                </c:pt>
                <c:pt idx="1523">
                  <c:v>0.0038237240003943</c:v>
                </c:pt>
                <c:pt idx="1524">
                  <c:v>0.0039358185228213</c:v>
                </c:pt>
                <c:pt idx="1525">
                  <c:v>0.0040536852119107</c:v>
                </c:pt>
                <c:pt idx="1526">
                  <c:v>0.0041777211329438</c:v>
                </c:pt>
                <c:pt idx="1527">
                  <c:v>0.0043083582198194</c:v>
                </c:pt>
                <c:pt idx="1528">
                  <c:v>0.0044460670016064</c:v>
                </c:pt>
                <c:pt idx="1529">
                  <c:v>0.0045913608010703</c:v>
                </c:pt>
                <c:pt idx="1530">
                  <c:v>0.0047448004745467</c:v>
                </c:pt>
                <c:pt idx="1531">
                  <c:v>0.0049069997741876</c:v>
                </c:pt>
                <c:pt idx="1532">
                  <c:v>0.0050786314274691</c:v>
                </c:pt>
                <c:pt idx="1533">
                  <c:v>0.0052604340453821</c:v>
                </c:pt>
                <c:pt idx="1534">
                  <c:v>0.0054532199905259</c:v>
                </c:pt>
                <c:pt idx="1535">
                  <c:v>0.0056578843600798</c:v>
                </c:pt>
                <c:pt idx="1536">
                  <c:v>0.0058754152672578</c:v>
                </c:pt>
                <c:pt idx="1537">
                  <c:v>0.0061069056394464</c:v>
                </c:pt>
                <c:pt idx="1538">
                  <c:v>0.0063535667931873</c:v>
                </c:pt>
                <c:pt idx="1539">
                  <c:v>0.0066167440972618</c:v>
                </c:pt>
                <c:pt idx="1540">
                  <c:v>0.0068979350975597</c:v>
                </c:pt>
                <c:pt idx="1541">
                  <c:v>0.0071988105540136</c:v>
                </c:pt>
                <c:pt idx="1542">
                  <c:v>0.0075212389342335</c:v>
                </c:pt>
                <c:pt idx="1543">
                  <c:v>0.0078673150252018</c:v>
                </c:pt>
                <c:pt idx="1544">
                  <c:v>0.0082393934694282</c:v>
                </c:pt>
                <c:pt idx="1545">
                  <c:v>0.0086401282130022</c:v>
                </c:pt>
                <c:pt idx="1546">
                  <c:v>0.0090725190800434</c:v>
                </c:pt>
                <c:pt idx="1547">
                  <c:v>0.0095399669742203</c:v>
                </c:pt>
                <c:pt idx="1548">
                  <c:v>0.010046339570551</c:v>
                </c:pt>
                <c:pt idx="1549">
                  <c:v>0.010596049822457</c:v>
                </c:pt>
                <c:pt idx="1550">
                  <c:v>0.011194150200606</c:v>
                </c:pt>
                <c:pt idx="1551">
                  <c:v>0.011846446342686</c:v>
                </c:pt>
                <c:pt idx="1552">
                  <c:v>0.012559634782286</c:v>
                </c:pt>
                <c:pt idx="1553">
                  <c:v>0.013341470712946</c:v>
                </c:pt>
                <c:pt idx="1554">
                  <c:v>0.014200973429311</c:v>
                </c:pt>
                <c:pt idx="1555">
                  <c:v>0.015148679319562</c:v>
                </c:pt>
                <c:pt idx="1556">
                  <c:v>0.016196955263491</c:v>
                </c:pt>
                <c:pt idx="1557">
                  <c:v>0.017360389274897</c:v>
                </c:pt>
                <c:pt idx="1558">
                  <c:v>0.018656280589849</c:v>
                </c:pt>
                <c:pt idx="1559">
                  <c:v>0.020105258681762</c:v>
                </c:pt>
                <c:pt idx="1560">
                  <c:v>0.021732070610014</c:v>
                </c:pt>
                <c:pt idx="1561">
                  <c:v>0.023566589670151</c:v>
                </c:pt>
                <c:pt idx="1562">
                  <c:v>0.025645116827589</c:v>
                </c:pt>
                <c:pt idx="1563">
                  <c:v>0.028012071618962</c:v>
                </c:pt>
                <c:pt idx="1564">
                  <c:v>0.030722203741227</c:v>
                </c:pt>
                <c:pt idx="1565">
                  <c:v>0.033843506642712</c:v>
                </c:pt>
                <c:pt idx="1566">
                  <c:v>0.037461099121741</c:v>
                </c:pt>
                <c:pt idx="1567">
                  <c:v>0.041682502307265</c:v>
                </c:pt>
                <c:pt idx="1568">
                  <c:v>0.046644985266177</c:v>
                </c:pt>
                <c:pt idx="1569">
                  <c:v>0.052525803215589</c:v>
                </c:pt>
                <c:pt idx="1570">
                  <c:v>0.059556145931033</c:v>
                </c:pt>
                <c:pt idx="1571">
                  <c:v>0.068040120311946</c:v>
                </c:pt>
                <c:pt idx="1572">
                  <c:v>0.078381182545064</c:v>
                </c:pt>
                <c:pt idx="1573">
                  <c:v>0.091119038241745</c:v>
                </c:pt>
                <c:pt idx="1574">
                  <c:v>0.10697992291369</c:v>
                </c:pt>
                <c:pt idx="1575">
                  <c:v>0.12694171212066</c:v>
                </c:pt>
                <c:pt idx="1576">
                  <c:v>0.15230884594815</c:v>
                </c:pt>
                <c:pt idx="1577">
                  <c:v>0.18477126622388</c:v>
                </c:pt>
                <c:pt idx="1578">
                  <c:v>0.22636494389009</c:v>
                </c:pt>
                <c:pt idx="1579">
                  <c:v>0.27911761137321</c:v>
                </c:pt>
                <c:pt idx="1580">
                  <c:v>0.34391311479574</c:v>
                </c:pt>
                <c:pt idx="1581">
                  <c:v>0.4178961766593</c:v>
                </c:pt>
                <c:pt idx="1582">
                  <c:v>0.49052195655132</c:v>
                </c:pt>
                <c:pt idx="1583">
                  <c:v>0.54200667373479</c:v>
                </c:pt>
                <c:pt idx="1584">
                  <c:v>0.55398153834204</c:v>
                </c:pt>
                <c:pt idx="1585">
                  <c:v>0.55185119052732</c:v>
                </c:pt>
                <c:pt idx="1586">
                  <c:v>0.51548526254364</c:v>
                </c:pt>
                <c:pt idx="1587">
                  <c:v>0.44874379217915</c:v>
                </c:pt>
                <c:pt idx="1588">
                  <c:v>0.37348117649242</c:v>
                </c:pt>
                <c:pt idx="1589">
                  <c:v>0.30423777143055</c:v>
                </c:pt>
                <c:pt idx="1590">
                  <c:v>0.24652901534866</c:v>
                </c:pt>
                <c:pt idx="1591">
                  <c:v>0.20058673747</c:v>
                </c:pt>
                <c:pt idx="1592">
                  <c:v>0.1646466940496</c:v>
                </c:pt>
                <c:pt idx="1593">
                  <c:v>0.13660298862956</c:v>
                </c:pt>
                <c:pt idx="1594">
                  <c:v>0.11460835613437</c:v>
                </c:pt>
                <c:pt idx="1595">
                  <c:v>0.097204851529155</c:v>
                </c:pt>
                <c:pt idx="1596">
                  <c:v>0.083289968380206</c:v>
                </c:pt>
                <c:pt idx="1597">
                  <c:v>0.072043105961358</c:v>
                </c:pt>
                <c:pt idx="1598">
                  <c:v>0.062855185596529</c:v>
                </c:pt>
                <c:pt idx="1599">
                  <c:v>0.055272352081118</c:v>
                </c:pt>
                <c:pt idx="1600">
                  <c:v>0.048953910800264</c:v>
                </c:pt>
                <c:pt idx="1601">
                  <c:v>0.043641779954858</c:v>
                </c:pt>
                <c:pt idx="1602">
                  <c:v>0.039138531716556</c:v>
                </c:pt>
                <c:pt idx="1603">
                  <c:v>0.035291623381358</c:v>
                </c:pt>
                <c:pt idx="1604">
                  <c:v>0.031982028687013</c:v>
                </c:pt>
                <c:pt idx="1605">
                  <c:v>0.029115986544227</c:v>
                </c:pt>
                <c:pt idx="1606">
                  <c:v>0.026618963468197</c:v>
                </c:pt>
                <c:pt idx="1607">
                  <c:v>0.024431196579342</c:v>
                </c:pt>
                <c:pt idx="1608">
                  <c:v>0.022504373300545</c:v>
                </c:pt>
                <c:pt idx="1609">
                  <c:v>0.020799135234027</c:v>
                </c:pt>
                <c:pt idx="1610">
                  <c:v>0.019283184791452</c:v>
                </c:pt>
                <c:pt idx="1611">
                  <c:v>0.01792983651464</c:v>
                </c:pt>
                <c:pt idx="1612">
                  <c:v>0.016716899340263</c:v>
                </c:pt>
                <c:pt idx="1613">
                  <c:v>0.015625807266485</c:v>
                </c:pt>
                <c:pt idx="1614">
                  <c:v>0.014640938018033</c:v>
                </c:pt>
                <c:pt idx="1615">
                  <c:v>0.013749075137556</c:v>
                </c:pt>
                <c:pt idx="1616">
                  <c:v>0.01293898034414</c:v>
                </c:pt>
                <c:pt idx="1617">
                  <c:v>0.012201051294189</c:v>
                </c:pt>
                <c:pt idx="1618">
                  <c:v>0.011527045956034</c:v>
                </c:pt>
                <c:pt idx="1619">
                  <c:v>0.010909859295646</c:v>
                </c:pt>
                <c:pt idx="1620">
                  <c:v>0.010343341308071</c:v>
                </c:pt>
                <c:pt idx="1621">
                  <c:v>0.0098221479301186</c:v>
                </c:pt>
                <c:pt idx="1622">
                  <c:v>0.0093416182574645</c:v>
                </c:pt>
                <c:pt idx="1623">
                  <c:v>0.0088976729237391</c:v>
                </c:pt>
                <c:pt idx="1624">
                  <c:v>0.0084867295964863</c:v>
                </c:pt>
                <c:pt idx="1625">
                  <c:v>0.0081056323896115</c:v>
                </c:pt>
                <c:pt idx="1626">
                  <c:v>0.0077515926462107</c:v>
                </c:pt>
                <c:pt idx="1627">
                  <c:v>0.0074221390554273</c:v>
                </c:pt>
                <c:pt idx="1628">
                  <c:v>0.0071150754663637</c:v>
                </c:pt>
                <c:pt idx="1629">
                  <c:v>0.0068284450766952</c:v>
                </c:pt>
                <c:pt idx="1630">
                  <c:v>0.0065604999227683</c:v>
                </c:pt>
                <c:pt idx="1631">
                  <c:v>0.0063096747962307</c:v>
                </c:pt>
                <c:pt idx="1632">
                  <c:v>0.0060745648707984</c:v>
                </c:pt>
                <c:pt idx="1633">
                  <c:v>0.0058539064501405</c:v>
                </c:pt>
                <c:pt idx="1634">
                  <c:v>0.0056465603506562</c:v>
                </c:pt>
                <c:pt idx="1635">
                  <c:v>0.0054514975162251</c:v>
                </c:pt>
                <c:pt idx="1636">
                  <c:v>0.0052677865298105</c:v>
                </c:pt>
                <c:pt idx="1637">
                  <c:v>0.005094582742187</c:v>
                </c:pt>
                <c:pt idx="1638">
                  <c:v>0.0049311187835</c:v>
                </c:pt>
                <c:pt idx="1639">
                  <c:v>0.0047766962607655</c:v>
                </c:pt>
                <c:pt idx="1640">
                  <c:v>0.0046306784753247</c:v>
                </c:pt>
                <c:pt idx="1641">
                  <c:v>0.0044924840198842</c:v>
                </c:pt>
                <c:pt idx="1642">
                  <c:v>0.0043615811360885</c:v>
                </c:pt>
                <c:pt idx="1643">
                  <c:v>0.0042374827313515</c:v>
                </c:pt>
                <c:pt idx="1644">
                  <c:v>0.0041197419685652</c:v>
                </c:pt>
                <c:pt idx="1645">
                  <c:v>0.0040079483548043</c:v>
                </c:pt>
                <c:pt idx="1646">
                  <c:v>0.0039017242656697</c:v>
                </c:pt>
                <c:pt idx="1647">
                  <c:v>0.0038007218508058</c:v>
                </c:pt>
                <c:pt idx="1648">
                  <c:v>0.0037046202736559</c:v>
                </c:pt>
                <c:pt idx="1649">
                  <c:v>0.0036131232449065</c:v>
                </c:pt>
                <c:pt idx="1650">
                  <c:v>0.0035259568145185</c:v>
                </c:pt>
                <c:pt idx="1651">
                  <c:v>0.0034428673918821</c:v>
                </c:pt>
                <c:pt idx="1652">
                  <c:v>0.003363619967604</c:v>
                </c:pt>
                <c:pt idx="1653">
                  <c:v>0.0032879965138443</c:v>
                </c:pt>
                <c:pt idx="1654">
                  <c:v>0.0032157945430439</c:v>
                </c:pt>
                <c:pt idx="1655">
                  <c:v>0.0031468258074061</c:v>
                </c:pt>
                <c:pt idx="1656">
                  <c:v>0.0030809151236709</c:v>
                </c:pt>
                <c:pt idx="1657">
                  <c:v>0.003017899309604</c:v>
                </c:pt>
                <c:pt idx="1658">
                  <c:v>0.0029576262202532</c:v>
                </c:pt>
                <c:pt idx="1659">
                  <c:v>0.0028999538734402</c:v>
                </c:pt>
                <c:pt idx="1660">
                  <c:v>0.0028447496551927</c:v>
                </c:pt>
                <c:pt idx="1661">
                  <c:v>0.0027918895968913</c:v>
                </c:pt>
                <c:pt idx="1662">
                  <c:v>0.0027412577168485</c:v>
                </c:pt>
                <c:pt idx="1663">
                  <c:v>0.0026927454198566</c:v>
                </c:pt>
                <c:pt idx="1664">
                  <c:v>0.0026462509489607</c:v>
                </c:pt>
                <c:pt idx="1665">
                  <c:v>0.0026016788843462</c:v>
                </c:pt>
                <c:pt idx="1666">
                  <c:v>0.002558939684785</c:v>
                </c:pt>
                <c:pt idx="1667">
                  <c:v>0.0025179492675747</c:v>
                </c:pt>
                <c:pt idx="1668">
                  <c:v>0.0024786286233361</c:v>
                </c:pt>
                <c:pt idx="1669">
                  <c:v>0.0024409034624168</c:v>
                </c:pt>
                <c:pt idx="1670">
                  <c:v>0.0024047038899863</c:v>
                </c:pt>
                <c:pt idx="1671">
                  <c:v>0.0023699641072054</c:v>
                </c:pt>
                <c:pt idx="1672">
                  <c:v>0.0023366221361211</c:v>
                </c:pt>
                <c:pt idx="1673">
                  <c:v>0.0023046195661722</c:v>
                </c:pt>
                <c:pt idx="1674">
                  <c:v>0.0022739013204002</c:v>
                </c:pt>
                <c:pt idx="1675">
                  <c:v>0.0022444154396501</c:v>
                </c:pt>
                <c:pt idx="1676">
                  <c:v>0.0022161128832095</c:v>
                </c:pt>
                <c:pt idx="1677">
                  <c:v>0.0021889473444844</c:v>
                </c:pt>
                <c:pt idx="1678">
                  <c:v>0.002162875080446</c:v>
                </c:pt>
                <c:pt idx="1679">
                  <c:v>0.0021378547536976</c:v>
                </c:pt>
                <c:pt idx="1680">
                  <c:v>0.0021138472861234</c:v>
                </c:pt>
                <c:pt idx="1681">
                  <c:v>0.0020908157231709</c:v>
                </c:pt>
                <c:pt idx="1682">
                  <c:v>0.002068725107912</c:v>
                </c:pt>
                <c:pt idx="1683">
                  <c:v>0.0020475423640998</c:v>
                </c:pt>
                <c:pt idx="1684">
                  <c:v>0.0020272361875108</c:v>
                </c:pt>
                <c:pt idx="1685">
                  <c:v>0.0020077769449267</c:v>
                </c:pt>
                <c:pt idx="1686">
                  <c:v>0.0019891365801634</c:v>
                </c:pt>
                <c:pt idx="1687">
                  <c:v>0.0019712885266102</c:v>
                </c:pt>
                <c:pt idx="1688">
                  <c:v>0.0019542076257865</c:v>
                </c:pt>
                <c:pt idx="1689">
                  <c:v>0.0019378700514655</c:v>
                </c:pt>
                <c:pt idx="1690">
                  <c:v>0.0019222532389556</c:v>
                </c:pt>
                <c:pt idx="1691">
                  <c:v>0.0019073358191599</c:v>
                </c:pt>
                <c:pt idx="1692">
                  <c:v>0.0018930975570709</c:v>
                </c:pt>
                <c:pt idx="1693">
                  <c:v>0.0018795192943838</c:v>
                </c:pt>
                <c:pt idx="1694">
                  <c:v>0.0018665828959367</c:v>
                </c:pt>
                <c:pt idx="1695">
                  <c:v>0.001854271199713</c:v>
                </c:pt>
                <c:pt idx="1696">
                  <c:v>0.0018425679701605</c:v>
                </c:pt>
                <c:pt idx="1697">
                  <c:v>0.0018314578546026</c:v>
                </c:pt>
                <c:pt idx="1698">
                  <c:v>0.0018209263425345</c:v>
                </c:pt>
                <c:pt idx="1699">
                  <c:v>0.0018109597276151</c:v>
                </c:pt>
                <c:pt idx="1700">
                  <c:v>0.0018015450721795</c:v>
                </c:pt>
                <c:pt idx="1701">
                  <c:v>0.0017926701741099</c:v>
                </c:pt>
                <c:pt idx="1702">
                  <c:v>0.0017843235359191</c:v>
                </c:pt>
                <c:pt idx="1703">
                  <c:v>0.0017764943359082</c:v>
                </c:pt>
                <c:pt idx="1704">
                  <c:v>0.0017691724012733</c:v>
                </c:pt>
                <c:pt idx="1705">
                  <c:v>0.0017623481830468</c:v>
                </c:pt>
                <c:pt idx="1706">
                  <c:v>0.0017560127327651</c:v>
                </c:pt>
                <c:pt idx="1707">
                  <c:v>0.001750157680766</c:v>
                </c:pt>
                <c:pt idx="1708">
                  <c:v>0.001744775216025</c:v>
                </c:pt>
                <c:pt idx="1709">
                  <c:v>0.0017398580674486</c:v>
                </c:pt>
                <c:pt idx="1710">
                  <c:v>0.0017353994865464</c:v>
                </c:pt>
                <c:pt idx="1711">
                  <c:v>0.0017313932314157</c:v>
                </c:pt>
                <c:pt idx="1712">
                  <c:v>0.0017278335519701</c:v>
                </c:pt>
                <c:pt idx="1713">
                  <c:v>0.001724715176358</c:v>
                </c:pt>
                <c:pt idx="1714">
                  <c:v>0.0017220332985143</c:v>
                </c:pt>
                <c:pt idx="1715">
                  <c:v>0.0017197835667977</c:v>
                </c:pt>
                <c:pt idx="1716">
                  <c:v>0.00171796207367</c:v>
                </c:pt>
                <c:pt idx="1717">
                  <c:v>0.0017165653463764</c:v>
                </c:pt>
                <c:pt idx="1718">
                  <c:v>0.001715590338591</c:v>
                </c:pt>
                <c:pt idx="1719">
                  <c:v>0.0017150344229954</c:v>
                </c:pt>
                <c:pt idx="1720">
                  <c:v>0.0017148953847619</c:v>
                </c:pt>
                <c:pt idx="1721">
                  <c:v>0.001715171415915</c:v>
                </c:pt>
                <c:pt idx="1722">
                  <c:v>0.0017158611105508</c:v>
                </c:pt>
                <c:pt idx="1723">
                  <c:v>0.001716963460894</c:v>
                </c:pt>
                <c:pt idx="1724">
                  <c:v>0.0017184778541771</c:v>
                </c:pt>
                <c:pt idx="1725">
                  <c:v>0.0017204040703292</c:v>
                </c:pt>
                <c:pt idx="1726">
                  <c:v>0.0017227422804645</c:v>
                </c:pt>
                <c:pt idx="1727">
                  <c:v>0.0017254930461618</c:v>
                </c:pt>
                <c:pt idx="1728">
                  <c:v>0.0017286573195331</c:v>
                </c:pt>
                <c:pt idx="1729">
                  <c:v>0.001732236444077</c:v>
                </c:pt>
                <c:pt idx="1730">
                  <c:v>0.0017362321563196</c:v>
                </c:pt>
                <c:pt idx="1731">
                  <c:v>0.0017406465882458</c:v>
                </c:pt>
                <c:pt idx="1732">
                  <c:v>0.0017454822705277</c:v>
                </c:pt>
                <c:pt idx="1733">
                  <c:v>0.001750742136559</c:v>
                </c:pt>
                <c:pt idx="1734">
                  <c:v>0.0017564295273076</c:v>
                </c:pt>
                <c:pt idx="1735">
                  <c:v>0.0017625481970018</c:v>
                </c:pt>
                <c:pt idx="1736">
                  <c:v>0.0017691023196662</c:v>
                </c:pt>
                <c:pt idx="1737">
                  <c:v>0.0017760964965299</c:v>
                </c:pt>
                <c:pt idx="1738">
                  <c:v>0.00178353576433</c:v>
                </c:pt>
                <c:pt idx="1739">
                  <c:v>0.0017914256045369</c:v>
                </c:pt>
                <c:pt idx="1740">
                  <c:v>0.0017997719535334</c:v>
                </c:pt>
                <c:pt idx="1741">
                  <c:v>0.0018085812137808</c:v>
                </c:pt>
                <c:pt idx="1742">
                  <c:v>0.0018178602660087</c:v>
                </c:pt>
                <c:pt idx="1743">
                  <c:v>0.0018276164824723</c:v>
                </c:pt>
                <c:pt idx="1744">
                  <c:v>0.0018378577413216</c:v>
                </c:pt>
                <c:pt idx="1745">
                  <c:v>0.0018485924421322</c:v>
                </c:pt>
                <c:pt idx="1746">
                  <c:v>0.0018598295226544</c:v>
                </c:pt>
                <c:pt idx="1747">
                  <c:v>0.0018715784768378</c:v>
                </c:pt>
                <c:pt idx="1748">
                  <c:v>0.0018838493741993</c:v>
                </c:pt>
                <c:pt idx="1749">
                  <c:v>0.0018966528806024</c:v>
                </c:pt>
                <c:pt idx="1750">
                  <c:v>0.0019100002805268</c:v>
                </c:pt>
                <c:pt idx="1751">
                  <c:v>0.0019239035009107</c:v>
                </c:pt>
                <c:pt idx="1752">
                  <c:v>0.0019383751366553</c:v>
                </c:pt>
                <c:pt idx="1753">
                  <c:v>0.0019534284778913</c:v>
                </c:pt>
                <c:pt idx="1754">
                  <c:v>0.0019690775391112</c:v>
                </c:pt>
                <c:pt idx="1755">
                  <c:v>0.0019853370902836</c:v>
                </c:pt>
                <c:pt idx="1756">
                  <c:v>0.0020022226900729</c:v>
                </c:pt>
                <c:pt idx="1757">
                  <c:v>0.0020197507212995</c:v>
                </c:pt>
                <c:pt idx="1758">
                  <c:v>0.0020379384287851</c:v>
                </c:pt>
                <c:pt idx="1759">
                  <c:v>0.0020568039597423</c:v>
                </c:pt>
                <c:pt idx="1760">
                  <c:v>0.0020763664068775</c:v>
                </c:pt>
                <c:pt idx="1761">
                  <c:v>0.0020966458543932</c:v>
                </c:pt>
                <c:pt idx="1762">
                  <c:v>0.0021176634270904</c:v>
                </c:pt>
                <c:pt idx="1763">
                  <c:v>0.0021394413427871</c:v>
                </c:pt>
                <c:pt idx="1764">
                  <c:v>0.0021620029682911</c:v>
                </c:pt>
                <c:pt idx="1765">
                  <c:v>0.0021853728791797</c:v>
                </c:pt>
                <c:pt idx="1766">
                  <c:v>0.0022095769236678</c:v>
                </c:pt>
                <c:pt idx="1767">
                  <c:v>0.0022346422908636</c:v>
                </c:pt>
                <c:pt idx="1768">
                  <c:v>0.0022605975837408</c:v>
                </c:pt>
                <c:pt idx="1769">
                  <c:v>0.0022874728971853</c:v>
                </c:pt>
                <c:pt idx="1770">
                  <c:v>0.0023152999015027</c:v>
                </c:pt>
                <c:pt idx="1771">
                  <c:v>0.0023441119318121</c:v>
                </c:pt>
                <c:pt idx="1772">
                  <c:v>0.0023739440837858</c:v>
                </c:pt>
                <c:pt idx="1773">
                  <c:v>0.0024048333162386</c:v>
                </c:pt>
                <c:pt idx="1774">
                  <c:v>0.0024368185611154</c:v>
                </c:pt>
                <c:pt idx="1775">
                  <c:v>0.0024699408414778</c:v>
                </c:pt>
                <c:pt idx="1776">
                  <c:v>0.002504243398144</c:v>
                </c:pt>
                <c:pt idx="1777">
                  <c:v>0.0025397718257018</c:v>
                </c:pt>
                <c:pt idx="1778">
                  <c:v>0.0025765742186784</c:v>
                </c:pt>
                <c:pt idx="1779">
                  <c:v>0.0026147013287301</c:v>
                </c:pt>
                <c:pt idx="1780">
                  <c:v>0.0026542067337963</c:v>
                </c:pt>
                <c:pt idx="1781">
                  <c:v>0.0026951470202555</c:v>
                </c:pt>
                <c:pt idx="1782">
                  <c:v>0.002737581979225</c:v>
                </c:pt>
                <c:pt idx="1783">
                  <c:v>0.0027815748182583</c:v>
                </c:pt>
                <c:pt idx="1784">
                  <c:v>0.0028271923898233</c:v>
                </c:pt>
                <c:pt idx="1785">
                  <c:v>0.0028745054380852</c:v>
                </c:pt>
                <c:pt idx="1786">
                  <c:v>0.0029235888656752</c:v>
                </c:pt>
                <c:pt idx="1787">
                  <c:v>0.0029745220223044</c:v>
                </c:pt>
                <c:pt idx="1788">
                  <c:v>0.0030273890172762</c:v>
                </c:pt>
                <c:pt idx="1789">
                  <c:v>0.0030822790581743</c:v>
                </c:pt>
                <c:pt idx="1790">
                  <c:v>0.0031392868182468</c:v>
                </c:pt>
                <c:pt idx="1791">
                  <c:v>0.0031985128352868</c:v>
                </c:pt>
                <c:pt idx="1792">
                  <c:v>0.003260063945119</c:v>
                </c:pt>
                <c:pt idx="1793">
                  <c:v>0.0033240537531528</c:v>
                </c:pt>
                <c:pt idx="1794">
                  <c:v>0.0033906031478553</c:v>
                </c:pt>
                <c:pt idx="1795">
                  <c:v>0.003459840860444</c:v>
                </c:pt>
                <c:pt idx="1796">
                  <c:v>0.0035319040755986</c:v>
                </c:pt>
                <c:pt idx="1797">
                  <c:v>0.0036069390985624</c:v>
                </c:pt>
                <c:pt idx="1798">
                  <c:v>0.0036851020846439</c:v>
                </c:pt>
                <c:pt idx="1799">
                  <c:v>0.0037665598378632</c:v>
                </c:pt>
                <c:pt idx="1800">
                  <c:v>0.0038514906863143</c:v>
                </c:pt>
                <c:pt idx="1801">
                  <c:v>0.0039400854427629</c:v>
                </c:pt>
                <c:pt idx="1802">
                  <c:v>0.004032548460074</c:v>
                </c:pt>
                <c:pt idx="1803">
                  <c:v>0.0041290987922965</c:v>
                </c:pt>
                <c:pt idx="1804">
                  <c:v>0.0042299714736406</c:v>
                </c:pt>
                <c:pt idx="1805">
                  <c:v>0.0043354189291977</c:v>
                </c:pt>
                <c:pt idx="1806">
                  <c:v>0.0044457125331095</c:v>
                </c:pt>
                <c:pt idx="1807">
                  <c:v>0.0045611443320264</c:v>
                </c:pt>
                <c:pt idx="1808">
                  <c:v>0.0046820289541567</c:v>
                </c:pt>
                <c:pt idx="1809">
                  <c:v>0.0048087057270546</c:v>
                </c:pt>
                <c:pt idx="1810">
                  <c:v>0.0049415410305835</c:v>
                </c:pt>
                <c:pt idx="1811">
                  <c:v>0.0050809309153176</c:v>
                </c:pt>
                <c:pt idx="1812">
                  <c:v>0.0052273040210808</c:v>
                </c:pt>
                <c:pt idx="1813">
                  <c:v>0.0053811248355066</c:v>
                </c:pt>
                <c:pt idx="1814">
                  <c:v>0.0055428973385472</c:v>
                </c:pt>
                <c:pt idx="1815">
                  <c:v>0.0057131690859442</c:v>
                </c:pt>
                <c:pt idx="1816">
                  <c:v>0.0058925357929908</c:v>
                </c:pt>
                <c:pt idx="1817">
                  <c:v>0.0060816464896987</c:v>
                </c:pt>
                <c:pt idx="1818">
                  <c:v>0.0062812093300351</c:v>
                </c:pt>
                <c:pt idx="1819">
                  <c:v>0.0064919981515573</c:v>
                </c:pt>
                <c:pt idx="1820">
                  <c:v>0.0067148598979865</c:v>
                </c:pt>
                <c:pt idx="1821">
                  <c:v>0.0069507230365616</c:v>
                </c:pt>
                <c:pt idx="1822">
                  <c:v>0.0072006071250416</c:v>
                </c:pt>
                <c:pt idx="1823">
                  <c:v>0.0074656337108038</c:v>
                </c:pt>
                <c:pt idx="1824">
                  <c:v>0.0077470387776066</c:v>
                </c:pt>
                <c:pt idx="1825">
                  <c:v>0.0080461869955077</c:v>
                </c:pt>
                <c:pt idx="1826">
                  <c:v>0.008364588077699</c:v>
                </c:pt>
                <c:pt idx="1827">
                  <c:v>0.0087039156066137</c:v>
                </c:pt>
                <c:pt idx="1828">
                  <c:v>0.0090660287630211</c:v>
                </c:pt>
                <c:pt idx="1829">
                  <c:v>0.0094529974790947</c:v>
                </c:pt>
                <c:pt idx="1830">
                  <c:v>0.0098671316435563</c:v>
                </c:pt>
                <c:pt idx="1831">
                  <c:v>0.010311015119043</c:v>
                </c:pt>
                <c:pt idx="1832">
                  <c:v>0.010787545495267</c:v>
                </c:pt>
                <c:pt idx="1833">
                  <c:v>0.011299980704793</c:v>
                </c:pt>
                <c:pt idx="1834">
                  <c:v>0.011851993882477</c:v>
                </c:pt>
                <c:pt idx="1835">
                  <c:v>0.012447738169875</c:v>
                </c:pt>
                <c:pt idx="1836">
                  <c:v>0.013091923570742</c:v>
                </c:pt>
                <c:pt idx="1837">
                  <c:v>0.013789908472249</c:v>
                </c:pt>
                <c:pt idx="1838">
                  <c:v>0.014547809088843</c:v>
                </c:pt>
                <c:pt idx="1839">
                  <c:v>0.015372630922984</c:v>
                </c:pt>
                <c:pt idx="1840">
                  <c:v>0.016272427428528</c:v>
                </c:pt>
                <c:pt idx="1841">
                  <c:v>0.017256492460874</c:v>
                </c:pt>
                <c:pt idx="1842">
                  <c:v>0.018335594916665</c:v>
                </c:pt>
                <c:pt idx="1843">
                  <c:v>0.019522266365495</c:v>
                </c:pt>
                <c:pt idx="1844">
                  <c:v>0.020831155649492</c:v>
                </c:pt>
                <c:pt idx="1845">
                  <c:v>0.022279468633679</c:v>
                </c:pt>
                <c:pt idx="1846">
                  <c:v>0.023887516877032</c:v>
                </c:pt>
                <c:pt idx="1847">
                  <c:v>0.025679406386289</c:v>
                </c:pt>
                <c:pt idx="1848">
                  <c:v>0.027683907265355</c:v>
                </c:pt>
                <c:pt idx="1849">
                  <c:v>0.029935557335432</c:v>
                </c:pt>
                <c:pt idx="1850">
                  <c:v>0.032476067913698</c:v>
                </c:pt>
                <c:pt idx="1851">
                  <c:v>0.035356119693519</c:v>
                </c:pt>
                <c:pt idx="1852">
                  <c:v>0.03863767367105</c:v>
                </c:pt>
                <c:pt idx="1853">
                  <c:v>0.042397021619206</c:v>
                </c:pt>
                <c:pt idx="1854">
                  <c:v>0.04672901295511</c:v>
                </c:pt>
                <c:pt idx="1855">
                  <c:v>0.051753034152883</c:v>
                </c:pt>
                <c:pt idx="1856">
                  <c:v>0.057621017189022</c:v>
                </c:pt>
                <c:pt idx="1857">
                  <c:v>0.064527715708209</c:v>
                </c:pt>
                <c:pt idx="1858">
                  <c:v>0.072724598207707</c:v>
                </c:pt>
                <c:pt idx="1859">
                  <c:v>0.082539583969011</c:v>
                </c:pt>
                <c:pt idx="1860">
                  <c:v>0.094405021186208</c:v>
                </c:pt>
                <c:pt idx="1861">
                  <c:v>0.10889698615554</c:v>
                </c:pt>
                <c:pt idx="1862">
                  <c:v>0.12679015503918</c:v>
                </c:pt>
                <c:pt idx="1863">
                  <c:v>0.14913325500734</c:v>
                </c:pt>
                <c:pt idx="1864">
                  <c:v>0.17734865429325</c:v>
                </c:pt>
                <c:pt idx="1865">
                  <c:v>0.21335099394055</c:v>
                </c:pt>
                <c:pt idx="1866">
                  <c:v>0.25965028829496</c:v>
                </c:pt>
                <c:pt idx="1867">
                  <c:v>0.3193212335533</c:v>
                </c:pt>
                <c:pt idx="1868">
                  <c:v>0.39551443012167</c:v>
                </c:pt>
                <c:pt idx="1869">
                  <c:v>0.489781060881</c:v>
                </c:pt>
                <c:pt idx="1870">
                  <c:v>0.59809195988661</c:v>
                </c:pt>
                <c:pt idx="1871">
                  <c:v>0.70458237164506</c:v>
                </c:pt>
                <c:pt idx="1872">
                  <c:v>0.77897998191218</c:v>
                </c:pt>
                <c:pt idx="1873">
                  <c:v>0.79458680015981</c:v>
                </c:pt>
                <c:pt idx="1874">
                  <c:v>0.79026911650425</c:v>
                </c:pt>
                <c:pt idx="1875">
                  <c:v>0.73299125309507</c:v>
                </c:pt>
                <c:pt idx="1876">
                  <c:v>0.63278009531366</c:v>
                </c:pt>
                <c:pt idx="1877">
                  <c:v>0.52261384543462</c:v>
                </c:pt>
                <c:pt idx="1878">
                  <c:v>0.42309889496803</c:v>
                </c:pt>
                <c:pt idx="1879">
                  <c:v>0.34126347982614</c:v>
                </c:pt>
                <c:pt idx="1880">
                  <c:v>0.2767384903618</c:v>
                </c:pt>
                <c:pt idx="1881">
                  <c:v>0.22660849661179</c:v>
                </c:pt>
                <c:pt idx="1882">
                  <c:v>0.18768590588429</c:v>
                </c:pt>
                <c:pt idx="1883">
                  <c:v>0.1572684159306</c:v>
                </c:pt>
                <c:pt idx="1884">
                  <c:v>0.13326344303571</c:v>
                </c:pt>
                <c:pt idx="1885">
                  <c:v>0.1141077301991</c:v>
                </c:pt>
                <c:pt idx="1886">
                  <c:v>0.098647453871181</c:v>
                </c:pt>
                <c:pt idx="1887">
                  <c:v>0.086031355441928</c:v>
                </c:pt>
                <c:pt idx="1888">
                  <c:v>0.0756279506568</c:v>
                </c:pt>
                <c:pt idx="1889">
                  <c:v>0.066964811509001</c:v>
                </c:pt>
                <c:pt idx="1890">
                  <c:v>0.059685004253291</c:v>
                </c:pt>
                <c:pt idx="1891">
                  <c:v>0.053516043010754</c:v>
                </c:pt>
                <c:pt idx="1892">
                  <c:v>0.048247735686535</c:v>
                </c:pt>
                <c:pt idx="1893">
                  <c:v>0.043716288578783</c:v>
                </c:pt>
                <c:pt idx="1894">
                  <c:v>0.039792812961871</c:v>
                </c:pt>
                <c:pt idx="1895">
                  <c:v>0.036374940286008</c:v>
                </c:pt>
                <c:pt idx="1896">
                  <c:v>0.033380647332466</c:v>
                </c:pt>
                <c:pt idx="1897">
                  <c:v>0.030743665230814</c:v>
                </c:pt>
                <c:pt idx="1898">
                  <c:v>0.028410033677107</c:v>
                </c:pt>
                <c:pt idx="1899">
                  <c:v>0.02633549076204</c:v>
                </c:pt>
                <c:pt idx="1900">
                  <c:v>0.024483478111311</c:v>
                </c:pt>
                <c:pt idx="1901">
                  <c:v>0.022823603219128</c:v>
                </c:pt>
                <c:pt idx="1902">
                  <c:v>0.021330444482793</c:v>
                </c:pt>
                <c:pt idx="1903">
                  <c:v>0.019982615307534</c:v>
                </c:pt>
                <c:pt idx="1904">
                  <c:v>0.018762025665709</c:v>
                </c:pt>
                <c:pt idx="1905">
                  <c:v>0.017653295332526</c:v>
                </c:pt>
                <c:pt idx="1906">
                  <c:v>0.016643284510371</c:v>
                </c:pt>
                <c:pt idx="1907">
                  <c:v>0.015720715958323</c:v>
                </c:pt>
                <c:pt idx="1908">
                  <c:v>0.014875868940249</c:v>
                </c:pt>
                <c:pt idx="1909">
                  <c:v>0.014100329909713</c:v>
                </c:pt>
                <c:pt idx="1910">
                  <c:v>0.013386788297316</c:v>
                </c:pt>
                <c:pt idx="1911">
                  <c:v>0.012728868365822</c:v>
                </c:pt>
                <c:pt idx="1912">
                  <c:v>0.012120990072493</c:v>
                </c:pt>
                <c:pt idx="1913">
                  <c:v>0.011558253387158</c:v>
                </c:pt>
                <c:pt idx="1914">
                  <c:v>0.011036341675617</c:v>
                </c:pt>
                <c:pt idx="1915">
                  <c:v>0.010551440656743</c:v>
                </c:pt>
                <c:pt idx="1916">
                  <c:v>0.010100170141614</c:v>
                </c:pt>
                <c:pt idx="1917">
                  <c:v>0.0096795263111457</c:v>
                </c:pt>
                <c:pt idx="1918">
                  <c:v>0.0092868327203303</c:v>
                </c:pt>
                <c:pt idx="1919">
                  <c:v>0.0089196985589211</c:v>
                </c:pt>
                <c:pt idx="1920">
                  <c:v>0.0085759829702004</c:v>
                </c:pt>
                <c:pt idx="1921">
                  <c:v>0.0082537644468387</c:v>
                </c:pt>
                <c:pt idx="1922">
                  <c:v>0.0079513144973898</c:v>
                </c:pt>
                <c:pt idx="1923">
                  <c:v>0.0076670749178092</c:v>
                </c:pt>
                <c:pt idx="1924">
                  <c:v>0.0073996381164957</c:v>
                </c:pt>
                <c:pt idx="1925">
                  <c:v>0.0071477300342079</c:v>
                </c:pt>
                <c:pt idx="1926">
                  <c:v>0.0069101952760585</c:v>
                </c:pt>
                <c:pt idx="1927">
                  <c:v>0.0066859841349979</c:v>
                </c:pt>
                <c:pt idx="1928">
                  <c:v>0.0064741412373962</c:v>
                </c:pt>
                <c:pt idx="1929">
                  <c:v>0.0062737955836363</c:v>
                </c:pt>
                <c:pt idx="1930">
                  <c:v>0.0060841517916917</c:v>
                </c:pt>
                <c:pt idx="1931">
                  <c:v>0.0059044823808302</c:v>
                </c:pt>
                <c:pt idx="1932">
                  <c:v>0.0057341209569173</c:v>
                </c:pt>
                <c:pt idx="1933">
                  <c:v>0.0055724561811656</c:v>
                </c:pt>
                <c:pt idx="1934">
                  <c:v>0.0054189264212791</c:v>
                </c:pt>
                <c:pt idx="1935">
                  <c:v>0.0052730149983415</c:v>
                </c:pt>
                <c:pt idx="1936">
                  <c:v>0.0051342459549606</c:v>
                </c:pt>
                <c:pt idx="1937">
                  <c:v>0.0050021802804749</c:v>
                </c:pt>
                <c:pt idx="1938">
                  <c:v>0.0048764125377761</c:v>
                </c:pt>
                <c:pt idx="1939">
                  <c:v>0.0047565678437379</c:v>
                </c:pt>
                <c:pt idx="1940">
                  <c:v>0.0046422991615942</c:v>
                </c:pt>
                <c:pt idx="1941">
                  <c:v>0.0045332848690435</c:v>
                </c:pt>
                <c:pt idx="1942">
                  <c:v>0.0044292265705096</c:v>
                </c:pt>
                <c:pt idx="1943">
                  <c:v>0.0043298471259955</c:v>
                </c:pt>
                <c:pt idx="1944">
                  <c:v>0.0042348888724124</c:v>
                </c:pt>
                <c:pt idx="1945">
                  <c:v>0.004144112016242</c:v>
                </c:pt>
                <c:pt idx="1946">
                  <c:v>0.0040572931789652</c:v>
                </c:pt>
                <c:pt idx="1947">
                  <c:v>0.0039742240789185</c:v>
                </c:pt>
                <c:pt idx="1948">
                  <c:v>0.0038947103351805</c:v>
                </c:pt>
                <c:pt idx="1949">
                  <c:v>0.0038185703807734</c:v>
                </c:pt>
                <c:pt idx="1950">
                  <c:v>0.0037456344739358</c:v>
                </c:pt>
                <c:pt idx="1951">
                  <c:v>0.0036757437975055</c:v>
                </c:pt>
                <c:pt idx="1952">
                  <c:v>0.0036087496375766</c:v>
                </c:pt>
                <c:pt idx="1953">
                  <c:v>0.0035445126335744</c:v>
                </c:pt>
                <c:pt idx="1954">
                  <c:v>0.0034829020927624</c:v>
                </c:pt>
                <c:pt idx="1955">
                  <c:v>0.0034237953629484</c:v>
                </c:pt>
                <c:pt idx="1956">
                  <c:v>0.0033670772578326</c:v>
                </c:pt>
                <c:pt idx="1957">
                  <c:v>0.0033126395300267</c:v>
                </c:pt>
                <c:pt idx="1958">
                  <c:v>0.0032603803872953</c:v>
                </c:pt>
                <c:pt idx="1959">
                  <c:v>0.0032102040480358</c:v>
                </c:pt>
                <c:pt idx="1960">
                  <c:v>0.0031620203324165</c:v>
                </c:pt>
                <c:pt idx="1961">
                  <c:v>0.0031157442859616</c:v>
                </c:pt>
                <c:pt idx="1962">
                  <c:v>0.00307129583269</c:v>
                </c:pt>
                <c:pt idx="1963">
                  <c:v>0.0030285994552033</c:v>
                </c:pt>
                <c:pt idx="1964">
                  <c:v>0.0029875838993761</c:v>
                </c:pt>
                <c:pt idx="1965">
                  <c:v>0.0029481819015264</c:v>
                </c:pt>
                <c:pt idx="1966">
                  <c:v>0.0029103299361515</c:v>
                </c:pt>
                <c:pt idx="1967">
                  <c:v>0.0028739679824943</c:v>
                </c:pt>
                <c:pt idx="1968">
                  <c:v>0.0028390393083702</c:v>
                </c:pt>
                <c:pt idx="1969">
                  <c:v>0.0028054902698298</c:v>
                </c:pt>
                <c:pt idx="1970">
                  <c:v>0.0027732701253672</c:v>
                </c:pt>
                <c:pt idx="1971">
                  <c:v>0.0027423308634959</c:v>
                </c:pt>
                <c:pt idx="1972">
                  <c:v>0.002712627042629</c:v>
                </c:pt>
                <c:pt idx="1973">
                  <c:v>0.0026841156422876</c:v>
                </c:pt>
                <c:pt idx="1974">
                  <c:v>0.0026567559247548</c:v>
                </c:pt>
                <c:pt idx="1975">
                  <c:v>0.0026305093063666</c:v>
                </c:pt>
                <c:pt idx="1976">
                  <c:v>0.0026053392377021</c:v>
                </c:pt>
                <c:pt idx="1977">
                  <c:v>0.0025812110920016</c:v>
                </c:pt>
                <c:pt idx="1978">
                  <c:v>0.0025580920611954</c:v>
                </c:pt>
                <c:pt idx="1979">
                  <c:v>0.0025359510589809</c:v>
                </c:pt>
                <c:pt idx="1980">
                  <c:v>0.0025147586304334</c:v>
                </c:pt>
                <c:pt idx="1981">
                  <c:v>0.0024944868676766</c:v>
                </c:pt>
                <c:pt idx="1982">
                  <c:v>0.0024751093311817</c:v>
                </c:pt>
                <c:pt idx="1983">
                  <c:v>0.002456600976296</c:v>
                </c:pt>
                <c:pt idx="1984">
                  <c:v>0.0024389380846378</c:v>
                </c:pt>
                <c:pt idx="1985">
                  <c:v>0.0024220982000214</c:v>
                </c:pt>
                <c:pt idx="1986">
                  <c:v>0.0024060600686059</c:v>
                </c:pt>
                <c:pt idx="1987">
                  <c:v>0.002390803582983</c:v>
                </c:pt>
                <c:pt idx="1988">
                  <c:v>0.0023763097299443</c:v>
                </c:pt>
                <c:pt idx="1989">
                  <c:v>0.0023625605416886</c:v>
                </c:pt>
                <c:pt idx="1990">
                  <c:v>0.0023495390502486</c:v>
                </c:pt>
                <c:pt idx="1991">
                  <c:v>0.0023372292449336</c:v>
                </c:pt>
                <c:pt idx="1992">
                  <c:v>0.0023256160326008</c:v>
                </c:pt>
                <c:pt idx="1993">
                  <c:v>0.0023146852005842</c:v>
                </c:pt>
                <c:pt idx="1994">
                  <c:v>0.0023044233821213</c:v>
                </c:pt>
                <c:pt idx="1995">
                  <c:v>0.0022948180241318</c:v>
                </c:pt>
                <c:pt idx="1996">
                  <c:v>0.0022858573572136</c:v>
                </c:pt>
                <c:pt idx="1997">
                  <c:v>0.002277530367733</c:v>
                </c:pt>
                <c:pt idx="1998">
                  <c:v>0.0022698267718937</c:v>
                </c:pt>
                <c:pt idx="1999">
                  <c:v>0.0022627369916816</c:v>
                </c:pt>
                <c:pt idx="2000">
                  <c:v>0.0022562521325878</c:v>
                </c:pt>
                <c:pt idx="2001">
                  <c:v>0.0022503639630219</c:v>
                </c:pt>
                <c:pt idx="2002">
                  <c:v>0.002245064895335</c:v>
                </c:pt>
                <c:pt idx="2003">
                  <c:v>0.0022403479683787</c:v>
                </c:pt>
                <c:pt idx="2004">
                  <c:v>0.0022362068315316</c:v>
                </c:pt>
                <c:pt idx="2005">
                  <c:v>0.0022326357301323</c:v>
                </c:pt>
                <c:pt idx="2006">
                  <c:v>0.0022296294922645</c:v>
                </c:pt>
                <c:pt idx="2007">
                  <c:v>0.002227183516841</c:v>
                </c:pt>
                <c:pt idx="2008">
                  <c:v>0.0022252937629449</c:v>
                </c:pt>
                <c:pt idx="2009">
                  <c:v>0.0022239567403844</c:v>
                </c:pt>
                <c:pt idx="2010">
                  <c:v>0.002223169501428</c:v>
                </c:pt>
                <c:pt idx="2011">
                  <c:v>0.0022229296336865</c:v>
                </c:pt>
                <c:pt idx="2012">
                  <c:v>0.0022232352541167</c:v>
                </c:pt>
                <c:pt idx="2013">
                  <c:v>0.0022240850041222</c:v>
                </c:pt>
                <c:pt idx="2014">
                  <c:v>0.0022254780457328</c:v>
                </c:pt>
                <c:pt idx="2015">
                  <c:v>0.0022274140588475</c:v>
                </c:pt>
                <c:pt idx="2016">
                  <c:v>0.0022298932395289</c:v>
                </c:pt>
                <c:pt idx="2017">
                  <c:v>0.0022329162993412</c:v>
                </c:pt>
                <c:pt idx="2018">
                  <c:v>0.0022364844657281</c:v>
                </c:pt>
                <c:pt idx="2019">
                  <c:v>0.0022405994834299</c:v>
                </c:pt>
                <c:pt idx="2020">
                  <c:v>0.0022452636169415</c:v>
                </c:pt>
                <c:pt idx="2021">
                  <c:v>0.0022504796540197</c:v>
                </c:pt>
                <c:pt idx="2022">
                  <c:v>0.0022562509102489</c:v>
                </c:pt>
                <c:pt idx="2023">
                  <c:v>0.0022625812346785</c:v>
                </c:pt>
                <c:pt idx="2024">
                  <c:v>0.002269475016551</c:v>
                </c:pt>
                <c:pt idx="2025">
                  <c:v>0.0022769371931414</c:v>
                </c:pt>
                <c:pt idx="2026">
                  <c:v>0.0022849732587327</c:v>
                </c:pt>
                <c:pt idx="2027">
                  <c:v>0.0022935892747584</c:v>
                </c:pt>
                <c:pt idx="2028">
                  <c:v>0.0023027918811437</c:v>
                </c:pt>
                <c:pt idx="2029">
                  <c:v>0.002312588308885</c:v>
                </c:pt>
                <c:pt idx="2030">
                  <c:v>0.0023229863939098</c:v>
                </c:pt>
                <c:pt idx="2031">
                  <c:v>0.0023339945922635</c:v>
                </c:pt>
                <c:pt idx="2032">
                  <c:v>0.0023456219966773</c:v>
                </c:pt>
                <c:pt idx="2033">
                  <c:v>0.0023578783545729</c:v>
                </c:pt>
                <c:pt idx="2034">
                  <c:v>0.0023707740875694</c:v>
                </c:pt>
                <c:pt idx="2035">
                  <c:v>0.0023843203125606</c:v>
                </c:pt>
                <c:pt idx="2036">
                  <c:v>0.0023985288644391</c:v>
                </c:pt>
                <c:pt idx="2037">
                  <c:v>0.0024134123205492</c:v>
                </c:pt>
                <c:pt idx="2038">
                  <c:v>0.0024289840269601</c:v>
                </c:pt>
                <c:pt idx="2039">
                  <c:v>0.0024452581266549</c:v>
                </c:pt>
                <c:pt idx="2040">
                  <c:v>0.0024622495897437</c:v>
                </c:pt>
                <c:pt idx="2041">
                  <c:v>0.0024799742458146</c:v>
                </c:pt>
                <c:pt idx="2042">
                  <c:v>0.0024984488185477</c:v>
                </c:pt>
                <c:pt idx="2043">
                  <c:v>0.0025176909627281</c:v>
                </c:pt>
                <c:pt idx="2044">
                  <c:v>0.0025377193038033</c:v>
                </c:pt>
                <c:pt idx="2045">
                  <c:v>0.0025585534801444</c:v>
                </c:pt>
                <c:pt idx="2046">
                  <c:v>0.002580214188183</c:v>
                </c:pt>
                <c:pt idx="2047">
                  <c:v>0.0026027232306107</c:v>
                </c:pt>
                <c:pt idx="2048">
                  <c:v>0.0026261035678406</c:v>
                </c:pt>
                <c:pt idx="2049">
                  <c:v>0.0026503793729525</c:v>
                </c:pt>
                <c:pt idx="2050">
                  <c:v>0.0026755760903567</c:v>
                </c:pt>
                <c:pt idx="2051">
                  <c:v>0.002701720498433</c:v>
                </c:pt>
                <c:pt idx="2052">
                  <c:v>0.0027288407764253</c:v>
                </c:pt>
                <c:pt idx="2053">
                  <c:v>0.0027569665758916</c:v>
                </c:pt>
                <c:pt idx="2054">
                  <c:v>0.0027861290970387</c:v>
                </c:pt>
                <c:pt idx="2055">
                  <c:v>0.0028163611702985</c:v>
                </c:pt>
                <c:pt idx="2056">
                  <c:v>0.0028476973435307</c:v>
                </c:pt>
                <c:pt idx="2057">
                  <c:v>0.0028801739752748</c:v>
                </c:pt>
                <c:pt idx="2058">
                  <c:v>0.0029138293345084</c:v>
                </c:pt>
                <c:pt idx="2059">
                  <c:v>0.0029487037074102</c:v>
                </c:pt>
                <c:pt idx="2060">
                  <c:v>0.0029848395116703</c:v>
                </c:pt>
                <c:pt idx="2061">
                  <c:v>0.0030222814189403</c:v>
                </c:pt>
                <c:pt idx="2062">
                  <c:v>0.0030610764860687</c:v>
                </c:pt>
                <c:pt idx="2063">
                  <c:v>0.0031012742958259</c:v>
                </c:pt>
                <c:pt idx="2064">
                  <c:v>0.0031429271078897</c:v>
                </c:pt>
                <c:pt idx="2065">
                  <c:v>0.0031860900209333</c:v>
                </c:pt>
                <c:pt idx="2066">
                  <c:v>0.0032308211467372</c:v>
                </c:pt>
                <c:pt idx="2067">
                  <c:v>0.0032771817973348</c:v>
                </c:pt>
                <c:pt idx="2068">
                  <c:v>0.0033252366862988</c:v>
                </c:pt>
                <c:pt idx="2069">
                  <c:v>0.0033750541453818</c:v>
                </c:pt>
                <c:pt idx="2070">
                  <c:v>0.0034267063578467</c:v>
                </c:pt>
                <c:pt idx="2071">
                  <c:v>0.0034802696099511</c:v>
                </c:pt>
                <c:pt idx="2072">
                  <c:v>0.0035358245622018</c:v>
                </c:pt>
                <c:pt idx="2073">
                  <c:v>0.0035934565421544</c:v>
                </c:pt>
                <c:pt idx="2074">
                  <c:v>0.0036532558607193</c:v>
                </c:pt>
                <c:pt idx="2075">
                  <c:v>0.0037153181541383</c:v>
                </c:pt>
                <c:pt idx="2076">
                  <c:v>0.0037797447540191</c:v>
                </c:pt>
                <c:pt idx="2077">
                  <c:v>0.0038466430880758</c:v>
                </c:pt>
                <c:pt idx="2078">
                  <c:v>0.0039161271145008</c:v>
                </c:pt>
                <c:pt idx="2079">
                  <c:v>0.0039883177932164</c:v>
                </c:pt>
                <c:pt idx="2080">
                  <c:v>0.0040633435976095</c:v>
                </c:pt>
                <c:pt idx="2081">
                  <c:v>0.0041413410707548</c:v>
                </c:pt>
                <c:pt idx="2082">
                  <c:v>0.0042224554305825</c:v>
                </c:pt>
                <c:pt idx="2083">
                  <c:v>0.0043068412289568</c:v>
                </c:pt>
                <c:pt idx="2084">
                  <c:v>0.004394663070204</c:v>
                </c:pt>
                <c:pt idx="2085">
                  <c:v>0.0044860963952776</c:v>
                </c:pt>
                <c:pt idx="2086">
                  <c:v>0.0045813283384825</c:v>
                </c:pt>
                <c:pt idx="2087">
                  <c:v>0.0046805586645104</c:v>
                </c:pt>
                <c:pt idx="2088">
                  <c:v>0.0047840007944838</c:v>
                </c:pt>
                <c:pt idx="2089">
                  <c:v>0.0048918829307788</c:v>
                </c:pt>
                <c:pt idx="2090">
                  <c:v>0.0050044492916173</c:v>
                </c:pt>
                <c:pt idx="2091">
                  <c:v>0.005121961467817</c:v>
                </c:pt>
                <c:pt idx="2092">
                  <c:v>0.0052446999156753</c:v>
                </c:pt>
                <c:pt idx="2093">
                  <c:v>0.0053729656017916</c:v>
                </c:pt>
                <c:pt idx="2094">
                  <c:v>0.0055070818177206</c:v>
                </c:pt>
                <c:pt idx="2095">
                  <c:v>0.0056473961847526</c:v>
                </c:pt>
                <c:pt idx="2096">
                  <c:v>0.0057942828718845</c:v>
                </c:pt>
                <c:pt idx="2097">
                  <c:v>0.0059481450532325</c:v>
                </c:pt>
                <c:pt idx="2098">
                  <c:v>0.0061094176348276</c:v>
                </c:pt>
                <c:pt idx="2099">
                  <c:v>0.0062785702850068</c:v>
                </c:pt>
                <c:pt idx="2100">
                  <c:v>0.0064561108075694</c:v>
                </c:pt>
                <c:pt idx="2101">
                  <c:v>0.0066425889026339</c:v>
                </c:pt>
                <c:pt idx="2102">
                  <c:v>0.0068386003668616</c:v>
                </c:pt>
                <c:pt idx="2103">
                  <c:v>0.0070447917925669</c:v>
                </c:pt>
                <c:pt idx="2104">
                  <c:v>0.0072618658344469</c:v>
                </c:pt>
                <c:pt idx="2105">
                  <c:v>0.0074905871234782</c:v>
                </c:pt>
                <c:pt idx="2106">
                  <c:v>0.0077317889202615</c:v>
                </c:pt>
                <c:pt idx="2107">
                  <c:v>0.0079863806151371</c:v>
                </c:pt>
                <c:pt idx="2108">
                  <c:v>0.0082553562001923</c:v>
                </c:pt>
                <c:pt idx="2109">
                  <c:v>0.0085398038594245</c:v>
                </c:pt>
                <c:pt idx="2110">
                  <c:v>0.0088409168484902</c:v>
                </c:pt>
                <c:pt idx="2111">
                  <c:v>0.0091600058655359</c:v>
                </c:pt>
                <c:pt idx="2112">
                  <c:v>0.0094985131506265</c:v>
                </c:pt>
                <c:pt idx="2113">
                  <c:v>0.0098580285945738</c:v>
                </c:pt>
                <c:pt idx="2114">
                  <c:v>0.010240308190166</c:v>
                </c:pt>
                <c:pt idx="2115">
                  <c:v>0.010647295221927</c:v>
                </c:pt>
                <c:pt idx="2116">
                  <c:v>0.011081144667161</c:v>
                </c:pt>
                <c:pt idx="2117">
                  <c:v>0.011544251374509</c:v>
                </c:pt>
                <c:pt idx="2118">
                  <c:v>0.012039282701387</c:v>
                </c:pt>
                <c:pt idx="2119">
                  <c:v>0.012569216435146</c:v>
                </c:pt>
                <c:pt idx="2120">
                  <c:v>0.013137384999286</c:v>
                </c:pt>
                <c:pt idx="2121">
                  <c:v>0.013747527154022</c:v>
                </c:pt>
                <c:pt idx="2122">
                  <c:v>0.014403848657629</c:v>
                </c:pt>
                <c:pt idx="2123">
                  <c:v>0.015111093704026</c:v>
                </c:pt>
                <c:pt idx="2124">
                  <c:v>0.015874629390329</c:v>
                </c:pt>
                <c:pt idx="2125">
                  <c:v>0.016700545992999</c:v>
                </c:pt>
                <c:pt idx="2126">
                  <c:v>0.017595776502197</c:v>
                </c:pt>
                <c:pt idx="2127">
                  <c:v>0.018568239735518</c:v>
                </c:pt>
                <c:pt idx="2128">
                  <c:v>0.01962701247274</c:v>
                </c:pt>
                <c:pt idx="2129">
                  <c:v>0.020782537498029</c:v>
                </c:pt>
                <c:pt idx="2130">
                  <c:v>0.022046876309197</c:v>
                </c:pt>
                <c:pt idx="2131">
                  <c:v>0.023434017686903</c:v>
                </c:pt>
                <c:pt idx="2132">
                  <c:v>0.024960256465087</c:v>
                </c:pt>
                <c:pt idx="2133">
                  <c:v>0.026644660853629</c:v>
                </c:pt>
                <c:pt idx="2134">
                  <c:v>0.028509651568278</c:v>
                </c:pt>
                <c:pt idx="2135">
                  <c:v>0.030581721485851</c:v>
                </c:pt>
                <c:pt idx="2136">
                  <c:v>0.032892329502936</c:v>
                </c:pt>
                <c:pt idx="2137">
                  <c:v>0.035479005723265</c:v>
                </c:pt>
                <c:pt idx="2138">
                  <c:v>0.038386714332422</c:v>
                </c:pt>
                <c:pt idx="2139">
                  <c:v>0.041669580020305</c:v>
                </c:pt>
                <c:pt idx="2140">
                  <c:v>0.045393282830406</c:v>
                </c:pt>
                <c:pt idx="2141">
                  <c:v>0.049638633876126</c:v>
                </c:pt>
                <c:pt idx="2142">
                  <c:v>0.054506435786108</c:v>
                </c:pt>
                <c:pt idx="2143">
                  <c:v>0.060123136170776</c:v>
                </c:pt>
                <c:pt idx="2144">
                  <c:v>0.066647754691319</c:v>
                </c:pt>
                <c:pt idx="2145">
                  <c:v>0.07428172699692</c:v>
                </c:pt>
                <c:pt idx="2146">
                  <c:v>0.083283014784989</c:v>
                </c:pt>
                <c:pt idx="2147">
                  <c:v>0.093985777847987</c:v>
                </c:pt>
                <c:pt idx="2148">
                  <c:v>0.10682775469026</c:v>
                </c:pt>
                <c:pt idx="2149">
                  <c:v>0.12238869447782</c:v>
                </c:pt>
                <c:pt idx="2150">
                  <c:v>0.14144459717052</c:v>
                </c:pt>
                <c:pt idx="2151">
                  <c:v>0.16504412230135</c:v>
                </c:pt>
                <c:pt idx="2152">
                  <c:v>0.19461468623891</c:v>
                </c:pt>
                <c:pt idx="2153">
                  <c:v>0.2321040807234</c:v>
                </c:pt>
                <c:pt idx="2154">
                  <c:v>0.28015162507198</c:v>
                </c:pt>
                <c:pt idx="2155">
                  <c:v>0.34224077384087</c:v>
                </c:pt>
                <c:pt idx="2156">
                  <c:v>0.42266221958144</c:v>
                </c:pt>
                <c:pt idx="2157">
                  <c:v>0.52580740332203</c:v>
                </c:pt>
                <c:pt idx="2158">
                  <c:v>0.65369757681304</c:v>
                </c:pt>
                <c:pt idx="2159">
                  <c:v>0.80007732632778</c:v>
                </c:pt>
                <c:pt idx="2160">
                  <c:v>0.9413408270022</c:v>
                </c:pt>
                <c:pt idx="2161">
                  <c:v>1.0339717834555</c:v>
                </c:pt>
                <c:pt idx="2162">
                  <c:v>1.0479725579997</c:v>
                </c:pt>
                <c:pt idx="2163">
                  <c:v>1.0479749064323</c:v>
                </c:pt>
                <c:pt idx="2164">
                  <c:v>1.0369046513556</c:v>
                </c:pt>
                <c:pt idx="2165">
                  <c:v>0.94866898982129</c:v>
                </c:pt>
                <c:pt idx="2166">
                  <c:v>0.80892779594548</c:v>
                </c:pt>
                <c:pt idx="2167">
                  <c:v>0.66198096442894</c:v>
                </c:pt>
                <c:pt idx="2168">
                  <c:v>0.53270005454857</c:v>
                </c:pt>
                <c:pt idx="2169">
                  <c:v>0.42810425053871</c:v>
                </c:pt>
                <c:pt idx="2170">
                  <c:v>0.34645599936351</c:v>
                </c:pt>
                <c:pt idx="2171">
                  <c:v>0.28340994355158</c:v>
                </c:pt>
                <c:pt idx="2172">
                  <c:v>0.2346391752624</c:v>
                </c:pt>
                <c:pt idx="2173">
                  <c:v>0.19660802715773</c:v>
                </c:pt>
                <c:pt idx="2174">
                  <c:v>0.16663078814619</c:v>
                </c:pt>
                <c:pt idx="2175">
                  <c:v>0.14272367090178</c:v>
                </c:pt>
                <c:pt idx="2176">
                  <c:v>0.12343273843924</c:v>
                </c:pt>
                <c:pt idx="2177">
                  <c:v>0.1076901592565</c:v>
                </c:pt>
                <c:pt idx="2178">
                  <c:v>0.094706122616721</c:v>
                </c:pt>
                <c:pt idx="2179">
                  <c:v>0.083890887877527</c:v>
                </c:pt>
                <c:pt idx="2180">
                  <c:v>0.074799438013284</c:v>
                </c:pt>
                <c:pt idx="2181">
                  <c:v>0.06709230324454</c:v>
                </c:pt>
                <c:pt idx="2182">
                  <c:v>0.060507735285133</c:v>
                </c:pt>
                <c:pt idx="2183">
                  <c:v>0.054841806967916</c:v>
                </c:pt>
                <c:pt idx="2184">
                  <c:v>0.049934055575341</c:v>
                </c:pt>
                <c:pt idx="2185">
                  <c:v>0.04565702592641</c:v>
                </c:pt>
                <c:pt idx="2186">
                  <c:v>0.041908578157923</c:v>
                </c:pt>
                <c:pt idx="2187">
                  <c:v>0.03860617296483</c:v>
                </c:pt>
                <c:pt idx="2188">
                  <c:v>0.035682584545555</c:v>
                </c:pt>
                <c:pt idx="2189">
                  <c:v>0.033082654193848</c:v>
                </c:pt>
                <c:pt idx="2190">
                  <c:v>0.030760809610091</c:v>
                </c:pt>
                <c:pt idx="2191">
                  <c:v>0.028679152866306</c:v>
                </c:pt>
                <c:pt idx="2192">
                  <c:v>0.026805974473377</c:v>
                </c:pt>
                <c:pt idx="2193">
                  <c:v>0.025114589499191</c:v>
                </c:pt>
                <c:pt idx="2194">
                  <c:v>0.023582419116935</c:v>
                </c:pt>
                <c:pt idx="2195">
                  <c:v>0.02219026067841</c:v>
                </c:pt>
                <c:pt idx="2196">
                  <c:v>0.020921703700267</c:v>
                </c:pt>
                <c:pt idx="2197">
                  <c:v>0.019762659600389</c:v>
                </c:pt>
                <c:pt idx="2198">
                  <c:v>0.018700980723458</c:v>
                </c:pt>
                <c:pt idx="2199">
                  <c:v>0.017726149916219</c:v>
                </c:pt>
                <c:pt idx="2200">
                  <c:v>0.016829026195796</c:v>
                </c:pt>
                <c:pt idx="2201">
                  <c:v>0.016001635283745</c:v>
                </c:pt>
                <c:pt idx="2202">
                  <c:v>0.015236996230654</c:v>
                </c:pt>
                <c:pt idx="2203">
                  <c:v>0.014528977230697</c:v>
                </c:pt>
                <c:pt idx="2204">
                  <c:v>0.013872175167817</c:v>
                </c:pt>
                <c:pt idx="2205">
                  <c:v>0.013261814551905</c:v>
                </c:pt>
                <c:pt idx="2206">
                  <c:v>0.012693662372947</c:v>
                </c:pt>
                <c:pt idx="2207">
                  <c:v>0.012163956082336</c:v>
                </c:pt>
                <c:pt idx="2208">
                  <c:v>0.011669342446971</c:v>
                </c:pt>
                <c:pt idx="2209">
                  <c:v>0.01120682544657</c:v>
                </c:pt>
                <c:pt idx="2210">
                  <c:v>0.010773721722549</c:v>
                </c:pt>
                <c:pt idx="2211">
                  <c:v>0.010367622357114</c:v>
                </c:pt>
                <c:pt idx="2212">
                  <c:v>0.0099863599782982</c:v>
                </c:pt>
                <c:pt idx="2213">
                  <c:v>0.0096279803618831</c:v>
                </c:pt>
                <c:pt idx="2214">
                  <c:v>0.0092907178431194</c:v>
                </c:pt>
                <c:pt idx="2215">
                  <c:v>0.0089729739667293</c:v>
                </c:pt>
                <c:pt idx="2216">
                  <c:v>0.0086732988980761</c:v>
                </c:pt>
                <c:pt idx="2217">
                  <c:v>0.0083903751958398</c:v>
                </c:pt>
                <c:pt idx="2218">
                  <c:v>0.0081230036102956</c:v>
                </c:pt>
                <c:pt idx="2219">
                  <c:v>0.007870090623977</c:v>
                </c:pt>
                <c:pt idx="2220">
                  <c:v>0.0076306374951845</c:v>
                </c:pt>
                <c:pt idx="2221">
                  <c:v>0.0074037306011432</c:v>
                </c:pt>
                <c:pt idx="2222">
                  <c:v>0.0071885329079387</c:v>
                </c:pt>
                <c:pt idx="2223">
                  <c:v>0.0069842764197544</c:v>
                </c:pt>
                <c:pt idx="2224">
                  <c:v>0.0067902554812561</c:v>
                </c:pt>
                <c:pt idx="2225">
                  <c:v>0.0066058208249259</c:v>
                </c:pt>
                <c:pt idx="2226">
                  <c:v>0.0064303742703184</c:v>
                </c:pt>
                <c:pt idx="2227">
                  <c:v>0.0062633639950543</c:v>
                </c:pt>
                <c:pt idx="2228">
                  <c:v>0.006104280308278</c:v>
                </c:pt>
                <c:pt idx="2229">
                  <c:v>0.0059526518665889</c:v>
                </c:pt>
                <c:pt idx="2230">
                  <c:v>0.0058080422803856</c:v>
                </c:pt>
                <c:pt idx="2231">
                  <c:v>0.0056700470653413</c:v>
                </c:pt>
                <c:pt idx="2232">
                  <c:v>0.0055382908995434</c:v>
                </c:pt>
                <c:pt idx="2233">
                  <c:v>0.0054124251518329</c:v>
                </c:pt>
                <c:pt idx="2234">
                  <c:v>0.0052921256511783</c:v>
                </c:pt>
                <c:pt idx="2235">
                  <c:v>0.0051770906706427</c:v>
                </c:pt>
                <c:pt idx="2236">
                  <c:v>0.0050670391027149</c:v>
                </c:pt>
                <c:pt idx="2237">
                  <c:v>0.0049617088055627</c:v>
                </c:pt>
                <c:pt idx="2238">
                  <c:v>0.0048608551021909</c:v>
                </c:pt>
                <c:pt idx="2239">
                  <c:v>0.0047642494165902</c:v>
                </c:pt>
                <c:pt idx="2240">
                  <c:v>0.004671678032803</c:v>
                </c:pt>
                <c:pt idx="2241">
                  <c:v>0.0045829409644373</c:v>
                </c:pt>
                <c:pt idx="2242">
                  <c:v>0.0044978509235598</c:v>
                </c:pt>
                <c:pt idx="2243">
                  <c:v>0.0044162323791378</c:v>
                </c:pt>
                <c:pt idx="2244">
                  <c:v>0.0043379206962741</c:v>
                </c:pt>
                <c:pt idx="2245">
                  <c:v>0.0042627613484309</c:v>
                </c:pt>
                <c:pt idx="2246">
                  <c:v>0.0041906091956808</c:v>
                </c:pt>
                <c:pt idx="2247">
                  <c:v>0.0041213278227545</c:v>
                </c:pt>
                <c:pt idx="2248">
                  <c:v>0.0040547889313143</c:v>
                </c:pt>
                <c:pt idx="2249">
                  <c:v>0.0039908717814566</c:v>
                </c:pt>
                <c:pt idx="2250">
                  <c:v>0.0039294626779602</c:v>
                </c:pt>
                <c:pt idx="2251">
                  <c:v>0.0038704544972512</c:v>
                </c:pt>
                <c:pt idx="2252">
                  <c:v>0.0038137462514595</c:v>
                </c:pt>
                <c:pt idx="2253">
                  <c:v>0.0037592426863021</c:v>
                </c:pt>
                <c:pt idx="2254">
                  <c:v>0.0037068539098476</c:v>
                </c:pt>
                <c:pt idx="2255">
                  <c:v>0.0036564950495025</c:v>
                </c:pt>
                <c:pt idx="2256">
                  <c:v>0.0036080859348174</c:v>
                </c:pt>
                <c:pt idx="2257">
                  <c:v>0.0035615508039364</c:v>
                </c:pt>
                <c:pt idx="2258">
                  <c:v>0.0035168180317207</c:v>
                </c:pt>
                <c:pt idx="2259">
                  <c:v>0.0034738198777589</c:v>
                </c:pt>
                <c:pt idx="2260">
                  <c:v>0.0034324922526437</c:v>
                </c:pt>
                <c:pt idx="2261">
                  <c:v>0.0033927745010399</c:v>
                </c:pt>
                <c:pt idx="2262">
                  <c:v>0.003354609200204</c:v>
                </c:pt>
                <c:pt idx="2263">
                  <c:v>0.0033179419727366</c:v>
                </c:pt>
                <c:pt idx="2264">
                  <c:v>0.0032827213124542</c:v>
                </c:pt>
                <c:pt idx="2265">
                  <c:v>0.0032488984223675</c:v>
                </c:pt>
                <c:pt idx="2266">
                  <c:v>0.0032164270638411</c:v>
                </c:pt>
                <c:pt idx="2267">
                  <c:v>0.0031852634160882</c:v>
                </c:pt>
                <c:pt idx="2268">
                  <c:v>0.0031553659452289</c:v>
                </c:pt>
                <c:pt idx="2269">
                  <c:v>0.0031266952822034</c:v>
                </c:pt>
                <c:pt idx="2270">
                  <c:v>0.0030992141088937</c:v>
                </c:pt>
                <c:pt idx="2271">
                  <c:v>0.0030728870518597</c:v>
                </c:pt>
                <c:pt idx="2272">
                  <c:v>0.0030476805831462</c:v>
                </c:pt>
                <c:pt idx="2273">
                  <c:v>0.0030235629276617</c:v>
                </c:pt>
                <c:pt idx="2274">
                  <c:v>0.0030005039766689</c:v>
                </c:pt>
                <c:pt idx="2275">
                  <c:v>0.002978475206969</c:v>
                </c:pt>
                <c:pt idx="2276">
                  <c:v>0.0029574496053893</c:v>
                </c:pt>
                <c:pt idx="2277">
                  <c:v>0.002937401598221</c:v>
                </c:pt>
                <c:pt idx="2278">
                  <c:v>0.002918306985278</c:v>
                </c:pt>
                <c:pt idx="2279">
                  <c:v>0.0029001428782757</c:v>
                </c:pt>
                <c:pt idx="2280">
                  <c:v>0.0028828876432529</c:v>
                </c:pt>
                <c:pt idx="2281">
                  <c:v>0.0028665208467802</c:v>
                </c:pt>
                <c:pt idx="2282">
                  <c:v>0.0028510232057204</c:v>
                </c:pt>
                <c:pt idx="2283">
                  <c:v>0.0028363765403231</c:v>
                </c:pt>
                <c:pt idx="2284">
                  <c:v>0.0028225637304548</c:v>
                </c:pt>
                <c:pt idx="2285">
                  <c:v>0.0028095686747792</c:v>
                </c:pt>
                <c:pt idx="2286">
                  <c:v>0.0027973762527184</c:v>
                </c:pt>
                <c:pt idx="2287">
                  <c:v>0.0027859722890399</c:v>
                </c:pt>
                <c:pt idx="2288">
                  <c:v>0.0027753435209241</c:v>
                </c:pt>
                <c:pt idx="2289">
                  <c:v>0.0027654775673805</c:v>
                </c:pt>
                <c:pt idx="2290">
                  <c:v>0.0027563629008927</c:v>
                </c:pt>
                <c:pt idx="2291">
                  <c:v>0.0027479888211778</c:v>
                </c:pt>
                <c:pt idx="2292">
                  <c:v>0.00274034543096</c:v>
                </c:pt>
                <c:pt idx="2293">
                  <c:v>0.0027334236136645</c:v>
                </c:pt>
                <c:pt idx="2294">
                  <c:v>0.0027272150129453</c:v>
                </c:pt>
                <c:pt idx="2295">
                  <c:v>0.0027217120139696</c:v>
                </c:pt>
                <c:pt idx="2296">
                  <c:v>0.0027169077263877</c:v>
                </c:pt>
                <c:pt idx="2297">
                  <c:v>0.0027127959689253</c:v>
                </c:pt>
                <c:pt idx="2298">
                  <c:v>0.0027093712555384</c:v>
                </c:pt>
                <c:pt idx="2299">
                  <c:v>0.0027066287830818</c:v>
                </c:pt>
                <c:pt idx="2300">
                  <c:v>0.0027045644204427</c:v>
                </c:pt>
                <c:pt idx="2301">
                  <c:v>0.0027031746991011</c:v>
                </c:pt>
                <c:pt idx="2302">
                  <c:v>0.0027024568050807</c:v>
                </c:pt>
                <c:pt idx="2303">
                  <c:v>0.0027024085722601</c:v>
                </c:pt>
                <c:pt idx="2304">
                  <c:v>0.0027030284770198</c:v>
                </c:pt>
                <c:pt idx="2305">
                  <c:v>0.0027043156342038</c:v>
                </c:pt>
                <c:pt idx="2306">
                  <c:v>0.0027062697943811</c:v>
                </c:pt>
                <c:pt idx="2307">
                  <c:v>0.0027088913423939</c:v>
                </c:pt>
                <c:pt idx="2308">
                  <c:v>0.0027121812971881</c:v>
                </c:pt>
                <c:pt idx="2309">
                  <c:v>0.0027161413129216</c:v>
                </c:pt>
                <c:pt idx="2310">
                  <c:v>0.0027207736813543</c:v>
                </c:pt>
                <c:pt idx="2311">
                  <c:v>0.0027260813355246</c:v>
                </c:pt>
                <c:pt idx="2312">
                  <c:v>0.0027320678547246</c:v>
                </c:pt>
                <c:pt idx="2313">
                  <c:v>0.0027387374707895</c:v>
                </c:pt>
                <c:pt idx="2314">
                  <c:v>0.00274609507572</c:v>
                </c:pt>
                <c:pt idx="2315">
                  <c:v>0.0027541462306641</c:v>
                </c:pt>
                <c:pt idx="2316">
                  <c:v>0.0027628971762865</c:v>
                </c:pt>
                <c:pt idx="2317">
                  <c:v>0.0027723548445607</c:v>
                </c:pt>
                <c:pt idx="2318">
                  <c:v>0.002782526872024</c:v>
                </c:pt>
                <c:pt idx="2319">
                  <c:v>0.0027934216145392</c:v>
                </c:pt>
                <c:pt idx="2320">
                  <c:v>0.0028050481636142</c:v>
                </c:pt>
                <c:pt idx="2321">
                  <c:v>0.0028174163643368</c:v>
                </c:pt>
                <c:pt idx="2322">
                  <c:v>0.0028305368349857</c:v>
                </c:pt>
                <c:pt idx="2323">
                  <c:v>0.0028444209883877</c:v>
                </c:pt>
                <c:pt idx="2324">
                  <c:v>0.0028590810550974</c:v>
                </c:pt>
                <c:pt idx="2325">
                  <c:v>0.002874530108482</c:v>
                </c:pt>
                <c:pt idx="2326">
                  <c:v>0.0028907820918026</c:v>
                </c:pt>
                <c:pt idx="2327">
                  <c:v>0.0029078518473914</c:v>
                </c:pt>
                <c:pt idx="2328">
                  <c:v>0.0029257551480325</c:v>
                </c:pt>
                <c:pt idx="2329">
                  <c:v>0.0029445087306649</c:v>
                </c:pt>
                <c:pt idx="2330">
                  <c:v>0.0029641303325341</c:v>
                </c:pt>
                <c:pt idx="2331">
                  <c:v>0.002984638729933</c:v>
                </c:pt>
                <c:pt idx="2332">
                  <c:v>0.00300605377968</c:v>
                </c:pt>
                <c:pt idx="2333">
                  <c:v>0.0030283964635006</c:v>
                </c:pt>
                <c:pt idx="2334">
                  <c:v>0.003051688935486</c:v>
                </c:pt>
                <c:pt idx="2335">
                  <c:v>0.0030759545728232</c:v>
                </c:pt>
                <c:pt idx="2336">
                  <c:v>0.0031012180300023</c:v>
                </c:pt>
                <c:pt idx="2337">
                  <c:v>0.0031275052967271</c:v>
                </c:pt>
                <c:pt idx="2338">
                  <c:v>0.0031548437597718</c:v>
                </c:pt>
                <c:pt idx="2339">
                  <c:v>0.0031832622690492</c:v>
                </c:pt>
                <c:pt idx="2340">
                  <c:v>0.0032127912081753</c:v>
                </c:pt>
                <c:pt idx="2341">
                  <c:v>0.0032434625698425</c:v>
                </c:pt>
                <c:pt idx="2342">
                  <c:v>0.0032753100363368</c:v>
                </c:pt>
                <c:pt idx="2343">
                  <c:v>0.0033083690655656</c:v>
                </c:pt>
                <c:pt idx="2344">
                  <c:v>0.003342676982993</c:v>
                </c:pt>
                <c:pt idx="2345">
                  <c:v>0.0033782730799129</c:v>
                </c:pt>
                <c:pt idx="2346">
                  <c:v>0.0034151987185298</c:v>
                </c:pt>
                <c:pt idx="2347">
                  <c:v>0.0034534974443561</c:v>
                </c:pt>
                <c:pt idx="2348">
                  <c:v>0.0034932151064809</c:v>
                </c:pt>
                <c:pt idx="2349">
                  <c:v>0.0035343999863143</c:v>
                </c:pt>
                <c:pt idx="2350">
                  <c:v>0.0035771029354643</c:v>
                </c:pt>
                <c:pt idx="2351">
                  <c:v>0.0036213775234654</c:v>
                </c:pt>
                <c:pt idx="2352">
                  <c:v>0.0036672801961401</c:v>
                </c:pt>
                <c:pt idx="2353">
                  <c:v>0.0037148704454494</c:v>
                </c:pt>
                <c:pt idx="2354">
                  <c:v>0.0037642109917662</c:v>
                </c:pt>
                <c:pt idx="2355">
                  <c:v>0.003815367979593</c:v>
                </c:pt>
                <c:pt idx="2356">
                  <c:v>0.0038684111878437</c:v>
                </c:pt>
                <c:pt idx="2357">
                  <c:v>0.0039234142559132</c:v>
                </c:pt>
                <c:pt idx="2358">
                  <c:v>0.0039804549268813</c:v>
                </c:pt>
                <c:pt idx="2359">
                  <c:v>0.0040396153093231</c:v>
                </c:pt>
              </c:numCache>
            </c:numRef>
          </c:yVal>
        </c:ser>
        <c:dLbls>
          <c:txPr>
            <a:bodyPr xmlns:a="http://schemas.openxmlformats.org/drawingml/2006/main" anchorCtr="1"/>
            <a:lstStyle xmlns:a="http://schemas.openxmlformats.org/drawingml/2006/main"/>
            <a:p xmlns:a="http://schemas.openxmlformats.org/drawingml/2006/main">
              <a:pPr>
                <a:defRPr>
                  <a:latin typeface="Georgia"/>
                  <a:ea typeface="Georgia"/>
                  <a:cs typeface="Georgia"/>
                </a:defRPr>
              </a:pPr>
            </a:p>
          </c:txPr>
          <c:showLegendKey val="0"/>
          <c:showVal val="0"/>
          <c:showCatName val="0"/>
          <c:showSerName val="0"/>
          <c:showPercent val="0"/>
          <c:showBubbleSize val="0"/>
          <c:showLeaderLines val="0"/>
        </c:dLbls>
        <c:axId val="48650112"/>
        <c:axId val="48672768"/>
      </c:scatterChart>
      <c:valAx>
        <c:axId val="48672768"/>
        <c:scaling>
          <c:orientation val="minMax"/>
          <c:max val="1.2"/>
          <c:min val="0"/>
        </c:scaling>
        <c:delete val="0"/>
        <c:axPos val="l"/>
        <c:majorGridlines>
          <c:spPr>
            <a:ln xmlns:a="http://schemas.openxmlformats.org/drawingml/2006/main" w="6668">
              <a:solidFill>
                <a:srgbClr val="D5CEC1"/>
              </a:solidFill>
            </a:ln>
          </c:spPr>
        </c:majorGridlines>
        <c:title>
          <c:tx>
            <c:rich>
              <a:bodyPr xmlns:a="http://schemas.openxmlformats.org/drawingml/2006/main"/>
              <a:lstStyle xmlns:a="http://schemas.openxmlformats.org/drawingml/2006/main"/>
              <a:p xmlns:a="http://schemas.openxmlformats.org/drawingml/2006/main">
                <a:r>
                  <a:rPr>
                    <a:latin typeface="Georgia"/>
                    <a:ea typeface="Georgia"/>
                    <a:cs typeface="Georgia"/>
                  </a:rPr>
                  <a:t>Extra CO loss (mdB)</a:t>
                </a:r>
              </a:p>
            </c:rich>
          </c:tx>
          <c:overlay val="0"/>
          <c:txPr>
            <a:bodyPr xmlns:a="http://schemas.openxmlformats.org/drawingml/2006/main" anchorCtr="1"/>
            <a:lstStyle xmlns:a="http://schemas.openxmlformats.org/drawingml/2006/main"/>
            <a:p xmlns:a="http://schemas.openxmlformats.org/drawingml/2006/main">
              <a:pPr>
                <a:defRPr>
                  <a:latin typeface="Georgia"/>
                  <a:ea typeface="Georgia"/>
                  <a:cs typeface="Georgia"/>
                </a:defRPr>
              </a:pPr>
            </a:p>
          </c:txPr>
        </c:title>
        <c:numFmt formatCode="0.0"/>
        <c:majorTickMark val="none"/>
        <c:minorTickMark val="none"/>
        <c:spPr>
          <a:ln xmlns:a="http://schemas.openxmlformats.org/drawingml/2006/main" w="9525">
            <a:solidFill>
              <a:srgbClr val="6E6A61"/>
            </a:solidFill>
          </a:ln>
        </c:spPr>
        <c:txPr>
          <a:bodyPr xmlns:a="http://schemas.openxmlformats.org/drawingml/2006/main" anchorCtr="1"/>
          <a:lstStyle xmlns:a="http://schemas.openxmlformats.org/drawingml/2006/main"/>
          <a:p xmlns:a="http://schemas.openxmlformats.org/drawingml/2006/main">
            <a:pPr>
              <a:defRPr sz="1500">
                <a:solidFill>
                  <a:srgbClr val="242421"/>
                </a:solidFill>
                <a:latin typeface="Georgia"/>
                <a:ea typeface="Georgia"/>
                <a:cs typeface="Georgia"/>
              </a:defRPr>
            </a:pPr>
          </a:p>
        </c:txPr>
        <c:crossAx val="48650112"/>
        <c:majorUnit val="0.3"/>
      </c:valAx>
      <c:valAx>
        <c:axId val="48650112"/>
        <c:scaling>
          <c:orientation val="minMax"/>
          <c:max val="1000"/>
          <c:min val="60"/>
        </c:scaling>
        <c:delete val="0"/>
        <c:axPos val="b"/>
        <c:title>
          <c:tx>
            <c:rich>
              <a:bodyPr xmlns:a="http://schemas.openxmlformats.org/drawingml/2006/main"/>
              <a:lstStyle xmlns:a="http://schemas.openxmlformats.org/drawingml/2006/main"/>
              <a:p xmlns:a="http://schemas.openxmlformats.org/drawingml/2006/main">
                <a:r>
                  <a:rPr>
                    <a:latin typeface="Georgia"/>
                    <a:ea typeface="Georgia"/>
                    <a:cs typeface="Georgia"/>
                  </a:rPr>
                  <a:t>Frequency (GHz)</a:t>
                </a:r>
              </a:p>
            </c:rich>
          </c:tx>
          <c:overlay val="0"/>
          <c:txPr>
            <a:bodyPr xmlns:a="http://schemas.openxmlformats.org/drawingml/2006/main" anchorCtr="1"/>
            <a:lstStyle xmlns:a="http://schemas.openxmlformats.org/drawingml/2006/main"/>
            <a:p xmlns:a="http://schemas.openxmlformats.org/drawingml/2006/main">
              <a:pPr>
                <a:defRPr>
                  <a:latin typeface="Georgia"/>
                  <a:ea typeface="Georgia"/>
                  <a:cs typeface="Georgia"/>
                </a:defRPr>
              </a:pPr>
            </a:p>
          </c:txPr>
        </c:title>
        <c:numFmt formatCode="0"/>
        <c:majorTickMark val="none"/>
        <c:minorTickMark val="none"/>
        <c:spPr>
          <a:ln xmlns:a="http://schemas.openxmlformats.org/drawingml/2006/main" w="9525">
            <a:solidFill>
              <a:srgbClr val="6E6A61"/>
            </a:solidFill>
          </a:ln>
        </c:spPr>
        <c:txPr>
          <a:bodyPr xmlns:a="http://schemas.openxmlformats.org/drawingml/2006/main" anchorCtr="1"/>
          <a:lstStyle xmlns:a="http://schemas.openxmlformats.org/drawingml/2006/main"/>
          <a:p xmlns:a="http://schemas.openxmlformats.org/drawingml/2006/main">
            <a:pPr>
              <a:defRPr sz="1500">
                <a:solidFill>
                  <a:srgbClr val="242421"/>
                </a:solidFill>
                <a:latin typeface="Georgia"/>
                <a:ea typeface="Georgia"/>
                <a:cs typeface="Georgia"/>
              </a:defRPr>
            </a:pPr>
          </a:p>
        </c:txPr>
        <c:crossAx val="48672768"/>
        <c:majorUnit val="100"/>
      </c:valAx>
      <c:spPr>
        <a:solidFill xmlns:a="http://schemas.openxmlformats.org/drawingml/2006/main">
          <a:srgbClr val="F4F0E8"/>
        </a:solidFill>
        <a:ln xmlns:a="http://schemas.openxmlformats.org/drawingml/2006/main" w="0">
          <a:noFill/>
        </a:ln>
      </c:spPr>
    </c:plotArea>
    <c:plotVisOnly val="1"/>
  </c:chart>
  <c:spPr>
    <a:solidFill xmlns:a="http://schemas.openxmlformats.org/drawingml/2006/main">
      <a:srgbClr val="F4F0E8"/>
    </a:solidFill>
    <a:ln xmlns:a="http://schemas.openxmlformats.org/drawingml/2006/main" w="0">
      <a:noFill/>
    </a:ln>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plotArea>
      <c:scatterChart>
        <c:scatterStyle val="line"/>
        <c:varyColors val="0"/>
        <c:ser>
          <c:idx val="0"/>
          <c:order val="0"/>
          <c:tx>
            <c:v>115.271 GHz</c:v>
          </c:tx>
          <c:spPr>
            <a:ln xmlns:a="http://schemas.openxmlformats.org/drawingml/2006/main" w="28575">
              <a:solidFill>
                <a:srgbClr val="242421"/>
              </a:solidFill>
            </a:ln>
          </c:spPr>
          <c:marker>
            <c:symbol val="none"/>
          </c:marker>
          <c:xVal>
            <c:numRef>
              <c:f>'Chart Data'!$A$2:$A$201</c:f>
              <c:numCache>
                <c:formatCode>General</c:formatCode>
                <c:ptCount val="20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pt idx="100">
                  <c:v>101</c:v>
                </c:pt>
                <c:pt idx="101">
                  <c:v>102</c:v>
                </c:pt>
                <c:pt idx="102">
                  <c:v>103</c:v>
                </c:pt>
                <c:pt idx="103">
                  <c:v>104</c:v>
                </c:pt>
                <c:pt idx="104">
                  <c:v>105</c:v>
                </c:pt>
                <c:pt idx="105">
                  <c:v>106</c:v>
                </c:pt>
                <c:pt idx="106">
                  <c:v>107</c:v>
                </c:pt>
                <c:pt idx="107">
                  <c:v>108</c:v>
                </c:pt>
                <c:pt idx="108">
                  <c:v>109</c:v>
                </c:pt>
                <c:pt idx="109">
                  <c:v>110</c:v>
                </c:pt>
                <c:pt idx="110">
                  <c:v>111</c:v>
                </c:pt>
                <c:pt idx="111">
                  <c:v>112</c:v>
                </c:pt>
                <c:pt idx="112">
                  <c:v>113</c:v>
                </c:pt>
                <c:pt idx="113">
                  <c:v>114</c:v>
                </c:pt>
                <c:pt idx="114">
                  <c:v>115</c:v>
                </c:pt>
                <c:pt idx="115">
                  <c:v>116</c:v>
                </c:pt>
                <c:pt idx="116">
                  <c:v>117</c:v>
                </c:pt>
                <c:pt idx="117">
                  <c:v>118</c:v>
                </c:pt>
                <c:pt idx="118">
                  <c:v>119</c:v>
                </c:pt>
                <c:pt idx="119">
                  <c:v>120</c:v>
                </c:pt>
                <c:pt idx="120">
                  <c:v>121</c:v>
                </c:pt>
                <c:pt idx="121">
                  <c:v>122</c:v>
                </c:pt>
                <c:pt idx="122">
                  <c:v>123</c:v>
                </c:pt>
                <c:pt idx="123">
                  <c:v>124</c:v>
                </c:pt>
                <c:pt idx="124">
                  <c:v>125</c:v>
                </c:pt>
                <c:pt idx="125">
                  <c:v>126</c:v>
                </c:pt>
                <c:pt idx="126">
                  <c:v>127</c:v>
                </c:pt>
                <c:pt idx="127">
                  <c:v>128</c:v>
                </c:pt>
                <c:pt idx="128">
                  <c:v>129</c:v>
                </c:pt>
                <c:pt idx="129">
                  <c:v>130</c:v>
                </c:pt>
                <c:pt idx="130">
                  <c:v>131</c:v>
                </c:pt>
                <c:pt idx="131">
                  <c:v>132</c:v>
                </c:pt>
                <c:pt idx="132">
                  <c:v>133</c:v>
                </c:pt>
                <c:pt idx="133">
                  <c:v>134</c:v>
                </c:pt>
                <c:pt idx="134">
                  <c:v>135</c:v>
                </c:pt>
                <c:pt idx="135">
                  <c:v>136</c:v>
                </c:pt>
                <c:pt idx="136">
                  <c:v>137</c:v>
                </c:pt>
                <c:pt idx="137">
                  <c:v>138</c:v>
                </c:pt>
                <c:pt idx="138">
                  <c:v>139</c:v>
                </c:pt>
                <c:pt idx="139">
                  <c:v>140</c:v>
                </c:pt>
                <c:pt idx="140">
                  <c:v>141</c:v>
                </c:pt>
                <c:pt idx="141">
                  <c:v>142</c:v>
                </c:pt>
                <c:pt idx="142">
                  <c:v>143</c:v>
                </c:pt>
                <c:pt idx="143">
                  <c:v>144</c:v>
                </c:pt>
                <c:pt idx="144">
                  <c:v>145</c:v>
                </c:pt>
                <c:pt idx="145">
                  <c:v>146</c:v>
                </c:pt>
                <c:pt idx="146">
                  <c:v>147</c:v>
                </c:pt>
                <c:pt idx="147">
                  <c:v>148</c:v>
                </c:pt>
                <c:pt idx="148">
                  <c:v>149</c:v>
                </c:pt>
                <c:pt idx="149">
                  <c:v>150</c:v>
                </c:pt>
                <c:pt idx="150">
                  <c:v>151</c:v>
                </c:pt>
                <c:pt idx="151">
                  <c:v>152</c:v>
                </c:pt>
                <c:pt idx="152">
                  <c:v>153</c:v>
                </c:pt>
                <c:pt idx="153">
                  <c:v>154</c:v>
                </c:pt>
                <c:pt idx="154">
                  <c:v>155</c:v>
                </c:pt>
                <c:pt idx="155">
                  <c:v>156</c:v>
                </c:pt>
                <c:pt idx="156">
                  <c:v>157</c:v>
                </c:pt>
                <c:pt idx="157">
                  <c:v>158</c:v>
                </c:pt>
                <c:pt idx="158">
                  <c:v>159</c:v>
                </c:pt>
                <c:pt idx="159">
                  <c:v>160</c:v>
                </c:pt>
                <c:pt idx="160">
                  <c:v>161</c:v>
                </c:pt>
                <c:pt idx="161">
                  <c:v>162</c:v>
                </c:pt>
                <c:pt idx="162">
                  <c:v>163</c:v>
                </c:pt>
                <c:pt idx="163">
                  <c:v>164</c:v>
                </c:pt>
                <c:pt idx="164">
                  <c:v>165</c:v>
                </c:pt>
                <c:pt idx="165">
                  <c:v>166</c:v>
                </c:pt>
                <c:pt idx="166">
                  <c:v>167</c:v>
                </c:pt>
                <c:pt idx="167">
                  <c:v>168</c:v>
                </c:pt>
                <c:pt idx="168">
                  <c:v>169</c:v>
                </c:pt>
                <c:pt idx="169">
                  <c:v>170</c:v>
                </c:pt>
                <c:pt idx="170">
                  <c:v>171</c:v>
                </c:pt>
                <c:pt idx="171">
                  <c:v>172</c:v>
                </c:pt>
                <c:pt idx="172">
                  <c:v>173</c:v>
                </c:pt>
                <c:pt idx="173">
                  <c:v>174</c:v>
                </c:pt>
                <c:pt idx="174">
                  <c:v>175</c:v>
                </c:pt>
                <c:pt idx="175">
                  <c:v>176</c:v>
                </c:pt>
                <c:pt idx="176">
                  <c:v>177</c:v>
                </c:pt>
                <c:pt idx="177">
                  <c:v>178</c:v>
                </c:pt>
                <c:pt idx="178">
                  <c:v>179</c:v>
                </c:pt>
                <c:pt idx="179">
                  <c:v>180</c:v>
                </c:pt>
                <c:pt idx="180">
                  <c:v>181</c:v>
                </c:pt>
                <c:pt idx="181">
                  <c:v>182</c:v>
                </c:pt>
                <c:pt idx="182">
                  <c:v>183</c:v>
                </c:pt>
                <c:pt idx="183">
                  <c:v>184</c:v>
                </c:pt>
                <c:pt idx="184">
                  <c:v>185</c:v>
                </c:pt>
                <c:pt idx="185">
                  <c:v>186</c:v>
                </c:pt>
                <c:pt idx="186">
                  <c:v>187</c:v>
                </c:pt>
                <c:pt idx="187">
                  <c:v>188</c:v>
                </c:pt>
                <c:pt idx="188">
                  <c:v>189</c:v>
                </c:pt>
                <c:pt idx="189">
                  <c:v>190</c:v>
                </c:pt>
                <c:pt idx="190">
                  <c:v>191</c:v>
                </c:pt>
                <c:pt idx="191">
                  <c:v>192</c:v>
                </c:pt>
                <c:pt idx="192">
                  <c:v>193</c:v>
                </c:pt>
                <c:pt idx="193">
                  <c:v>194</c:v>
                </c:pt>
                <c:pt idx="194">
                  <c:v>195</c:v>
                </c:pt>
                <c:pt idx="195">
                  <c:v>196</c:v>
                </c:pt>
                <c:pt idx="196">
                  <c:v>197</c:v>
                </c:pt>
                <c:pt idx="197">
                  <c:v>198</c:v>
                </c:pt>
                <c:pt idx="198">
                  <c:v>199</c:v>
                </c:pt>
                <c:pt idx="199">
                  <c:v>200</c:v>
                </c:pt>
              </c:numCache>
            </c:numRef>
          </c:xVal>
          <c:yVal>
            <c:numRef>
              <c:f>'Chart Data'!$B$2:$B$201</c:f>
              <c:numCache>
                <c:formatCode>0</c:formatCode>
                <c:ptCount val="200"/>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0.14448631151142</c:v>
                </c:pt>
                <c:pt idx="21">
                  <c:v>0.28897262302283</c:v>
                </c:pt>
                <c:pt idx="22">
                  <c:v>0.43345893453425</c:v>
                </c:pt>
                <c:pt idx="23">
                  <c:v>0.57794524604567</c:v>
                </c:pt>
                <c:pt idx="24">
                  <c:v>0.72243155755708</c:v>
                </c:pt>
                <c:pt idx="25">
                  <c:v>0.8669178690685</c:v>
                </c:pt>
                <c:pt idx="26">
                  <c:v>1.0114041805799</c:v>
                </c:pt>
                <c:pt idx="27">
                  <c:v>1.1558904920913</c:v>
                </c:pt>
                <c:pt idx="28">
                  <c:v>1.3003768036028</c:v>
                </c:pt>
                <c:pt idx="29">
                  <c:v>1.4448631151142</c:v>
                </c:pt>
                <c:pt idx="30">
                  <c:v>1.5893494266256</c:v>
                </c:pt>
                <c:pt idx="31">
                  <c:v>1.733835738137</c:v>
                </c:pt>
                <c:pt idx="32">
                  <c:v>1.8783220496484</c:v>
                </c:pt>
                <c:pt idx="33">
                  <c:v>2.0228083611598</c:v>
                </c:pt>
                <c:pt idx="34">
                  <c:v>2.1672946726713</c:v>
                </c:pt>
                <c:pt idx="35">
                  <c:v>2.3117809841827</c:v>
                </c:pt>
                <c:pt idx="36">
                  <c:v>2.4562672956941</c:v>
                </c:pt>
                <c:pt idx="37">
                  <c:v>2.6007536072055</c:v>
                </c:pt>
                <c:pt idx="38">
                  <c:v>2.7452399187169</c:v>
                </c:pt>
                <c:pt idx="39">
                  <c:v>2.8897262302283</c:v>
                </c:pt>
                <c:pt idx="40">
                  <c:v>2.8897262302283</c:v>
                </c:pt>
                <c:pt idx="41">
                  <c:v>2.8897262302283</c:v>
                </c:pt>
                <c:pt idx="42">
                  <c:v>2.8897262302283</c:v>
                </c:pt>
                <c:pt idx="43">
                  <c:v>2.8897262302283</c:v>
                </c:pt>
                <c:pt idx="44">
                  <c:v>2.8897262302283</c:v>
                </c:pt>
                <c:pt idx="45">
                  <c:v>2.8897262302283</c:v>
                </c:pt>
                <c:pt idx="46">
                  <c:v>2.8897262302283</c:v>
                </c:pt>
                <c:pt idx="47">
                  <c:v>2.8897262302283</c:v>
                </c:pt>
                <c:pt idx="48">
                  <c:v>2.8897262302283</c:v>
                </c:pt>
                <c:pt idx="49">
                  <c:v>2.8897262302283</c:v>
                </c:pt>
                <c:pt idx="50">
                  <c:v>2.8897262302283</c:v>
                </c:pt>
                <c:pt idx="51">
                  <c:v>2.8897262302283</c:v>
                </c:pt>
                <c:pt idx="52">
                  <c:v>2.8897262302283</c:v>
                </c:pt>
                <c:pt idx="53">
                  <c:v>2.8897262302283</c:v>
                </c:pt>
                <c:pt idx="54">
                  <c:v>2.8897262302283</c:v>
                </c:pt>
                <c:pt idx="55">
                  <c:v>2.8897262302283</c:v>
                </c:pt>
                <c:pt idx="56">
                  <c:v>2.8897262302283</c:v>
                </c:pt>
                <c:pt idx="57">
                  <c:v>2.8897262302283</c:v>
                </c:pt>
                <c:pt idx="58">
                  <c:v>2.8897262302283</c:v>
                </c:pt>
                <c:pt idx="59">
                  <c:v>2.8897262302283</c:v>
                </c:pt>
                <c:pt idx="60">
                  <c:v>2.8897262302283</c:v>
                </c:pt>
                <c:pt idx="61">
                  <c:v>2.8897262302283</c:v>
                </c:pt>
                <c:pt idx="62">
                  <c:v>2.8897262302283</c:v>
                </c:pt>
                <c:pt idx="63">
                  <c:v>2.8897262302283</c:v>
                </c:pt>
                <c:pt idx="64">
                  <c:v>2.8897262302283</c:v>
                </c:pt>
                <c:pt idx="65">
                  <c:v>2.8897262302283</c:v>
                </c:pt>
                <c:pt idx="66">
                  <c:v>2.8897262302283</c:v>
                </c:pt>
                <c:pt idx="67">
                  <c:v>2.8897262302283</c:v>
                </c:pt>
                <c:pt idx="68">
                  <c:v>2.8897262302283</c:v>
                </c:pt>
                <c:pt idx="69">
                  <c:v>2.8897262302283</c:v>
                </c:pt>
                <c:pt idx="70">
                  <c:v>2.8897262302283</c:v>
                </c:pt>
                <c:pt idx="71">
                  <c:v>2.8897262302283</c:v>
                </c:pt>
                <c:pt idx="72">
                  <c:v>2.8897262302283</c:v>
                </c:pt>
                <c:pt idx="73">
                  <c:v>2.8897262302283</c:v>
                </c:pt>
                <c:pt idx="74">
                  <c:v>2.8897262302283</c:v>
                </c:pt>
                <c:pt idx="75">
                  <c:v>2.8897262302283</c:v>
                </c:pt>
                <c:pt idx="76">
                  <c:v>2.8897262302283</c:v>
                </c:pt>
                <c:pt idx="77">
                  <c:v>2.8897262302283</c:v>
                </c:pt>
                <c:pt idx="78">
                  <c:v>2.8897262302283</c:v>
                </c:pt>
                <c:pt idx="79">
                  <c:v>2.8897262302283</c:v>
                </c:pt>
                <c:pt idx="80">
                  <c:v>2.8897262302283</c:v>
                </c:pt>
                <c:pt idx="81">
                  <c:v>2.8897262302283</c:v>
                </c:pt>
                <c:pt idx="82">
                  <c:v>2.8897262302283</c:v>
                </c:pt>
                <c:pt idx="83">
                  <c:v>2.8897262302283</c:v>
                </c:pt>
                <c:pt idx="84">
                  <c:v>2.8897262302283</c:v>
                </c:pt>
                <c:pt idx="85">
                  <c:v>2.8897262302283</c:v>
                </c:pt>
                <c:pt idx="86">
                  <c:v>2.8897262302283</c:v>
                </c:pt>
                <c:pt idx="87">
                  <c:v>2.8897262302283</c:v>
                </c:pt>
                <c:pt idx="88">
                  <c:v>2.8897262302283</c:v>
                </c:pt>
                <c:pt idx="89">
                  <c:v>2.8897262302283</c:v>
                </c:pt>
                <c:pt idx="90">
                  <c:v>2.8897262302283</c:v>
                </c:pt>
                <c:pt idx="91">
                  <c:v>2.8897262302283</c:v>
                </c:pt>
                <c:pt idx="92">
                  <c:v>2.8897262302283</c:v>
                </c:pt>
                <c:pt idx="93">
                  <c:v>2.8897262302283</c:v>
                </c:pt>
                <c:pt idx="94">
                  <c:v>2.8897262302283</c:v>
                </c:pt>
                <c:pt idx="95">
                  <c:v>2.8897262302283</c:v>
                </c:pt>
                <c:pt idx="96">
                  <c:v>2.8897262302283</c:v>
                </c:pt>
                <c:pt idx="97">
                  <c:v>2.8897262302283</c:v>
                </c:pt>
                <c:pt idx="98">
                  <c:v>2.8897262302283</c:v>
                </c:pt>
                <c:pt idx="99">
                  <c:v>2.8897262302283</c:v>
                </c:pt>
                <c:pt idx="100">
                  <c:v>2.8897262302283</c:v>
                </c:pt>
                <c:pt idx="101">
                  <c:v>2.8897262302283</c:v>
                </c:pt>
                <c:pt idx="102">
                  <c:v>2.8897262302283</c:v>
                </c:pt>
                <c:pt idx="103">
                  <c:v>2.8897262302283</c:v>
                </c:pt>
                <c:pt idx="104">
                  <c:v>2.8897262302283</c:v>
                </c:pt>
                <c:pt idx="105">
                  <c:v>2.8897262302283</c:v>
                </c:pt>
                <c:pt idx="106">
                  <c:v>2.8897262302283</c:v>
                </c:pt>
                <c:pt idx="107">
                  <c:v>2.8897262302283</c:v>
                </c:pt>
                <c:pt idx="108">
                  <c:v>2.8897262302283</c:v>
                </c:pt>
                <c:pt idx="109">
                  <c:v>2.8897262302283</c:v>
                </c:pt>
                <c:pt idx="110">
                  <c:v>2.8897262302283</c:v>
                </c:pt>
                <c:pt idx="111">
                  <c:v>2.8897262302283</c:v>
                </c:pt>
                <c:pt idx="112">
                  <c:v>2.8897262302283</c:v>
                </c:pt>
                <c:pt idx="113">
                  <c:v>2.8897262302283</c:v>
                </c:pt>
                <c:pt idx="114">
                  <c:v>2.8897262302283</c:v>
                </c:pt>
                <c:pt idx="115">
                  <c:v>2.8897262302283</c:v>
                </c:pt>
                <c:pt idx="116">
                  <c:v>2.8897262302283</c:v>
                </c:pt>
                <c:pt idx="117">
                  <c:v>2.8897262302283</c:v>
                </c:pt>
                <c:pt idx="118">
                  <c:v>2.8897262302283</c:v>
                </c:pt>
                <c:pt idx="119">
                  <c:v>2.8897262302283</c:v>
                </c:pt>
                <c:pt idx="120">
                  <c:v>2.8897262302283</c:v>
                </c:pt>
                <c:pt idx="121">
                  <c:v>2.8897262302283</c:v>
                </c:pt>
                <c:pt idx="122">
                  <c:v>2.8897262302283</c:v>
                </c:pt>
                <c:pt idx="123">
                  <c:v>2.8897262302283</c:v>
                </c:pt>
                <c:pt idx="124">
                  <c:v>2.8897262302283</c:v>
                </c:pt>
                <c:pt idx="125">
                  <c:v>2.8897262302283</c:v>
                </c:pt>
                <c:pt idx="126">
                  <c:v>2.8897262302283</c:v>
                </c:pt>
                <c:pt idx="127">
                  <c:v>2.8897262302283</c:v>
                </c:pt>
                <c:pt idx="128">
                  <c:v>2.8897262302283</c:v>
                </c:pt>
                <c:pt idx="129">
                  <c:v>2.8897262302283</c:v>
                </c:pt>
                <c:pt idx="130">
                  <c:v>2.8897262302283</c:v>
                </c:pt>
                <c:pt idx="131">
                  <c:v>2.8897262302283</c:v>
                </c:pt>
                <c:pt idx="132">
                  <c:v>2.8897262302283</c:v>
                </c:pt>
                <c:pt idx="133">
                  <c:v>2.8897262302283</c:v>
                </c:pt>
                <c:pt idx="134">
                  <c:v>2.8897262302283</c:v>
                </c:pt>
                <c:pt idx="135">
                  <c:v>2.8897262302283</c:v>
                </c:pt>
                <c:pt idx="136">
                  <c:v>2.8897262302283</c:v>
                </c:pt>
                <c:pt idx="137">
                  <c:v>2.8897262302283</c:v>
                </c:pt>
                <c:pt idx="138">
                  <c:v>2.8897262302283</c:v>
                </c:pt>
                <c:pt idx="139">
                  <c:v>2.8897262302283</c:v>
                </c:pt>
                <c:pt idx="140">
                  <c:v>2.8897262302283</c:v>
                </c:pt>
                <c:pt idx="141">
                  <c:v>2.8897262302283</c:v>
                </c:pt>
                <c:pt idx="142">
                  <c:v>2.8897262302283</c:v>
                </c:pt>
                <c:pt idx="143">
                  <c:v>2.8897262302283</c:v>
                </c:pt>
                <c:pt idx="144">
                  <c:v>2.8897262302283</c:v>
                </c:pt>
                <c:pt idx="145">
                  <c:v>2.8897262302283</c:v>
                </c:pt>
                <c:pt idx="146">
                  <c:v>2.8897262302283</c:v>
                </c:pt>
                <c:pt idx="147">
                  <c:v>2.8897262302283</c:v>
                </c:pt>
                <c:pt idx="148">
                  <c:v>2.8897262302283</c:v>
                </c:pt>
                <c:pt idx="149">
                  <c:v>2.8897262302283</c:v>
                </c:pt>
                <c:pt idx="150">
                  <c:v>2.8897262302283</c:v>
                </c:pt>
                <c:pt idx="151">
                  <c:v>2.8897262302283</c:v>
                </c:pt>
                <c:pt idx="152">
                  <c:v>2.8897262302283</c:v>
                </c:pt>
                <c:pt idx="153">
                  <c:v>2.8897262302283</c:v>
                </c:pt>
                <c:pt idx="154">
                  <c:v>2.8897262302283</c:v>
                </c:pt>
                <c:pt idx="155">
                  <c:v>2.8897262302283</c:v>
                </c:pt>
                <c:pt idx="156">
                  <c:v>2.8897262302283</c:v>
                </c:pt>
                <c:pt idx="157">
                  <c:v>2.8897262302283</c:v>
                </c:pt>
                <c:pt idx="158">
                  <c:v>2.8897262302283</c:v>
                </c:pt>
                <c:pt idx="159">
                  <c:v>2.8897262302283</c:v>
                </c:pt>
                <c:pt idx="160">
                  <c:v>2.8897262302283</c:v>
                </c:pt>
                <c:pt idx="161">
                  <c:v>2.8897262302283</c:v>
                </c:pt>
                <c:pt idx="162">
                  <c:v>2.8897262302283</c:v>
                </c:pt>
                <c:pt idx="163">
                  <c:v>2.8897262302283</c:v>
                </c:pt>
                <c:pt idx="164">
                  <c:v>2.8897262302283</c:v>
                </c:pt>
                <c:pt idx="165">
                  <c:v>2.8897262302283</c:v>
                </c:pt>
                <c:pt idx="166">
                  <c:v>2.8897262302283</c:v>
                </c:pt>
                <c:pt idx="167">
                  <c:v>2.8897262302283</c:v>
                </c:pt>
                <c:pt idx="168">
                  <c:v>2.8897262302283</c:v>
                </c:pt>
                <c:pt idx="169">
                  <c:v>2.8897262302283</c:v>
                </c:pt>
                <c:pt idx="170">
                  <c:v>2.8897262302283</c:v>
                </c:pt>
                <c:pt idx="171">
                  <c:v>2.8897262302283</c:v>
                </c:pt>
                <c:pt idx="172">
                  <c:v>2.8897262302283</c:v>
                </c:pt>
                <c:pt idx="173">
                  <c:v>2.8897262302283</c:v>
                </c:pt>
                <c:pt idx="174">
                  <c:v>2.8897262302283</c:v>
                </c:pt>
                <c:pt idx="175">
                  <c:v>2.8897262302283</c:v>
                </c:pt>
                <c:pt idx="176">
                  <c:v>2.8897262302283</c:v>
                </c:pt>
                <c:pt idx="177">
                  <c:v>2.8897262302283</c:v>
                </c:pt>
                <c:pt idx="178">
                  <c:v>2.8897262302283</c:v>
                </c:pt>
                <c:pt idx="179">
                  <c:v>2.8897262302283</c:v>
                </c:pt>
                <c:pt idx="180">
                  <c:v>2.8897262302283</c:v>
                </c:pt>
                <c:pt idx="181">
                  <c:v>2.8897262302283</c:v>
                </c:pt>
                <c:pt idx="182">
                  <c:v>2.8897262302283</c:v>
                </c:pt>
                <c:pt idx="183">
                  <c:v>2.8897262302283</c:v>
                </c:pt>
                <c:pt idx="184">
                  <c:v>2.8897262302283</c:v>
                </c:pt>
                <c:pt idx="185">
                  <c:v>2.8897262302283</c:v>
                </c:pt>
                <c:pt idx="186">
                  <c:v>2.8897262302283</c:v>
                </c:pt>
                <c:pt idx="187">
                  <c:v>2.8897262302283</c:v>
                </c:pt>
                <c:pt idx="188">
                  <c:v>2.8897262302283</c:v>
                </c:pt>
                <c:pt idx="189">
                  <c:v>2.8897262302283</c:v>
                </c:pt>
                <c:pt idx="190">
                  <c:v>2.8897262302283</c:v>
                </c:pt>
                <c:pt idx="191">
                  <c:v>2.8897262302283</c:v>
                </c:pt>
                <c:pt idx="192">
                  <c:v>2.8897262302283</c:v>
                </c:pt>
                <c:pt idx="193">
                  <c:v>2.8897262302283</c:v>
                </c:pt>
                <c:pt idx="194">
                  <c:v>2.8897262302283</c:v>
                </c:pt>
                <c:pt idx="195">
                  <c:v>2.8897262302283</c:v>
                </c:pt>
                <c:pt idx="196">
                  <c:v>2.8897262302283</c:v>
                </c:pt>
                <c:pt idx="197">
                  <c:v>2.8897262302283</c:v>
                </c:pt>
                <c:pt idx="198">
                  <c:v>2.8897262302283</c:v>
                </c:pt>
                <c:pt idx="199">
                  <c:v>2.8897262302283</c:v>
                </c:pt>
              </c:numCache>
            </c:numRef>
          </c:yVal>
        </c:ser>
        <c:ser>
          <c:idx val="1"/>
          <c:order val="1"/>
          <c:tx>
            <c:v>230.538 GHz</c:v>
          </c:tx>
          <c:spPr>
            <a:ln xmlns:a="http://schemas.openxmlformats.org/drawingml/2006/main" w="28575">
              <a:solidFill>
                <a:srgbClr val="B4472B"/>
              </a:solidFill>
            </a:ln>
          </c:spPr>
          <c:marker>
            <c:symbol val="none"/>
          </c:marker>
          <c:xVal>
            <c:numRef>
              <c:f>'Chart Data'!$C$2:$C$201</c:f>
              <c:numCache>
                <c:formatCode>General</c:formatCode>
                <c:ptCount val="20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pt idx="100">
                  <c:v>101</c:v>
                </c:pt>
                <c:pt idx="101">
                  <c:v>102</c:v>
                </c:pt>
                <c:pt idx="102">
                  <c:v>103</c:v>
                </c:pt>
                <c:pt idx="103">
                  <c:v>104</c:v>
                </c:pt>
                <c:pt idx="104">
                  <c:v>105</c:v>
                </c:pt>
                <c:pt idx="105">
                  <c:v>106</c:v>
                </c:pt>
                <c:pt idx="106">
                  <c:v>107</c:v>
                </c:pt>
                <c:pt idx="107">
                  <c:v>108</c:v>
                </c:pt>
                <c:pt idx="108">
                  <c:v>109</c:v>
                </c:pt>
                <c:pt idx="109">
                  <c:v>110</c:v>
                </c:pt>
                <c:pt idx="110">
                  <c:v>111</c:v>
                </c:pt>
                <c:pt idx="111">
                  <c:v>112</c:v>
                </c:pt>
                <c:pt idx="112">
                  <c:v>113</c:v>
                </c:pt>
                <c:pt idx="113">
                  <c:v>114</c:v>
                </c:pt>
                <c:pt idx="114">
                  <c:v>115</c:v>
                </c:pt>
                <c:pt idx="115">
                  <c:v>116</c:v>
                </c:pt>
                <c:pt idx="116">
                  <c:v>117</c:v>
                </c:pt>
                <c:pt idx="117">
                  <c:v>118</c:v>
                </c:pt>
                <c:pt idx="118">
                  <c:v>119</c:v>
                </c:pt>
                <c:pt idx="119">
                  <c:v>120</c:v>
                </c:pt>
                <c:pt idx="120">
                  <c:v>121</c:v>
                </c:pt>
                <c:pt idx="121">
                  <c:v>122</c:v>
                </c:pt>
                <c:pt idx="122">
                  <c:v>123</c:v>
                </c:pt>
                <c:pt idx="123">
                  <c:v>124</c:v>
                </c:pt>
                <c:pt idx="124">
                  <c:v>125</c:v>
                </c:pt>
                <c:pt idx="125">
                  <c:v>126</c:v>
                </c:pt>
                <c:pt idx="126">
                  <c:v>127</c:v>
                </c:pt>
                <c:pt idx="127">
                  <c:v>128</c:v>
                </c:pt>
                <c:pt idx="128">
                  <c:v>129</c:v>
                </c:pt>
                <c:pt idx="129">
                  <c:v>130</c:v>
                </c:pt>
                <c:pt idx="130">
                  <c:v>131</c:v>
                </c:pt>
                <c:pt idx="131">
                  <c:v>132</c:v>
                </c:pt>
                <c:pt idx="132">
                  <c:v>133</c:v>
                </c:pt>
                <c:pt idx="133">
                  <c:v>134</c:v>
                </c:pt>
                <c:pt idx="134">
                  <c:v>135</c:v>
                </c:pt>
                <c:pt idx="135">
                  <c:v>136</c:v>
                </c:pt>
                <c:pt idx="136">
                  <c:v>137</c:v>
                </c:pt>
                <c:pt idx="137">
                  <c:v>138</c:v>
                </c:pt>
                <c:pt idx="138">
                  <c:v>139</c:v>
                </c:pt>
                <c:pt idx="139">
                  <c:v>140</c:v>
                </c:pt>
                <c:pt idx="140">
                  <c:v>141</c:v>
                </c:pt>
                <c:pt idx="141">
                  <c:v>142</c:v>
                </c:pt>
                <c:pt idx="142">
                  <c:v>143</c:v>
                </c:pt>
                <c:pt idx="143">
                  <c:v>144</c:v>
                </c:pt>
                <c:pt idx="144">
                  <c:v>145</c:v>
                </c:pt>
                <c:pt idx="145">
                  <c:v>146</c:v>
                </c:pt>
                <c:pt idx="146">
                  <c:v>147</c:v>
                </c:pt>
                <c:pt idx="147">
                  <c:v>148</c:v>
                </c:pt>
                <c:pt idx="148">
                  <c:v>149</c:v>
                </c:pt>
                <c:pt idx="149">
                  <c:v>150</c:v>
                </c:pt>
                <c:pt idx="150">
                  <c:v>151</c:v>
                </c:pt>
                <c:pt idx="151">
                  <c:v>152</c:v>
                </c:pt>
                <c:pt idx="152">
                  <c:v>153</c:v>
                </c:pt>
                <c:pt idx="153">
                  <c:v>154</c:v>
                </c:pt>
                <c:pt idx="154">
                  <c:v>155</c:v>
                </c:pt>
                <c:pt idx="155">
                  <c:v>156</c:v>
                </c:pt>
                <c:pt idx="156">
                  <c:v>157</c:v>
                </c:pt>
                <c:pt idx="157">
                  <c:v>158</c:v>
                </c:pt>
                <c:pt idx="158">
                  <c:v>159</c:v>
                </c:pt>
                <c:pt idx="159">
                  <c:v>160</c:v>
                </c:pt>
                <c:pt idx="160">
                  <c:v>161</c:v>
                </c:pt>
                <c:pt idx="161">
                  <c:v>162</c:v>
                </c:pt>
                <c:pt idx="162">
                  <c:v>163</c:v>
                </c:pt>
                <c:pt idx="163">
                  <c:v>164</c:v>
                </c:pt>
                <c:pt idx="164">
                  <c:v>165</c:v>
                </c:pt>
                <c:pt idx="165">
                  <c:v>166</c:v>
                </c:pt>
                <c:pt idx="166">
                  <c:v>167</c:v>
                </c:pt>
                <c:pt idx="167">
                  <c:v>168</c:v>
                </c:pt>
                <c:pt idx="168">
                  <c:v>169</c:v>
                </c:pt>
                <c:pt idx="169">
                  <c:v>170</c:v>
                </c:pt>
                <c:pt idx="170">
                  <c:v>171</c:v>
                </c:pt>
                <c:pt idx="171">
                  <c:v>172</c:v>
                </c:pt>
                <c:pt idx="172">
                  <c:v>173</c:v>
                </c:pt>
                <c:pt idx="173">
                  <c:v>174</c:v>
                </c:pt>
                <c:pt idx="174">
                  <c:v>175</c:v>
                </c:pt>
                <c:pt idx="175">
                  <c:v>176</c:v>
                </c:pt>
                <c:pt idx="176">
                  <c:v>177</c:v>
                </c:pt>
                <c:pt idx="177">
                  <c:v>178</c:v>
                </c:pt>
                <c:pt idx="178">
                  <c:v>179</c:v>
                </c:pt>
                <c:pt idx="179">
                  <c:v>180</c:v>
                </c:pt>
                <c:pt idx="180">
                  <c:v>181</c:v>
                </c:pt>
                <c:pt idx="181">
                  <c:v>182</c:v>
                </c:pt>
                <c:pt idx="182">
                  <c:v>183</c:v>
                </c:pt>
                <c:pt idx="183">
                  <c:v>184</c:v>
                </c:pt>
                <c:pt idx="184">
                  <c:v>185</c:v>
                </c:pt>
                <c:pt idx="185">
                  <c:v>186</c:v>
                </c:pt>
                <c:pt idx="186">
                  <c:v>187</c:v>
                </c:pt>
                <c:pt idx="187">
                  <c:v>188</c:v>
                </c:pt>
                <c:pt idx="188">
                  <c:v>189</c:v>
                </c:pt>
                <c:pt idx="189">
                  <c:v>190</c:v>
                </c:pt>
                <c:pt idx="190">
                  <c:v>191</c:v>
                </c:pt>
                <c:pt idx="191">
                  <c:v>192</c:v>
                </c:pt>
                <c:pt idx="192">
                  <c:v>193</c:v>
                </c:pt>
                <c:pt idx="193">
                  <c:v>194</c:v>
                </c:pt>
                <c:pt idx="194">
                  <c:v>195</c:v>
                </c:pt>
                <c:pt idx="195">
                  <c:v>196</c:v>
                </c:pt>
                <c:pt idx="196">
                  <c:v>197</c:v>
                </c:pt>
                <c:pt idx="197">
                  <c:v>198</c:v>
                </c:pt>
                <c:pt idx="198">
                  <c:v>199</c:v>
                </c:pt>
                <c:pt idx="199">
                  <c:v>200</c:v>
                </c:pt>
              </c:numCache>
            </c:numRef>
          </c:xVal>
          <c:yVal>
            <c:numRef>
              <c:f>'Chart Data'!$D$2:$D$201</c:f>
              <c:numCache>
                <c:formatCode>0</c:formatCode>
                <c:ptCount val="200"/>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1.1674062882823</c:v>
                </c:pt>
                <c:pt idx="21">
                  <c:v>2.3348125765647</c:v>
                </c:pt>
                <c:pt idx="22">
                  <c:v>3.502218864847</c:v>
                </c:pt>
                <c:pt idx="23">
                  <c:v>4.6696251531294</c:v>
                </c:pt>
                <c:pt idx="24">
                  <c:v>5.8370314414117</c:v>
                </c:pt>
                <c:pt idx="25">
                  <c:v>7.004437729694</c:v>
                </c:pt>
                <c:pt idx="26">
                  <c:v>8.1718440179764</c:v>
                </c:pt>
                <c:pt idx="27">
                  <c:v>9.3392503062587</c:v>
                </c:pt>
                <c:pt idx="28">
                  <c:v>10.506656594541</c:v>
                </c:pt>
                <c:pt idx="29">
                  <c:v>11.674062882823</c:v>
                </c:pt>
                <c:pt idx="30">
                  <c:v>12.841469171106</c:v>
                </c:pt>
                <c:pt idx="31">
                  <c:v>14.008875459388</c:v>
                </c:pt>
                <c:pt idx="32">
                  <c:v>15.17628174767</c:v>
                </c:pt>
                <c:pt idx="33">
                  <c:v>16.343688035953</c:v>
                </c:pt>
                <c:pt idx="34">
                  <c:v>17.511094324235</c:v>
                </c:pt>
                <c:pt idx="35">
                  <c:v>18.678500612517</c:v>
                </c:pt>
                <c:pt idx="36">
                  <c:v>19.8459069008</c:v>
                </c:pt>
                <c:pt idx="37">
                  <c:v>21.013313189082</c:v>
                </c:pt>
                <c:pt idx="38">
                  <c:v>22.180719477364</c:v>
                </c:pt>
                <c:pt idx="39">
                  <c:v>23.348125765647</c:v>
                </c:pt>
                <c:pt idx="40">
                  <c:v>23.348125765647</c:v>
                </c:pt>
                <c:pt idx="41">
                  <c:v>23.348125765647</c:v>
                </c:pt>
                <c:pt idx="42">
                  <c:v>23.348125765647</c:v>
                </c:pt>
                <c:pt idx="43">
                  <c:v>23.348125765647</c:v>
                </c:pt>
                <c:pt idx="44">
                  <c:v>23.348125765647</c:v>
                </c:pt>
                <c:pt idx="45">
                  <c:v>23.348125765647</c:v>
                </c:pt>
                <c:pt idx="46">
                  <c:v>23.348125765647</c:v>
                </c:pt>
                <c:pt idx="47">
                  <c:v>23.348125765647</c:v>
                </c:pt>
                <c:pt idx="48">
                  <c:v>23.348125765647</c:v>
                </c:pt>
                <c:pt idx="49">
                  <c:v>23.348125765647</c:v>
                </c:pt>
                <c:pt idx="50">
                  <c:v>23.348125765647</c:v>
                </c:pt>
                <c:pt idx="51">
                  <c:v>23.348125765647</c:v>
                </c:pt>
                <c:pt idx="52">
                  <c:v>23.348125765647</c:v>
                </c:pt>
                <c:pt idx="53">
                  <c:v>23.348125765647</c:v>
                </c:pt>
                <c:pt idx="54">
                  <c:v>23.348125765647</c:v>
                </c:pt>
                <c:pt idx="55">
                  <c:v>23.348125765647</c:v>
                </c:pt>
                <c:pt idx="56">
                  <c:v>23.348125765647</c:v>
                </c:pt>
                <c:pt idx="57">
                  <c:v>23.348125765647</c:v>
                </c:pt>
                <c:pt idx="58">
                  <c:v>23.348125765647</c:v>
                </c:pt>
                <c:pt idx="59">
                  <c:v>23.348125765647</c:v>
                </c:pt>
                <c:pt idx="60">
                  <c:v>23.348125765647</c:v>
                </c:pt>
                <c:pt idx="61">
                  <c:v>23.348125765647</c:v>
                </c:pt>
                <c:pt idx="62">
                  <c:v>23.348125765647</c:v>
                </c:pt>
                <c:pt idx="63">
                  <c:v>23.348125765647</c:v>
                </c:pt>
                <c:pt idx="64">
                  <c:v>23.348125765647</c:v>
                </c:pt>
                <c:pt idx="65">
                  <c:v>23.348125765647</c:v>
                </c:pt>
                <c:pt idx="66">
                  <c:v>23.348125765647</c:v>
                </c:pt>
                <c:pt idx="67">
                  <c:v>23.348125765647</c:v>
                </c:pt>
                <c:pt idx="68">
                  <c:v>23.348125765647</c:v>
                </c:pt>
                <c:pt idx="69">
                  <c:v>23.348125765647</c:v>
                </c:pt>
                <c:pt idx="70">
                  <c:v>23.348125765647</c:v>
                </c:pt>
                <c:pt idx="71">
                  <c:v>23.348125765647</c:v>
                </c:pt>
                <c:pt idx="72">
                  <c:v>23.348125765647</c:v>
                </c:pt>
                <c:pt idx="73">
                  <c:v>23.348125765647</c:v>
                </c:pt>
                <c:pt idx="74">
                  <c:v>23.348125765647</c:v>
                </c:pt>
                <c:pt idx="75">
                  <c:v>23.348125765647</c:v>
                </c:pt>
                <c:pt idx="76">
                  <c:v>23.348125765647</c:v>
                </c:pt>
                <c:pt idx="77">
                  <c:v>23.348125765647</c:v>
                </c:pt>
                <c:pt idx="78">
                  <c:v>23.348125765647</c:v>
                </c:pt>
                <c:pt idx="79">
                  <c:v>23.348125765647</c:v>
                </c:pt>
                <c:pt idx="80">
                  <c:v>23.348125765647</c:v>
                </c:pt>
                <c:pt idx="81">
                  <c:v>23.348125765647</c:v>
                </c:pt>
                <c:pt idx="82">
                  <c:v>23.348125765647</c:v>
                </c:pt>
                <c:pt idx="83">
                  <c:v>23.348125765647</c:v>
                </c:pt>
                <c:pt idx="84">
                  <c:v>23.348125765647</c:v>
                </c:pt>
                <c:pt idx="85">
                  <c:v>23.348125765647</c:v>
                </c:pt>
                <c:pt idx="86">
                  <c:v>23.348125765647</c:v>
                </c:pt>
                <c:pt idx="87">
                  <c:v>23.348125765647</c:v>
                </c:pt>
                <c:pt idx="88">
                  <c:v>23.348125765647</c:v>
                </c:pt>
                <c:pt idx="89">
                  <c:v>23.348125765647</c:v>
                </c:pt>
                <c:pt idx="90">
                  <c:v>23.348125765647</c:v>
                </c:pt>
                <c:pt idx="91">
                  <c:v>23.348125765647</c:v>
                </c:pt>
                <c:pt idx="92">
                  <c:v>23.348125765647</c:v>
                </c:pt>
                <c:pt idx="93">
                  <c:v>23.348125765647</c:v>
                </c:pt>
                <c:pt idx="94">
                  <c:v>23.348125765647</c:v>
                </c:pt>
                <c:pt idx="95">
                  <c:v>23.348125765647</c:v>
                </c:pt>
                <c:pt idx="96">
                  <c:v>23.348125765647</c:v>
                </c:pt>
                <c:pt idx="97">
                  <c:v>23.348125765647</c:v>
                </c:pt>
                <c:pt idx="98">
                  <c:v>23.348125765647</c:v>
                </c:pt>
                <c:pt idx="99">
                  <c:v>23.348125765647</c:v>
                </c:pt>
                <c:pt idx="100">
                  <c:v>23.348125765647</c:v>
                </c:pt>
                <c:pt idx="101">
                  <c:v>23.348125765647</c:v>
                </c:pt>
                <c:pt idx="102">
                  <c:v>23.348125765647</c:v>
                </c:pt>
                <c:pt idx="103">
                  <c:v>23.348125765647</c:v>
                </c:pt>
                <c:pt idx="104">
                  <c:v>23.348125765647</c:v>
                </c:pt>
                <c:pt idx="105">
                  <c:v>23.348125765647</c:v>
                </c:pt>
                <c:pt idx="106">
                  <c:v>23.348125765647</c:v>
                </c:pt>
                <c:pt idx="107">
                  <c:v>23.348125765647</c:v>
                </c:pt>
                <c:pt idx="108">
                  <c:v>23.348125765647</c:v>
                </c:pt>
                <c:pt idx="109">
                  <c:v>23.348125765647</c:v>
                </c:pt>
                <c:pt idx="110">
                  <c:v>23.348125765647</c:v>
                </c:pt>
                <c:pt idx="111">
                  <c:v>23.348125765647</c:v>
                </c:pt>
                <c:pt idx="112">
                  <c:v>23.348125765647</c:v>
                </c:pt>
                <c:pt idx="113">
                  <c:v>23.348125765647</c:v>
                </c:pt>
                <c:pt idx="114">
                  <c:v>23.348125765647</c:v>
                </c:pt>
                <c:pt idx="115">
                  <c:v>23.348125765647</c:v>
                </c:pt>
                <c:pt idx="116">
                  <c:v>23.348125765647</c:v>
                </c:pt>
                <c:pt idx="117">
                  <c:v>23.348125765647</c:v>
                </c:pt>
                <c:pt idx="118">
                  <c:v>23.348125765647</c:v>
                </c:pt>
                <c:pt idx="119">
                  <c:v>23.348125765647</c:v>
                </c:pt>
                <c:pt idx="120">
                  <c:v>23.348125765647</c:v>
                </c:pt>
                <c:pt idx="121">
                  <c:v>23.348125765647</c:v>
                </c:pt>
                <c:pt idx="122">
                  <c:v>23.348125765647</c:v>
                </c:pt>
                <c:pt idx="123">
                  <c:v>23.348125765647</c:v>
                </c:pt>
                <c:pt idx="124">
                  <c:v>23.348125765647</c:v>
                </c:pt>
                <c:pt idx="125">
                  <c:v>23.348125765647</c:v>
                </c:pt>
                <c:pt idx="126">
                  <c:v>23.348125765647</c:v>
                </c:pt>
                <c:pt idx="127">
                  <c:v>23.348125765647</c:v>
                </c:pt>
                <c:pt idx="128">
                  <c:v>23.348125765647</c:v>
                </c:pt>
                <c:pt idx="129">
                  <c:v>23.348125765647</c:v>
                </c:pt>
                <c:pt idx="130">
                  <c:v>23.348125765647</c:v>
                </c:pt>
                <c:pt idx="131">
                  <c:v>23.348125765647</c:v>
                </c:pt>
                <c:pt idx="132">
                  <c:v>23.348125765647</c:v>
                </c:pt>
                <c:pt idx="133">
                  <c:v>23.348125765647</c:v>
                </c:pt>
                <c:pt idx="134">
                  <c:v>23.348125765647</c:v>
                </c:pt>
                <c:pt idx="135">
                  <c:v>23.348125765647</c:v>
                </c:pt>
                <c:pt idx="136">
                  <c:v>23.348125765647</c:v>
                </c:pt>
                <c:pt idx="137">
                  <c:v>23.348125765647</c:v>
                </c:pt>
                <c:pt idx="138">
                  <c:v>23.348125765647</c:v>
                </c:pt>
                <c:pt idx="139">
                  <c:v>23.348125765647</c:v>
                </c:pt>
                <c:pt idx="140">
                  <c:v>23.348125765647</c:v>
                </c:pt>
                <c:pt idx="141">
                  <c:v>23.348125765647</c:v>
                </c:pt>
                <c:pt idx="142">
                  <c:v>23.348125765647</c:v>
                </c:pt>
                <c:pt idx="143">
                  <c:v>23.348125765647</c:v>
                </c:pt>
                <c:pt idx="144">
                  <c:v>23.348125765647</c:v>
                </c:pt>
                <c:pt idx="145">
                  <c:v>23.348125765647</c:v>
                </c:pt>
                <c:pt idx="146">
                  <c:v>23.348125765647</c:v>
                </c:pt>
                <c:pt idx="147">
                  <c:v>23.348125765647</c:v>
                </c:pt>
                <c:pt idx="148">
                  <c:v>23.348125765647</c:v>
                </c:pt>
                <c:pt idx="149">
                  <c:v>23.348125765647</c:v>
                </c:pt>
                <c:pt idx="150">
                  <c:v>23.348125765647</c:v>
                </c:pt>
                <c:pt idx="151">
                  <c:v>23.348125765647</c:v>
                </c:pt>
                <c:pt idx="152">
                  <c:v>23.348125765647</c:v>
                </c:pt>
                <c:pt idx="153">
                  <c:v>23.348125765647</c:v>
                </c:pt>
                <c:pt idx="154">
                  <c:v>23.348125765647</c:v>
                </c:pt>
                <c:pt idx="155">
                  <c:v>23.348125765647</c:v>
                </c:pt>
                <c:pt idx="156">
                  <c:v>23.348125765647</c:v>
                </c:pt>
                <c:pt idx="157">
                  <c:v>23.348125765647</c:v>
                </c:pt>
                <c:pt idx="158">
                  <c:v>23.348125765647</c:v>
                </c:pt>
                <c:pt idx="159">
                  <c:v>23.348125765647</c:v>
                </c:pt>
                <c:pt idx="160">
                  <c:v>23.348125765647</c:v>
                </c:pt>
                <c:pt idx="161">
                  <c:v>23.348125765647</c:v>
                </c:pt>
                <c:pt idx="162">
                  <c:v>23.348125765647</c:v>
                </c:pt>
                <c:pt idx="163">
                  <c:v>23.348125765647</c:v>
                </c:pt>
                <c:pt idx="164">
                  <c:v>23.348125765647</c:v>
                </c:pt>
                <c:pt idx="165">
                  <c:v>23.348125765647</c:v>
                </c:pt>
                <c:pt idx="166">
                  <c:v>23.348125765647</c:v>
                </c:pt>
                <c:pt idx="167">
                  <c:v>23.348125765647</c:v>
                </c:pt>
                <c:pt idx="168">
                  <c:v>23.348125765647</c:v>
                </c:pt>
                <c:pt idx="169">
                  <c:v>23.348125765647</c:v>
                </c:pt>
                <c:pt idx="170">
                  <c:v>23.348125765647</c:v>
                </c:pt>
                <c:pt idx="171">
                  <c:v>23.348125765647</c:v>
                </c:pt>
                <c:pt idx="172">
                  <c:v>23.348125765647</c:v>
                </c:pt>
                <c:pt idx="173">
                  <c:v>23.348125765647</c:v>
                </c:pt>
                <c:pt idx="174">
                  <c:v>23.348125765647</c:v>
                </c:pt>
                <c:pt idx="175">
                  <c:v>23.348125765647</c:v>
                </c:pt>
                <c:pt idx="176">
                  <c:v>23.348125765647</c:v>
                </c:pt>
                <c:pt idx="177">
                  <c:v>23.348125765647</c:v>
                </c:pt>
                <c:pt idx="178">
                  <c:v>23.348125765647</c:v>
                </c:pt>
                <c:pt idx="179">
                  <c:v>23.348125765647</c:v>
                </c:pt>
                <c:pt idx="180">
                  <c:v>23.348125765647</c:v>
                </c:pt>
                <c:pt idx="181">
                  <c:v>23.348125765647</c:v>
                </c:pt>
                <c:pt idx="182">
                  <c:v>23.348125765647</c:v>
                </c:pt>
                <c:pt idx="183">
                  <c:v>23.348125765647</c:v>
                </c:pt>
                <c:pt idx="184">
                  <c:v>23.348125765647</c:v>
                </c:pt>
                <c:pt idx="185">
                  <c:v>23.348125765647</c:v>
                </c:pt>
                <c:pt idx="186">
                  <c:v>23.348125765647</c:v>
                </c:pt>
                <c:pt idx="187">
                  <c:v>23.348125765647</c:v>
                </c:pt>
                <c:pt idx="188">
                  <c:v>23.348125765647</c:v>
                </c:pt>
                <c:pt idx="189">
                  <c:v>23.348125765647</c:v>
                </c:pt>
                <c:pt idx="190">
                  <c:v>23.348125765647</c:v>
                </c:pt>
                <c:pt idx="191">
                  <c:v>23.348125765647</c:v>
                </c:pt>
                <c:pt idx="192">
                  <c:v>23.348125765647</c:v>
                </c:pt>
                <c:pt idx="193">
                  <c:v>23.348125765647</c:v>
                </c:pt>
                <c:pt idx="194">
                  <c:v>23.348125765647</c:v>
                </c:pt>
                <c:pt idx="195">
                  <c:v>23.348125765647</c:v>
                </c:pt>
                <c:pt idx="196">
                  <c:v>23.348125765647</c:v>
                </c:pt>
                <c:pt idx="197">
                  <c:v>23.348125765647</c:v>
                </c:pt>
                <c:pt idx="198">
                  <c:v>23.348125765647</c:v>
                </c:pt>
                <c:pt idx="199">
                  <c:v>23.348125765647</c:v>
                </c:pt>
              </c:numCache>
            </c:numRef>
          </c:yVal>
        </c:ser>
        <c:ser>
          <c:idx val="2"/>
          <c:order val="2"/>
          <c:tx>
            <c:v>345.796 GHz</c:v>
          </c:tx>
          <c:spPr>
            <a:ln xmlns:a="http://schemas.openxmlformats.org/drawingml/2006/main" w="28575">
              <a:solidFill>
                <a:srgbClr val="69725D"/>
              </a:solidFill>
            </a:ln>
          </c:spPr>
          <c:marker>
            <c:symbol val="none"/>
          </c:marker>
          <c:xVal>
            <c:numRef>
              <c:f>'Chart Data'!$E$2:$E$201</c:f>
              <c:numCache>
                <c:formatCode>General</c:formatCode>
                <c:ptCount val="20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pt idx="100">
                  <c:v>101</c:v>
                </c:pt>
                <c:pt idx="101">
                  <c:v>102</c:v>
                </c:pt>
                <c:pt idx="102">
                  <c:v>103</c:v>
                </c:pt>
                <c:pt idx="103">
                  <c:v>104</c:v>
                </c:pt>
                <c:pt idx="104">
                  <c:v>105</c:v>
                </c:pt>
                <c:pt idx="105">
                  <c:v>106</c:v>
                </c:pt>
                <c:pt idx="106">
                  <c:v>107</c:v>
                </c:pt>
                <c:pt idx="107">
                  <c:v>108</c:v>
                </c:pt>
                <c:pt idx="108">
                  <c:v>109</c:v>
                </c:pt>
                <c:pt idx="109">
                  <c:v>110</c:v>
                </c:pt>
                <c:pt idx="110">
                  <c:v>111</c:v>
                </c:pt>
                <c:pt idx="111">
                  <c:v>112</c:v>
                </c:pt>
                <c:pt idx="112">
                  <c:v>113</c:v>
                </c:pt>
                <c:pt idx="113">
                  <c:v>114</c:v>
                </c:pt>
                <c:pt idx="114">
                  <c:v>115</c:v>
                </c:pt>
                <c:pt idx="115">
                  <c:v>116</c:v>
                </c:pt>
                <c:pt idx="116">
                  <c:v>117</c:v>
                </c:pt>
                <c:pt idx="117">
                  <c:v>118</c:v>
                </c:pt>
                <c:pt idx="118">
                  <c:v>119</c:v>
                </c:pt>
                <c:pt idx="119">
                  <c:v>120</c:v>
                </c:pt>
                <c:pt idx="120">
                  <c:v>121</c:v>
                </c:pt>
                <c:pt idx="121">
                  <c:v>122</c:v>
                </c:pt>
                <c:pt idx="122">
                  <c:v>123</c:v>
                </c:pt>
                <c:pt idx="123">
                  <c:v>124</c:v>
                </c:pt>
                <c:pt idx="124">
                  <c:v>125</c:v>
                </c:pt>
                <c:pt idx="125">
                  <c:v>126</c:v>
                </c:pt>
                <c:pt idx="126">
                  <c:v>127</c:v>
                </c:pt>
                <c:pt idx="127">
                  <c:v>128</c:v>
                </c:pt>
                <c:pt idx="128">
                  <c:v>129</c:v>
                </c:pt>
                <c:pt idx="129">
                  <c:v>130</c:v>
                </c:pt>
                <c:pt idx="130">
                  <c:v>131</c:v>
                </c:pt>
                <c:pt idx="131">
                  <c:v>132</c:v>
                </c:pt>
                <c:pt idx="132">
                  <c:v>133</c:v>
                </c:pt>
                <c:pt idx="133">
                  <c:v>134</c:v>
                </c:pt>
                <c:pt idx="134">
                  <c:v>135</c:v>
                </c:pt>
                <c:pt idx="135">
                  <c:v>136</c:v>
                </c:pt>
                <c:pt idx="136">
                  <c:v>137</c:v>
                </c:pt>
                <c:pt idx="137">
                  <c:v>138</c:v>
                </c:pt>
                <c:pt idx="138">
                  <c:v>139</c:v>
                </c:pt>
                <c:pt idx="139">
                  <c:v>140</c:v>
                </c:pt>
                <c:pt idx="140">
                  <c:v>141</c:v>
                </c:pt>
                <c:pt idx="141">
                  <c:v>142</c:v>
                </c:pt>
                <c:pt idx="142">
                  <c:v>143</c:v>
                </c:pt>
                <c:pt idx="143">
                  <c:v>144</c:v>
                </c:pt>
                <c:pt idx="144">
                  <c:v>145</c:v>
                </c:pt>
                <c:pt idx="145">
                  <c:v>146</c:v>
                </c:pt>
                <c:pt idx="146">
                  <c:v>147</c:v>
                </c:pt>
                <c:pt idx="147">
                  <c:v>148</c:v>
                </c:pt>
                <c:pt idx="148">
                  <c:v>149</c:v>
                </c:pt>
                <c:pt idx="149">
                  <c:v>150</c:v>
                </c:pt>
                <c:pt idx="150">
                  <c:v>151</c:v>
                </c:pt>
                <c:pt idx="151">
                  <c:v>152</c:v>
                </c:pt>
                <c:pt idx="152">
                  <c:v>153</c:v>
                </c:pt>
                <c:pt idx="153">
                  <c:v>154</c:v>
                </c:pt>
                <c:pt idx="154">
                  <c:v>155</c:v>
                </c:pt>
                <c:pt idx="155">
                  <c:v>156</c:v>
                </c:pt>
                <c:pt idx="156">
                  <c:v>157</c:v>
                </c:pt>
                <c:pt idx="157">
                  <c:v>158</c:v>
                </c:pt>
                <c:pt idx="158">
                  <c:v>159</c:v>
                </c:pt>
                <c:pt idx="159">
                  <c:v>160</c:v>
                </c:pt>
                <c:pt idx="160">
                  <c:v>161</c:v>
                </c:pt>
                <c:pt idx="161">
                  <c:v>162</c:v>
                </c:pt>
                <c:pt idx="162">
                  <c:v>163</c:v>
                </c:pt>
                <c:pt idx="163">
                  <c:v>164</c:v>
                </c:pt>
                <c:pt idx="164">
                  <c:v>165</c:v>
                </c:pt>
                <c:pt idx="165">
                  <c:v>166</c:v>
                </c:pt>
                <c:pt idx="166">
                  <c:v>167</c:v>
                </c:pt>
                <c:pt idx="167">
                  <c:v>168</c:v>
                </c:pt>
                <c:pt idx="168">
                  <c:v>169</c:v>
                </c:pt>
                <c:pt idx="169">
                  <c:v>170</c:v>
                </c:pt>
                <c:pt idx="170">
                  <c:v>171</c:v>
                </c:pt>
                <c:pt idx="171">
                  <c:v>172</c:v>
                </c:pt>
                <c:pt idx="172">
                  <c:v>173</c:v>
                </c:pt>
                <c:pt idx="173">
                  <c:v>174</c:v>
                </c:pt>
                <c:pt idx="174">
                  <c:v>175</c:v>
                </c:pt>
                <c:pt idx="175">
                  <c:v>176</c:v>
                </c:pt>
                <c:pt idx="176">
                  <c:v>177</c:v>
                </c:pt>
                <c:pt idx="177">
                  <c:v>178</c:v>
                </c:pt>
                <c:pt idx="178">
                  <c:v>179</c:v>
                </c:pt>
                <c:pt idx="179">
                  <c:v>180</c:v>
                </c:pt>
                <c:pt idx="180">
                  <c:v>181</c:v>
                </c:pt>
                <c:pt idx="181">
                  <c:v>182</c:v>
                </c:pt>
                <c:pt idx="182">
                  <c:v>183</c:v>
                </c:pt>
                <c:pt idx="183">
                  <c:v>184</c:v>
                </c:pt>
                <c:pt idx="184">
                  <c:v>185</c:v>
                </c:pt>
                <c:pt idx="185">
                  <c:v>186</c:v>
                </c:pt>
                <c:pt idx="186">
                  <c:v>187</c:v>
                </c:pt>
                <c:pt idx="187">
                  <c:v>188</c:v>
                </c:pt>
                <c:pt idx="188">
                  <c:v>189</c:v>
                </c:pt>
                <c:pt idx="189">
                  <c:v>190</c:v>
                </c:pt>
                <c:pt idx="190">
                  <c:v>191</c:v>
                </c:pt>
                <c:pt idx="191">
                  <c:v>192</c:v>
                </c:pt>
                <c:pt idx="192">
                  <c:v>193</c:v>
                </c:pt>
                <c:pt idx="193">
                  <c:v>194</c:v>
                </c:pt>
                <c:pt idx="194">
                  <c:v>195</c:v>
                </c:pt>
                <c:pt idx="195">
                  <c:v>196</c:v>
                </c:pt>
                <c:pt idx="196">
                  <c:v>197</c:v>
                </c:pt>
                <c:pt idx="197">
                  <c:v>198</c:v>
                </c:pt>
                <c:pt idx="198">
                  <c:v>199</c:v>
                </c:pt>
                <c:pt idx="199">
                  <c:v>200</c:v>
                </c:pt>
              </c:numCache>
            </c:numRef>
          </c:xVal>
          <c:yVal>
            <c:numRef>
              <c:f>'Chart Data'!$F$2:$F$201</c:f>
              <c:numCache>
                <c:formatCode>0</c:formatCode>
                <c:ptCount val="200"/>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3.9830120427002</c:v>
                </c:pt>
                <c:pt idx="21">
                  <c:v>7.9660240854003</c:v>
                </c:pt>
                <c:pt idx="22">
                  <c:v>11.9490361281</c:v>
                </c:pt>
                <c:pt idx="23">
                  <c:v>15.932048170801</c:v>
                </c:pt>
                <c:pt idx="24">
                  <c:v>19.915060213501</c:v>
                </c:pt>
                <c:pt idx="25">
                  <c:v>23.898072256201</c:v>
                </c:pt>
                <c:pt idx="26">
                  <c:v>27.881084298901</c:v>
                </c:pt>
                <c:pt idx="27">
                  <c:v>31.864096341601</c:v>
                </c:pt>
                <c:pt idx="28">
                  <c:v>35.847108384301</c:v>
                </c:pt>
                <c:pt idx="29">
                  <c:v>39.830120427002</c:v>
                </c:pt>
                <c:pt idx="30">
                  <c:v>43.813132469702</c:v>
                </c:pt>
                <c:pt idx="31">
                  <c:v>47.796144512402</c:v>
                </c:pt>
                <c:pt idx="32">
                  <c:v>51.779156555102</c:v>
                </c:pt>
                <c:pt idx="33">
                  <c:v>55.762168597802</c:v>
                </c:pt>
                <c:pt idx="34">
                  <c:v>59.745180640502</c:v>
                </c:pt>
                <c:pt idx="35">
                  <c:v>63.728192683203</c:v>
                </c:pt>
                <c:pt idx="36">
                  <c:v>67.711204725903</c:v>
                </c:pt>
                <c:pt idx="37">
                  <c:v>71.694216768603</c:v>
                </c:pt>
                <c:pt idx="38">
                  <c:v>75.677228811303</c:v>
                </c:pt>
                <c:pt idx="39">
                  <c:v>79.660240854003</c:v>
                </c:pt>
                <c:pt idx="40">
                  <c:v>79.660240854003</c:v>
                </c:pt>
                <c:pt idx="41">
                  <c:v>79.660240854003</c:v>
                </c:pt>
                <c:pt idx="42">
                  <c:v>79.660240854003</c:v>
                </c:pt>
                <c:pt idx="43">
                  <c:v>79.660240854003</c:v>
                </c:pt>
                <c:pt idx="44">
                  <c:v>79.660240854003</c:v>
                </c:pt>
                <c:pt idx="45">
                  <c:v>79.660240854003</c:v>
                </c:pt>
                <c:pt idx="46">
                  <c:v>79.660240854003</c:v>
                </c:pt>
                <c:pt idx="47">
                  <c:v>79.660240854003</c:v>
                </c:pt>
                <c:pt idx="48">
                  <c:v>79.660240854003</c:v>
                </c:pt>
                <c:pt idx="49">
                  <c:v>79.660240854003</c:v>
                </c:pt>
                <c:pt idx="50">
                  <c:v>79.660240854003</c:v>
                </c:pt>
                <c:pt idx="51">
                  <c:v>79.660240854003</c:v>
                </c:pt>
                <c:pt idx="52">
                  <c:v>79.660240854003</c:v>
                </c:pt>
                <c:pt idx="53">
                  <c:v>79.660240854003</c:v>
                </c:pt>
                <c:pt idx="54">
                  <c:v>79.660240854003</c:v>
                </c:pt>
                <c:pt idx="55">
                  <c:v>79.660240854003</c:v>
                </c:pt>
                <c:pt idx="56">
                  <c:v>79.660240854003</c:v>
                </c:pt>
                <c:pt idx="57">
                  <c:v>79.660240854003</c:v>
                </c:pt>
                <c:pt idx="58">
                  <c:v>79.660240854003</c:v>
                </c:pt>
                <c:pt idx="59">
                  <c:v>79.660240854003</c:v>
                </c:pt>
                <c:pt idx="60">
                  <c:v>79.660240854003</c:v>
                </c:pt>
                <c:pt idx="61">
                  <c:v>79.660240854003</c:v>
                </c:pt>
                <c:pt idx="62">
                  <c:v>79.660240854003</c:v>
                </c:pt>
                <c:pt idx="63">
                  <c:v>79.660240854003</c:v>
                </c:pt>
                <c:pt idx="64">
                  <c:v>79.660240854003</c:v>
                </c:pt>
                <c:pt idx="65">
                  <c:v>79.660240854003</c:v>
                </c:pt>
                <c:pt idx="66">
                  <c:v>79.660240854003</c:v>
                </c:pt>
                <c:pt idx="67">
                  <c:v>79.660240854003</c:v>
                </c:pt>
                <c:pt idx="68">
                  <c:v>79.660240854003</c:v>
                </c:pt>
                <c:pt idx="69">
                  <c:v>79.660240854003</c:v>
                </c:pt>
                <c:pt idx="70">
                  <c:v>79.660240854003</c:v>
                </c:pt>
                <c:pt idx="71">
                  <c:v>79.660240854003</c:v>
                </c:pt>
                <c:pt idx="72">
                  <c:v>79.660240854003</c:v>
                </c:pt>
                <c:pt idx="73">
                  <c:v>79.660240854003</c:v>
                </c:pt>
                <c:pt idx="74">
                  <c:v>79.660240854003</c:v>
                </c:pt>
                <c:pt idx="75">
                  <c:v>79.660240854003</c:v>
                </c:pt>
                <c:pt idx="76">
                  <c:v>79.660240854003</c:v>
                </c:pt>
                <c:pt idx="77">
                  <c:v>79.660240854003</c:v>
                </c:pt>
                <c:pt idx="78">
                  <c:v>79.660240854003</c:v>
                </c:pt>
                <c:pt idx="79">
                  <c:v>79.660240854003</c:v>
                </c:pt>
                <c:pt idx="80">
                  <c:v>79.660240854003</c:v>
                </c:pt>
                <c:pt idx="81">
                  <c:v>79.660240854003</c:v>
                </c:pt>
                <c:pt idx="82">
                  <c:v>79.660240854003</c:v>
                </c:pt>
                <c:pt idx="83">
                  <c:v>79.660240854003</c:v>
                </c:pt>
                <c:pt idx="84">
                  <c:v>79.660240854003</c:v>
                </c:pt>
                <c:pt idx="85">
                  <c:v>79.660240854003</c:v>
                </c:pt>
                <c:pt idx="86">
                  <c:v>79.660240854003</c:v>
                </c:pt>
                <c:pt idx="87">
                  <c:v>79.660240854003</c:v>
                </c:pt>
                <c:pt idx="88">
                  <c:v>79.660240854003</c:v>
                </c:pt>
                <c:pt idx="89">
                  <c:v>79.660240854003</c:v>
                </c:pt>
                <c:pt idx="90">
                  <c:v>79.660240854003</c:v>
                </c:pt>
                <c:pt idx="91">
                  <c:v>79.660240854003</c:v>
                </c:pt>
                <c:pt idx="92">
                  <c:v>79.660240854003</c:v>
                </c:pt>
                <c:pt idx="93">
                  <c:v>79.660240854003</c:v>
                </c:pt>
                <c:pt idx="94">
                  <c:v>79.660240854003</c:v>
                </c:pt>
                <c:pt idx="95">
                  <c:v>79.660240854003</c:v>
                </c:pt>
                <c:pt idx="96">
                  <c:v>79.660240854003</c:v>
                </c:pt>
                <c:pt idx="97">
                  <c:v>79.660240854003</c:v>
                </c:pt>
                <c:pt idx="98">
                  <c:v>79.660240854003</c:v>
                </c:pt>
                <c:pt idx="99">
                  <c:v>79.660240854003</c:v>
                </c:pt>
                <c:pt idx="100">
                  <c:v>79.660240854003</c:v>
                </c:pt>
                <c:pt idx="101">
                  <c:v>79.660240854003</c:v>
                </c:pt>
                <c:pt idx="102">
                  <c:v>79.660240854003</c:v>
                </c:pt>
                <c:pt idx="103">
                  <c:v>79.660240854003</c:v>
                </c:pt>
                <c:pt idx="104">
                  <c:v>79.660240854003</c:v>
                </c:pt>
                <c:pt idx="105">
                  <c:v>79.660240854003</c:v>
                </c:pt>
                <c:pt idx="106">
                  <c:v>79.660240854003</c:v>
                </c:pt>
                <c:pt idx="107">
                  <c:v>79.660240854003</c:v>
                </c:pt>
                <c:pt idx="108">
                  <c:v>79.660240854003</c:v>
                </c:pt>
                <c:pt idx="109">
                  <c:v>79.660240854003</c:v>
                </c:pt>
                <c:pt idx="110">
                  <c:v>79.660240854003</c:v>
                </c:pt>
                <c:pt idx="111">
                  <c:v>79.660240854003</c:v>
                </c:pt>
                <c:pt idx="112">
                  <c:v>79.660240854003</c:v>
                </c:pt>
                <c:pt idx="113">
                  <c:v>79.660240854003</c:v>
                </c:pt>
                <c:pt idx="114">
                  <c:v>79.660240854003</c:v>
                </c:pt>
                <c:pt idx="115">
                  <c:v>79.660240854003</c:v>
                </c:pt>
                <c:pt idx="116">
                  <c:v>79.660240854003</c:v>
                </c:pt>
                <c:pt idx="117">
                  <c:v>79.660240854003</c:v>
                </c:pt>
                <c:pt idx="118">
                  <c:v>79.660240854003</c:v>
                </c:pt>
                <c:pt idx="119">
                  <c:v>79.660240854003</c:v>
                </c:pt>
                <c:pt idx="120">
                  <c:v>79.660240854003</c:v>
                </c:pt>
                <c:pt idx="121">
                  <c:v>79.660240854003</c:v>
                </c:pt>
                <c:pt idx="122">
                  <c:v>79.660240854003</c:v>
                </c:pt>
                <c:pt idx="123">
                  <c:v>79.660240854003</c:v>
                </c:pt>
                <c:pt idx="124">
                  <c:v>79.660240854003</c:v>
                </c:pt>
                <c:pt idx="125">
                  <c:v>79.660240854003</c:v>
                </c:pt>
                <c:pt idx="126">
                  <c:v>79.660240854003</c:v>
                </c:pt>
                <c:pt idx="127">
                  <c:v>79.660240854003</c:v>
                </c:pt>
                <c:pt idx="128">
                  <c:v>79.660240854003</c:v>
                </c:pt>
                <c:pt idx="129">
                  <c:v>79.660240854003</c:v>
                </c:pt>
                <c:pt idx="130">
                  <c:v>79.660240854003</c:v>
                </c:pt>
                <c:pt idx="131">
                  <c:v>79.660240854003</c:v>
                </c:pt>
                <c:pt idx="132">
                  <c:v>79.660240854003</c:v>
                </c:pt>
                <c:pt idx="133">
                  <c:v>79.660240854003</c:v>
                </c:pt>
                <c:pt idx="134">
                  <c:v>79.660240854003</c:v>
                </c:pt>
                <c:pt idx="135">
                  <c:v>79.660240854003</c:v>
                </c:pt>
                <c:pt idx="136">
                  <c:v>79.660240854003</c:v>
                </c:pt>
                <c:pt idx="137">
                  <c:v>79.660240854003</c:v>
                </c:pt>
                <c:pt idx="138">
                  <c:v>79.660240854003</c:v>
                </c:pt>
                <c:pt idx="139">
                  <c:v>79.660240854003</c:v>
                </c:pt>
                <c:pt idx="140">
                  <c:v>79.660240854003</c:v>
                </c:pt>
                <c:pt idx="141">
                  <c:v>79.660240854003</c:v>
                </c:pt>
                <c:pt idx="142">
                  <c:v>79.660240854003</c:v>
                </c:pt>
                <c:pt idx="143">
                  <c:v>79.660240854003</c:v>
                </c:pt>
                <c:pt idx="144">
                  <c:v>79.660240854003</c:v>
                </c:pt>
                <c:pt idx="145">
                  <c:v>79.660240854003</c:v>
                </c:pt>
                <c:pt idx="146">
                  <c:v>79.660240854003</c:v>
                </c:pt>
                <c:pt idx="147">
                  <c:v>79.660240854003</c:v>
                </c:pt>
                <c:pt idx="148">
                  <c:v>79.660240854003</c:v>
                </c:pt>
                <c:pt idx="149">
                  <c:v>79.660240854003</c:v>
                </c:pt>
                <c:pt idx="150">
                  <c:v>79.660240854003</c:v>
                </c:pt>
                <c:pt idx="151">
                  <c:v>79.660240854003</c:v>
                </c:pt>
                <c:pt idx="152">
                  <c:v>79.660240854003</c:v>
                </c:pt>
                <c:pt idx="153">
                  <c:v>79.660240854003</c:v>
                </c:pt>
                <c:pt idx="154">
                  <c:v>79.660240854003</c:v>
                </c:pt>
                <c:pt idx="155">
                  <c:v>79.660240854003</c:v>
                </c:pt>
                <c:pt idx="156">
                  <c:v>79.660240854003</c:v>
                </c:pt>
                <c:pt idx="157">
                  <c:v>79.660240854003</c:v>
                </c:pt>
                <c:pt idx="158">
                  <c:v>79.660240854003</c:v>
                </c:pt>
                <c:pt idx="159">
                  <c:v>79.660240854003</c:v>
                </c:pt>
                <c:pt idx="160">
                  <c:v>79.660240854003</c:v>
                </c:pt>
                <c:pt idx="161">
                  <c:v>79.660240854003</c:v>
                </c:pt>
                <c:pt idx="162">
                  <c:v>79.660240854003</c:v>
                </c:pt>
                <c:pt idx="163">
                  <c:v>79.660240854003</c:v>
                </c:pt>
                <c:pt idx="164">
                  <c:v>79.660240854003</c:v>
                </c:pt>
                <c:pt idx="165">
                  <c:v>79.660240854003</c:v>
                </c:pt>
                <c:pt idx="166">
                  <c:v>79.660240854003</c:v>
                </c:pt>
                <c:pt idx="167">
                  <c:v>79.660240854003</c:v>
                </c:pt>
                <c:pt idx="168">
                  <c:v>79.660240854003</c:v>
                </c:pt>
                <c:pt idx="169">
                  <c:v>79.660240854003</c:v>
                </c:pt>
                <c:pt idx="170">
                  <c:v>79.660240854003</c:v>
                </c:pt>
                <c:pt idx="171">
                  <c:v>79.660240854003</c:v>
                </c:pt>
                <c:pt idx="172">
                  <c:v>79.660240854003</c:v>
                </c:pt>
                <c:pt idx="173">
                  <c:v>79.660240854003</c:v>
                </c:pt>
                <c:pt idx="174">
                  <c:v>79.660240854003</c:v>
                </c:pt>
                <c:pt idx="175">
                  <c:v>79.660240854003</c:v>
                </c:pt>
                <c:pt idx="176">
                  <c:v>79.660240854003</c:v>
                </c:pt>
                <c:pt idx="177">
                  <c:v>79.660240854003</c:v>
                </c:pt>
                <c:pt idx="178">
                  <c:v>79.660240854003</c:v>
                </c:pt>
                <c:pt idx="179">
                  <c:v>79.660240854003</c:v>
                </c:pt>
                <c:pt idx="180">
                  <c:v>79.660240854003</c:v>
                </c:pt>
                <c:pt idx="181">
                  <c:v>79.660240854003</c:v>
                </c:pt>
                <c:pt idx="182">
                  <c:v>79.660240854003</c:v>
                </c:pt>
                <c:pt idx="183">
                  <c:v>79.660240854003</c:v>
                </c:pt>
                <c:pt idx="184">
                  <c:v>79.660240854003</c:v>
                </c:pt>
                <c:pt idx="185">
                  <c:v>79.660240854003</c:v>
                </c:pt>
                <c:pt idx="186">
                  <c:v>79.660240854003</c:v>
                </c:pt>
                <c:pt idx="187">
                  <c:v>79.660240854003</c:v>
                </c:pt>
                <c:pt idx="188">
                  <c:v>79.660240854003</c:v>
                </c:pt>
                <c:pt idx="189">
                  <c:v>79.660240854003</c:v>
                </c:pt>
                <c:pt idx="190">
                  <c:v>79.660240854003</c:v>
                </c:pt>
                <c:pt idx="191">
                  <c:v>79.660240854003</c:v>
                </c:pt>
                <c:pt idx="192">
                  <c:v>79.660240854003</c:v>
                </c:pt>
                <c:pt idx="193">
                  <c:v>79.660240854003</c:v>
                </c:pt>
                <c:pt idx="194">
                  <c:v>79.660240854003</c:v>
                </c:pt>
                <c:pt idx="195">
                  <c:v>79.660240854003</c:v>
                </c:pt>
                <c:pt idx="196">
                  <c:v>79.660240854003</c:v>
                </c:pt>
                <c:pt idx="197">
                  <c:v>79.660240854003</c:v>
                </c:pt>
                <c:pt idx="198">
                  <c:v>79.660240854003</c:v>
                </c:pt>
                <c:pt idx="199">
                  <c:v>79.660240854003</c:v>
                </c:pt>
              </c:numCache>
            </c:numRef>
          </c:yVal>
        </c:ser>
        <c:dLbls>
          <c:txPr>
            <a:bodyPr xmlns:a="http://schemas.openxmlformats.org/drawingml/2006/main" anchorCtr="1"/>
            <a:lstStyle xmlns:a="http://schemas.openxmlformats.org/drawingml/2006/main"/>
            <a:p xmlns:a="http://schemas.openxmlformats.org/drawingml/2006/main">
              <a:pPr>
                <a:defRPr>
                  <a:latin typeface="Georgia"/>
                  <a:ea typeface="Georgia"/>
                  <a:cs typeface="Georgia"/>
                </a:defRPr>
              </a:pPr>
            </a:p>
          </c:txPr>
          <c:showLegendKey val="0"/>
          <c:showVal val="0"/>
          <c:showCatName val="0"/>
          <c:showSerName val="0"/>
          <c:showPercent val="0"/>
          <c:showBubbleSize val="0"/>
          <c:showLeaderLines val="0"/>
        </c:dLbls>
        <c:axId val="48650112"/>
        <c:axId val="48672768"/>
      </c:scatterChart>
      <c:valAx>
        <c:axId val="48672768"/>
        <c:scaling>
          <c:orientation val="minMax"/>
          <c:max val="90"/>
          <c:min val="0"/>
        </c:scaling>
        <c:delete val="0"/>
        <c:axPos val="l"/>
        <c:majorGridlines>
          <c:spPr>
            <a:ln xmlns:a="http://schemas.openxmlformats.org/drawingml/2006/main" w="6668">
              <a:solidFill>
                <a:srgbClr val="D5CEC1"/>
              </a:solidFill>
            </a:ln>
          </c:spPr>
        </c:majorGridlines>
        <c:title>
          <c:tx>
            <c:rich>
              <a:bodyPr xmlns:a="http://schemas.openxmlformats.org/drawingml/2006/main"/>
              <a:lstStyle xmlns:a="http://schemas.openxmlformats.org/drawingml/2006/main"/>
              <a:p xmlns:a="http://schemas.openxmlformats.org/drawingml/2006/main">
                <a:r>
                  <a:rPr>
                    <a:latin typeface="Georgia"/>
                    <a:ea typeface="Georgia"/>
                    <a:cs typeface="Georgia"/>
                  </a:rPr>
                  <a:t>Extra CO loss (µdB)</a:t>
                </a:r>
              </a:p>
            </c:rich>
          </c:tx>
          <c:overlay val="0"/>
          <c:txPr>
            <a:bodyPr xmlns:a="http://schemas.openxmlformats.org/drawingml/2006/main" anchorCtr="1"/>
            <a:lstStyle xmlns:a="http://schemas.openxmlformats.org/drawingml/2006/main"/>
            <a:p xmlns:a="http://schemas.openxmlformats.org/drawingml/2006/main">
              <a:pPr>
                <a:defRPr>
                  <a:latin typeface="Georgia"/>
                  <a:ea typeface="Georgia"/>
                  <a:cs typeface="Georgia"/>
                </a:defRPr>
              </a:pPr>
            </a:p>
          </c:txPr>
        </c:title>
        <c:numFmt formatCode="0"/>
        <c:majorTickMark val="none"/>
        <c:minorTickMark val="none"/>
        <c:spPr>
          <a:ln xmlns:a="http://schemas.openxmlformats.org/drawingml/2006/main" w="9525">
            <a:solidFill>
              <a:srgbClr val="6E6A61"/>
            </a:solidFill>
          </a:ln>
        </c:spPr>
        <c:txPr>
          <a:bodyPr xmlns:a="http://schemas.openxmlformats.org/drawingml/2006/main" anchorCtr="1"/>
          <a:lstStyle xmlns:a="http://schemas.openxmlformats.org/drawingml/2006/main"/>
          <a:p xmlns:a="http://schemas.openxmlformats.org/drawingml/2006/main">
            <a:pPr>
              <a:defRPr sz="1500">
                <a:solidFill>
                  <a:srgbClr val="242421"/>
                </a:solidFill>
                <a:latin typeface="Georgia"/>
                <a:ea typeface="Georgia"/>
                <a:cs typeface="Georgia"/>
              </a:defRPr>
            </a:pPr>
          </a:p>
        </c:txPr>
        <c:crossAx val="48650112"/>
        <c:majorUnit val="30"/>
      </c:valAx>
      <c:valAx>
        <c:axId val="48650112"/>
        <c:scaling>
          <c:orientation val="minMax"/>
          <c:max val="200"/>
          <c:min val="0"/>
        </c:scaling>
        <c:delete val="0"/>
        <c:axPos val="b"/>
        <c:title>
          <c:tx>
            <c:rich>
              <a:bodyPr xmlns:a="http://schemas.openxmlformats.org/drawingml/2006/main"/>
              <a:lstStyle xmlns:a="http://schemas.openxmlformats.org/drawingml/2006/main"/>
              <a:p xmlns:a="http://schemas.openxmlformats.org/drawingml/2006/main">
                <a:r>
                  <a:rPr>
                    <a:latin typeface="Georgia"/>
                    <a:ea typeface="Georgia"/>
                    <a:cs typeface="Georgia"/>
                  </a:rPr>
                  <a:t>Atmospheric path length (m)</a:t>
                </a:r>
              </a:p>
            </c:rich>
          </c:tx>
          <c:overlay val="0"/>
          <c:txPr>
            <a:bodyPr xmlns:a="http://schemas.openxmlformats.org/drawingml/2006/main" anchorCtr="1"/>
            <a:lstStyle xmlns:a="http://schemas.openxmlformats.org/drawingml/2006/main"/>
            <a:p xmlns:a="http://schemas.openxmlformats.org/drawingml/2006/main">
              <a:pPr>
                <a:defRPr>
                  <a:latin typeface="Georgia"/>
                  <a:ea typeface="Georgia"/>
                  <a:cs typeface="Georgia"/>
                </a:defRPr>
              </a:pPr>
            </a:p>
          </c:txPr>
        </c:title>
        <c:numFmt formatCode="0"/>
        <c:majorTickMark val="none"/>
        <c:minorTickMark val="none"/>
        <c:spPr>
          <a:ln xmlns:a="http://schemas.openxmlformats.org/drawingml/2006/main" w="9525">
            <a:solidFill>
              <a:srgbClr val="6E6A61"/>
            </a:solidFill>
          </a:ln>
        </c:spPr>
        <c:txPr>
          <a:bodyPr xmlns:a="http://schemas.openxmlformats.org/drawingml/2006/main" anchorCtr="1"/>
          <a:lstStyle xmlns:a="http://schemas.openxmlformats.org/drawingml/2006/main"/>
          <a:p xmlns:a="http://schemas.openxmlformats.org/drawingml/2006/main">
            <a:pPr>
              <a:defRPr sz="1500">
                <a:solidFill>
                  <a:srgbClr val="242421"/>
                </a:solidFill>
                <a:latin typeface="Georgia"/>
                <a:ea typeface="Georgia"/>
                <a:cs typeface="Georgia"/>
              </a:defRPr>
            </a:pPr>
          </a:p>
        </c:txPr>
        <c:crossAx val="48672768"/>
        <c:majorUnit val="40"/>
      </c:valAx>
      <c:spPr>
        <a:solidFill xmlns:a="http://schemas.openxmlformats.org/drawingml/2006/main">
          <a:srgbClr val="F4F0E8"/>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425">
              <a:solidFill>
                <a:srgbClr val="242421"/>
              </a:solidFill>
              <a:latin typeface="Georgia"/>
              <a:ea typeface="Georgia"/>
              <a:cs typeface="Georgia"/>
            </a:defRPr>
          </a:pPr>
        </a:p>
      </c:txPr>
    </c:legend>
    <c:plotVisOnly val="1"/>
  </c:chart>
  <c:spPr>
    <a:solidFill xmlns:a="http://schemas.openxmlformats.org/drawingml/2006/main">
      <a:srgbClr val="F4F0E8"/>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242421"/>
        </a:solidFill>
      </p:bgPr>
    </p:bg>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E4BF9FFC-C59B-4F99-AE4A-03E25B6796AF}"/>
              </a:ext>
            </a:extLst>
          </p:cNvPr>
          <p:cNvPicPr>
            <a:picLocks xmlns:a="http://schemas.openxmlformats.org/drawingml/2006/main" noChangeAspect="1"/>
          </p:cNvPicPr>
          <p:nvPr/>
        </p:nvPicPr>
        <p:blipFill>
          <a:blip xmlns:r="http://schemas.openxmlformats.org/officeDocument/2006/relationships" xmlns:a="http://schemas.openxmlformats.org/drawingml/2006/main" r:embed="R2b5ae42153d844d2"/>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Can we&#10;detect CO?">
            <a:extLst xmlns:a="http://schemas.openxmlformats.org/drawingml/2006/main">
              <a:ext uri="{FF2B5EF4-FFF2-40B4-BE49-F238E27FC236}">
                <a16:creationId xmlns:a16="http://schemas.microsoft.com/office/drawing/2014/main" id="{A3D46896-7012-48A6-BF25-37DDDE7D5284}"/>
              </a:ext>
            </a:extLst>
          </p:cNvPr>
          <p:cNvSpPr>
            <a:spLocks xmlns:a="http://schemas.openxmlformats.org/drawingml/2006/main" noGrp="1"/>
          </p:cNvSpPr>
          <p:nvPr/>
        </p:nvSpPr>
        <p:spPr>
          <a:xfrm xmlns:a="http://schemas.openxmlformats.org/drawingml/2006/main">
            <a:off x="609600" y="1685925"/>
            <a:ext cx="7239000" cy="2362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6450" b="0">
                <a:solidFill>
                  <a:srgbClr val="F5F1E9"/>
                </a:solidFill>
                <a:latin typeface="Georgia"/>
                <a:ea typeface="Georgia"/>
                <a:cs typeface="Georgia"/>
              </a:defRPr>
            </a:defPPr>
          </a:lstStyle>
          <a:p xmlns:a="http://schemas.openxmlformats.org/drawingml/2006/main">
            <a:pPr>
              <a:defRPr sz="6450" b="0">
                <a:solidFill>
                  <a:srgbClr val="F5F1E9"/>
                </a:solidFill>
                <a:latin typeface="Georgia"/>
                <a:ea typeface="Georgia"/>
                <a:cs typeface="Georgia"/>
              </a:defRPr>
            </a:pPr>
            <a:r>
              <a:rPr sz="6450" b="0">
                <a:solidFill>
                  <a:srgbClr val="F5F1E9"/>
                </a:solidFill>
                <a:latin typeface="Georgia"/>
                <a:ea typeface="Georgia"/>
                <a:cs typeface="Georgia"/>
              </a:rPr>
              <a:t>Can we</a:t>
            </a:r>
          </a:p>
          <a:p xmlns:a="http://schemas.openxmlformats.org/drawingml/2006/main">
            <a:pPr>
              <a:defRPr sz="6450" b="0">
                <a:solidFill>
                  <a:srgbClr val="F5F1E9"/>
                </a:solidFill>
                <a:latin typeface="Georgia"/>
                <a:ea typeface="Georgia"/>
                <a:cs typeface="Georgia"/>
              </a:defRPr>
            </a:pPr>
            <a:r>
              <a:rPr sz="6450" b="0">
                <a:solidFill>
                  <a:srgbClr val="F5F1E9"/>
                </a:solidFill>
                <a:latin typeface="Georgia"/>
                <a:ea typeface="Georgia"/>
                <a:cs typeface="Georgia"/>
              </a:rPr>
              <a:t>detect CO?</a:t>
            </a:r>
          </a:p>
        </p:txBody>
      </p:sp>
      <p:sp>
        <p:nvSpPr>
          <p:cNvPr id="3" name="Why molecular absorption has this shape&#10;and what the channel can revea">
            <a:extLst xmlns:a="http://schemas.openxmlformats.org/drawingml/2006/main">
              <a:ext uri="{FF2B5EF4-FFF2-40B4-BE49-F238E27FC236}">
                <a16:creationId xmlns:a16="http://schemas.microsoft.com/office/drawing/2014/main" id="{EE7E5F75-49EC-48C2-B21B-745B6C3B6E91}"/>
              </a:ext>
            </a:extLst>
          </p:cNvPr>
          <p:cNvSpPr>
            <a:spLocks xmlns:a="http://schemas.openxmlformats.org/drawingml/2006/main" noGrp="1"/>
          </p:cNvSpPr>
          <p:nvPr/>
        </p:nvSpPr>
        <p:spPr>
          <a:xfrm xmlns:a="http://schemas.openxmlformats.org/drawingml/2006/main">
            <a:off x="666750" y="4352925"/>
            <a:ext cx="8096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D5CBBB"/>
                </a:solidFill>
                <a:latin typeface="Georgia"/>
                <a:ea typeface="Georgia"/>
                <a:cs typeface="Georgia"/>
              </a:defRPr>
            </a:defPPr>
          </a:lstStyle>
          <a:p xmlns:a="http://schemas.openxmlformats.org/drawingml/2006/main">
            <a:pPr>
              <a:defRPr sz="2175" b="0">
                <a:solidFill>
                  <a:srgbClr val="D5CBBB"/>
                </a:solidFill>
                <a:latin typeface="Georgia"/>
                <a:ea typeface="Georgia"/>
                <a:cs typeface="Georgia"/>
              </a:defRPr>
            </a:pPr>
            <a:r>
              <a:rPr sz="2175" b="0">
                <a:solidFill>
                  <a:srgbClr val="D5CBBB"/>
                </a:solidFill>
                <a:latin typeface="Georgia"/>
                <a:ea typeface="Georgia"/>
                <a:cs typeface="Georgia"/>
              </a:rPr>
              <a:t>Why molecular absorption has this shape</a:t>
            </a:r>
          </a:p>
          <a:p xmlns:a="http://schemas.openxmlformats.org/drawingml/2006/main">
            <a:pPr>
              <a:defRPr sz="2175" b="0">
                <a:solidFill>
                  <a:srgbClr val="D5CBBB"/>
                </a:solidFill>
                <a:latin typeface="Georgia"/>
                <a:ea typeface="Georgia"/>
                <a:cs typeface="Georgia"/>
              </a:defRPr>
            </a:pPr>
            <a:r>
              <a:rPr sz="2175" b="0">
                <a:solidFill>
                  <a:srgbClr val="D5CBBB"/>
                </a:solidFill>
                <a:latin typeface="Georgia"/>
                <a:ea typeface="Georgia"/>
                <a:cs typeface="Georgia"/>
              </a:rPr>
              <a:t>and what the channel can reveal</a:t>
            </a:r>
          </a:p>
        </p:txBody>
      </p:sp>
      <p:sp>
        <p:nvSpPr>
          <p:cNvPr id="4" name="60–1000 GHz  |  No receiver noise">
            <a:extLst xmlns:a="http://schemas.openxmlformats.org/drawingml/2006/main">
              <a:ext uri="{FF2B5EF4-FFF2-40B4-BE49-F238E27FC236}">
                <a16:creationId xmlns:a16="http://schemas.microsoft.com/office/drawing/2014/main" id="{C9FE2C0C-B052-42A5-84AC-50A4466C2631}"/>
              </a:ext>
            </a:extLst>
          </p:cNvPr>
          <p:cNvSpPr>
            <a:spLocks xmlns:a="http://schemas.openxmlformats.org/drawingml/2006/main" noGrp="1"/>
          </p:cNvSpPr>
          <p:nvPr/>
        </p:nvSpPr>
        <p:spPr>
          <a:xfrm xmlns:a="http://schemas.openxmlformats.org/drawingml/2006/main">
            <a:off x="666750" y="5810250"/>
            <a:ext cx="809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D5CBBB"/>
                </a:solidFill>
                <a:latin typeface="Georgia"/>
                <a:ea typeface="Georgia"/>
                <a:cs typeface="Georgia"/>
              </a:defRPr>
            </a:defPPr>
          </a:lstStyle>
          <a:p xmlns:a="http://schemas.openxmlformats.org/drawingml/2006/main">
            <a:pPr>
              <a:defRPr sz="1800" b="0">
                <a:solidFill>
                  <a:srgbClr val="D5CBBB"/>
                </a:solidFill>
                <a:latin typeface="Georgia"/>
                <a:ea typeface="Georgia"/>
                <a:cs typeface="Georgia"/>
              </a:defRPr>
            </a:pPr>
            <a:r>
              <a:rPr sz="1800" b="0">
                <a:solidFill>
                  <a:srgbClr val="D5CBBB"/>
                </a:solidFill>
                <a:latin typeface="Georgia"/>
                <a:ea typeface="Georgia"/>
                <a:cs typeface="Georgia"/>
              </a:rPr>
              <a:t>60–1000 GHz  |  No receiver noise</a:t>
            </a:r>
          </a:p>
        </p:txBody>
      </p:sp>
      <p:sp>
        <p:nvSpPr>
          <p:cNvPr id="5" name="15 October 2026">
            <a:extLst xmlns:a="http://schemas.openxmlformats.org/drawingml/2006/main">
              <a:ext uri="{FF2B5EF4-FFF2-40B4-BE49-F238E27FC236}">
                <a16:creationId xmlns:a16="http://schemas.microsoft.com/office/drawing/2014/main" id="{3BDCD410-BECE-42C8-B39B-2F67972BC283}"/>
              </a:ext>
            </a:extLst>
          </p:cNvPr>
          <p:cNvSpPr>
            <a:spLocks xmlns:a="http://schemas.openxmlformats.org/drawingml/2006/main" noGrp="1"/>
          </p:cNvSpPr>
          <p:nvPr/>
        </p:nvSpPr>
        <p:spPr>
          <a:xfrm xmlns:a="http://schemas.openxmlformats.org/drawingml/2006/main">
            <a:off x="666750" y="6257925"/>
            <a:ext cx="6191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C3B9AA"/>
                </a:solidFill>
                <a:latin typeface="Georgia"/>
                <a:ea typeface="Georgia"/>
                <a:cs typeface="Georgia"/>
              </a:defRPr>
            </a:defPPr>
          </a:lstStyle>
          <a:p xmlns:a="http://schemas.openxmlformats.org/drawingml/2006/main">
            <a:pPr>
              <a:defRPr sz="1275" b="0">
                <a:solidFill>
                  <a:srgbClr val="C3B9AA"/>
                </a:solidFill>
                <a:latin typeface="Georgia"/>
                <a:ea typeface="Georgia"/>
                <a:cs typeface="Georgia"/>
              </a:defRPr>
            </a:pPr>
            <a:r>
              <a:rPr sz="1275" b="0">
                <a:solidFill>
                  <a:srgbClr val="C3B9AA"/>
                </a:solidFill>
                <a:latin typeface="Georgia"/>
                <a:ea typeface="Georgia"/>
                <a:cs typeface="Georgia"/>
              </a:rPr>
              <a:t>15 October 2026</a:t>
            </a:r>
          </a:p>
        </p:txBody>
      </p:sp>
    </p:spTree>
    <p:extLst>
      <p:ext uri="{BB962C8B-B14F-4D97-AF65-F5344CB8AC3E}">
        <p14:creationId xmlns:p14="http://schemas.microsoft.com/office/powerpoint/2010/main" val="1280575122"/>
      </p:ext>
    </p:extLst>
  </p:cSld>
</p:sld>
</file>

<file path=ppt/slides/slide2.xml><?xml version="1.0" encoding="utf-8"?>
<p:sld xmlns:p="http://schemas.openxmlformats.org/presentationml/2006/main">
  <p:cSld>
    <p:bg>
      <p:bgPr>
        <a:solidFill xmlns:a="http://schemas.openxmlformats.org/drawingml/2006/main">
          <a:srgbClr val="F4F0E8"/>
        </a:solidFill>
      </p:bgPr>
    </p:bg>
    <p:spTree>
      <p:nvGrpSpPr>
        <p:cNvPr id="1" name=""/>
        <p:cNvGrpSpPr/>
        <p:nvPr/>
      </p:nvGrpSpPr>
      <p:grpSpPr>
        <a:xfrm xmlns:a="http://schemas.openxmlformats.org/drawingml/2006/main"/>
      </p:grpSpPr>
      <p:sp>
        <p:nvSpPr>
          <p:cNvPr id="7" name="Can we detect it? The answer depends on what is known">
            <a:extLst xmlns:a="http://schemas.openxmlformats.org/drawingml/2006/main">
              <a:ext uri="{FF2B5EF4-FFF2-40B4-BE49-F238E27FC236}">
                <a16:creationId xmlns:a16="http://schemas.microsoft.com/office/drawing/2014/main" id="{99D8B817-B578-4C69-B14A-867981436EDF}"/>
              </a:ext>
            </a:extLst>
          </p:cNvPr>
          <p:cNvSpPr>
            <a:spLocks xmlns:a="http://schemas.openxmlformats.org/drawingml/2006/main" noGrp="1"/>
          </p:cNvSpPr>
          <p:nvPr/>
        </p:nvSpPr>
        <p:spPr>
          <a:xfrm xmlns:a="http://schemas.openxmlformats.org/drawingml/2006/main">
            <a:off x="609600" y="409575"/>
            <a:ext cx="109728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0">
                <a:solidFill>
                  <a:srgbClr val="242421"/>
                </a:solidFill>
                <a:latin typeface="Georgia"/>
                <a:ea typeface="Georgia"/>
                <a:cs typeface="Georgia"/>
              </a:defRPr>
            </a:defPPr>
          </a:lstStyle>
          <a:p xmlns:a="http://schemas.openxmlformats.org/drawingml/2006/main">
            <a:pPr>
              <a:defRPr sz="3300" b="0">
                <a:solidFill>
                  <a:srgbClr val="242421"/>
                </a:solidFill>
                <a:latin typeface="Georgia"/>
                <a:ea typeface="Georgia"/>
                <a:cs typeface="Georgia"/>
              </a:defRPr>
            </a:pPr>
            <a:r>
              <a:rPr sz="3300" b="0">
                <a:solidFill>
                  <a:srgbClr val="242421"/>
                </a:solidFill>
                <a:latin typeface="Georgia"/>
                <a:ea typeface="Georgia"/>
                <a:cs typeface="Georgia"/>
              </a:rPr>
              <a:t>Can we detect it? The answer depends on what is known</a:t>
            </a:r>
          </a:p>
        </p:txBody>
      </p:sp>
      <p:sp>
        <p:nvSpPr>
          <p:cNvPr id="2" name="02">
            <a:extLst xmlns:a="http://schemas.openxmlformats.org/drawingml/2006/main">
              <a:ext uri="{FF2B5EF4-FFF2-40B4-BE49-F238E27FC236}">
                <a16:creationId xmlns:a16="http://schemas.microsoft.com/office/drawing/2014/main" id="{3D7F70C8-194F-4E76-821E-70D322C50F0F}"/>
              </a:ext>
            </a:extLst>
          </p:cNvPr>
          <p:cNvSpPr>
            <a:spLocks xmlns:a="http://schemas.openxmlformats.org/drawingml/2006/main" noGrp="1"/>
          </p:cNvSpPr>
          <p:nvPr/>
        </p:nvSpPr>
        <p:spPr>
          <a:xfrm xmlns:a="http://schemas.openxmlformats.org/drawingml/2006/main">
            <a:off x="1114425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6E6A61"/>
                </a:solidFill>
                <a:latin typeface="Georgia"/>
                <a:ea typeface="Georgia"/>
                <a:cs typeface="Georgia"/>
              </a:defRPr>
            </a:defPPr>
          </a:lstStyle>
          <a:p xmlns:a="http://schemas.openxmlformats.org/drawingml/2006/main">
            <a:pPr algn="r">
              <a:defRPr sz="1275" b="0">
                <a:solidFill>
                  <a:srgbClr val="6E6A61"/>
                </a:solidFill>
                <a:latin typeface="Georgia"/>
                <a:ea typeface="Georgia"/>
                <a:cs typeface="Georgia"/>
              </a:defRPr>
            </a:pPr>
            <a:r>
              <a:rPr sz="1275" b="0">
                <a:solidFill>
                  <a:srgbClr val="6E6A61"/>
                </a:solidFill>
                <a:latin typeface="Georgia"/>
                <a:ea typeface="Georgia"/>
                <a:cs typeface="Georgia"/>
              </a:rPr>
              <a:t>02</a:t>
            </a:r>
          </a:p>
        </p:txBody>
      </p:sp>
      <p:sp>
        <p:nvSpPr>
          <p:cNvPr id="3" name="Yes, in the exact model">
            <a:extLst xmlns:a="http://schemas.openxmlformats.org/drawingml/2006/main">
              <a:ext uri="{FF2B5EF4-FFF2-40B4-BE49-F238E27FC236}">
                <a16:creationId xmlns:a16="http://schemas.microsoft.com/office/drawing/2014/main" id="{6D10D923-5631-46FC-A3B0-E6AA0C172870}"/>
              </a:ext>
            </a:extLst>
          </p:cNvPr>
          <p:cNvSpPr>
            <a:spLocks xmlns:a="http://schemas.openxmlformats.org/drawingml/2006/main" noGrp="1"/>
          </p:cNvSpPr>
          <p:nvPr/>
        </p:nvSpPr>
        <p:spPr>
          <a:xfrm xmlns:a="http://schemas.openxmlformats.org/drawingml/2006/main">
            <a:off x="609600" y="1743075"/>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050" b="0">
                <a:solidFill>
                  <a:srgbClr val="B4472B"/>
                </a:solidFill>
                <a:latin typeface="Georgia"/>
                <a:ea typeface="Georgia"/>
                <a:cs typeface="Georgia"/>
              </a:defRPr>
            </a:defPPr>
          </a:lstStyle>
          <a:p xmlns:a="http://schemas.openxmlformats.org/drawingml/2006/main">
            <a:pPr>
              <a:defRPr sz="4050" b="0">
                <a:solidFill>
                  <a:srgbClr val="B4472B"/>
                </a:solidFill>
                <a:latin typeface="Georgia"/>
                <a:ea typeface="Georgia"/>
                <a:cs typeface="Georgia"/>
              </a:defRPr>
            </a:pPr>
            <a:r>
              <a:rPr sz="4050" b="0">
                <a:solidFill>
                  <a:srgbClr val="B4472B"/>
                </a:solidFill>
                <a:latin typeface="Georgia"/>
                <a:ea typeface="Georgia"/>
                <a:cs typeface="Georgia"/>
              </a:rPr>
              <a:t>Yes, in the exact model</a:t>
            </a:r>
          </a:p>
        </p:txBody>
      </p:sp>
      <p:sp>
        <p:nvSpPr>
          <p:cNvPr id="4" name="CO produces a nonzero spectral change. A matched reference&#10;lets us rec">
            <a:extLst xmlns:a="http://schemas.openxmlformats.org/drawingml/2006/main">
              <a:ext uri="{FF2B5EF4-FFF2-40B4-BE49-F238E27FC236}">
                <a16:creationId xmlns:a16="http://schemas.microsoft.com/office/drawing/2014/main" id="{C283C5F0-B9B4-4EB0-BC23-4065DFE8AC49}"/>
              </a:ext>
            </a:extLst>
          </p:cNvPr>
          <p:cNvSpPr>
            <a:spLocks xmlns:a="http://schemas.openxmlformats.org/drawingml/2006/main" noGrp="1"/>
          </p:cNvSpPr>
          <p:nvPr/>
        </p:nvSpPr>
        <p:spPr>
          <a:xfrm xmlns:a="http://schemas.openxmlformats.org/drawingml/2006/main">
            <a:off x="628650" y="2667000"/>
            <a:ext cx="10763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b="0">
                <a:solidFill>
                  <a:srgbClr val="242421"/>
                </a:solidFill>
                <a:latin typeface="Georgia"/>
                <a:ea typeface="Georgia"/>
                <a:cs typeface="Georgia"/>
              </a:defRPr>
            </a:defPPr>
          </a:lstStyle>
          <a:p xmlns:a="http://schemas.openxmlformats.org/drawingml/2006/main">
            <a:pPr>
              <a:defRPr sz="2475" b="0">
                <a:solidFill>
                  <a:srgbClr val="242421"/>
                </a:solidFill>
                <a:latin typeface="Georgia"/>
                <a:ea typeface="Georgia"/>
                <a:cs typeface="Georgia"/>
              </a:defRPr>
            </a:pPr>
            <a:r>
              <a:rPr sz="2475" b="0">
                <a:solidFill>
                  <a:srgbClr val="242421"/>
                </a:solidFill>
                <a:latin typeface="Georgia"/>
                <a:ea typeface="Georgia"/>
                <a:cs typeface="Georgia"/>
              </a:rPr>
              <a:t>CO produces a nonzero spectral change. A matched reference</a:t>
            </a:r>
          </a:p>
          <a:p xmlns:a="http://schemas.openxmlformats.org/drawingml/2006/main">
            <a:pPr>
              <a:defRPr sz="2475" b="0">
                <a:solidFill>
                  <a:srgbClr val="242421"/>
                </a:solidFill>
                <a:latin typeface="Georgia"/>
                <a:ea typeface="Georgia"/>
                <a:cs typeface="Georgia"/>
              </a:defRPr>
            </a:pPr>
            <a:r>
              <a:rPr sz="2475" b="0">
                <a:solidFill>
                  <a:srgbClr val="242421"/>
                </a:solidFill>
                <a:latin typeface="Georgia"/>
                <a:ea typeface="Georgia"/>
                <a:cs typeface="Georgia"/>
              </a:rPr>
              <a:t>lets us recover its added absorption.</a:t>
            </a:r>
          </a:p>
        </p:txBody>
      </p:sp>
      <p:sp>
        <p:nvSpPr>
          <p:cNvPr id="5" name="With an unrestricted unknown atmosphere, the split is not unique.">
            <a:extLst xmlns:a="http://schemas.openxmlformats.org/drawingml/2006/main">
              <a:ext uri="{FF2B5EF4-FFF2-40B4-BE49-F238E27FC236}">
                <a16:creationId xmlns:a16="http://schemas.microsoft.com/office/drawing/2014/main" id="{0D63F03F-95AA-4BD5-9942-B40A691B45BA}"/>
              </a:ext>
            </a:extLst>
          </p:cNvPr>
          <p:cNvSpPr>
            <a:spLocks xmlns:a="http://schemas.openxmlformats.org/drawingml/2006/main" noGrp="1"/>
          </p:cNvSpPr>
          <p:nvPr/>
        </p:nvSpPr>
        <p:spPr>
          <a:xfrm xmlns:a="http://schemas.openxmlformats.org/drawingml/2006/main">
            <a:off x="628650" y="4162425"/>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242421"/>
                </a:solidFill>
                <a:latin typeface="Georgia"/>
                <a:ea typeface="Georgia"/>
                <a:cs typeface="Georgia"/>
              </a:defRPr>
            </a:defPPr>
          </a:lstStyle>
          <a:p xmlns:a="http://schemas.openxmlformats.org/drawingml/2006/main">
            <a:pPr>
              <a:defRPr sz="2325" b="0">
                <a:solidFill>
                  <a:srgbClr val="242421"/>
                </a:solidFill>
                <a:latin typeface="Georgia"/>
                <a:ea typeface="Georgia"/>
                <a:cs typeface="Georgia"/>
              </a:defRPr>
            </a:pPr>
            <a:r>
              <a:rPr sz="2325" b="0">
                <a:solidFill>
                  <a:srgbClr val="242421"/>
                </a:solidFill>
                <a:latin typeface="Georgia"/>
                <a:ea typeface="Georgia"/>
                <a:cs typeface="Georgia"/>
              </a:rPr>
              <a:t>With an unrestricted unknown atmosphere, the split is not unique.</a:t>
            </a:r>
          </a:p>
        </p:txBody>
      </p:sp>
      <p:sp>
        <p:nvSpPr>
          <p:cNvPr id="6" name="A practical detection limit still needs measured precision&#10;and a model">
            <a:extLst xmlns:a="http://schemas.openxmlformats.org/drawingml/2006/main">
              <a:ext uri="{FF2B5EF4-FFF2-40B4-BE49-F238E27FC236}">
                <a16:creationId xmlns:a16="http://schemas.microsoft.com/office/drawing/2014/main" id="{38EFDBA7-847B-4C19-9374-305BA2F22FE5}"/>
              </a:ext>
            </a:extLst>
          </p:cNvPr>
          <p:cNvSpPr>
            <a:spLocks xmlns:a="http://schemas.openxmlformats.org/drawingml/2006/main" noGrp="1"/>
          </p:cNvSpPr>
          <p:nvPr/>
        </p:nvSpPr>
        <p:spPr>
          <a:xfrm xmlns:a="http://schemas.openxmlformats.org/drawingml/2006/main">
            <a:off x="628650" y="5353050"/>
            <a:ext cx="10620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6E6A61"/>
                </a:solidFill>
                <a:latin typeface="Georgia"/>
                <a:ea typeface="Georgia"/>
                <a:cs typeface="Georgia"/>
              </a:defRPr>
            </a:defPPr>
          </a:lstStyle>
          <a:p xmlns:a="http://schemas.openxmlformats.org/drawingml/2006/main">
            <a:pPr>
              <a:defRPr sz="2025" b="0">
                <a:solidFill>
                  <a:srgbClr val="6E6A61"/>
                </a:solidFill>
                <a:latin typeface="Georgia"/>
                <a:ea typeface="Georgia"/>
                <a:cs typeface="Georgia"/>
              </a:defRPr>
            </a:pPr>
            <a:r>
              <a:rPr sz="2025" b="0">
                <a:solidFill>
                  <a:srgbClr val="6E6A61"/>
                </a:solidFill>
                <a:latin typeface="Georgia"/>
                <a:ea typeface="Georgia"/>
                <a:cs typeface="Georgia"/>
              </a:rPr>
              <a:t>A practical detection limit still needs measured precision</a:t>
            </a:r>
          </a:p>
          <a:p xmlns:a="http://schemas.openxmlformats.org/drawingml/2006/main">
            <a:pPr>
              <a:defRPr sz="2025" b="0">
                <a:solidFill>
                  <a:srgbClr val="6E6A61"/>
                </a:solidFill>
                <a:latin typeface="Georgia"/>
                <a:ea typeface="Georgia"/>
                <a:cs typeface="Georgia"/>
              </a:defRPr>
            </a:pPr>
            <a:r>
              <a:rPr sz="2025" b="0">
                <a:solidFill>
                  <a:srgbClr val="6E6A61"/>
                </a:solidFill>
                <a:latin typeface="Georgia"/>
                <a:ea typeface="Georgia"/>
                <a:cs typeface="Georgia"/>
              </a:rPr>
              <a:t>and a model of calibration and atmospheric errors.</a:t>
            </a:r>
          </a:p>
        </p:txBody>
      </p:sp>
    </p:spTree>
    <p:extLst>
      <p:ext uri="{BB962C8B-B14F-4D97-AF65-F5344CB8AC3E}">
        <p14:creationId xmlns:p14="http://schemas.microsoft.com/office/powerpoint/2010/main" val="1205876841"/>
      </p:ext>
    </p:extLst>
  </p:cSld>
</p:sld>
</file>

<file path=ppt/slides/slide3.xml><?xml version="1.0" encoding="utf-8"?>
<p:sld xmlns:p="http://schemas.openxmlformats.org/presentationml/2006/main">
  <p:cSld>
    <p:bg>
      <p:bgPr>
        <a:solidFill xmlns:a="http://schemas.openxmlformats.org/drawingml/2006/main">
          <a:srgbClr val="F4F0E8"/>
        </a:solidFill>
      </p:bgPr>
    </p:bg>
    <p:spTree>
      <p:nvGrpSpPr>
        <p:cNvPr id="1" name=""/>
        <p:cNvGrpSpPr/>
        <p:nvPr/>
      </p:nvGrpSpPr>
      <p:grpSpPr>
        <a:xfrm xmlns:a="http://schemas.openxmlformats.org/drawingml/2006/main"/>
      </p:grpSpPr>
      <p:sp>
        <p:nvSpPr>
          <p:cNvPr id="20" name="The electric field can excite CO rotation">
            <a:extLst xmlns:a="http://schemas.openxmlformats.org/drawingml/2006/main">
              <a:ext uri="{FF2B5EF4-FFF2-40B4-BE49-F238E27FC236}">
                <a16:creationId xmlns:a16="http://schemas.microsoft.com/office/drawing/2014/main" id="{8DE71A67-D201-45EF-A712-CC35FD65704B}"/>
              </a:ext>
            </a:extLst>
          </p:cNvPr>
          <p:cNvSpPr>
            <a:spLocks xmlns:a="http://schemas.openxmlformats.org/drawingml/2006/main" noGrp="1"/>
          </p:cNvSpPr>
          <p:nvPr/>
        </p:nvSpPr>
        <p:spPr>
          <a:xfrm xmlns:a="http://schemas.openxmlformats.org/drawingml/2006/main">
            <a:off x="609600" y="409575"/>
            <a:ext cx="109728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0">
                <a:solidFill>
                  <a:srgbClr val="242421"/>
                </a:solidFill>
                <a:latin typeface="Georgia"/>
                <a:ea typeface="Georgia"/>
                <a:cs typeface="Georgia"/>
              </a:defRPr>
            </a:defPPr>
          </a:lstStyle>
          <a:p xmlns:a="http://schemas.openxmlformats.org/drawingml/2006/main">
            <a:pPr>
              <a:defRPr sz="3300" b="0">
                <a:solidFill>
                  <a:srgbClr val="242421"/>
                </a:solidFill>
                <a:latin typeface="Georgia"/>
                <a:ea typeface="Georgia"/>
                <a:cs typeface="Georgia"/>
              </a:defRPr>
            </a:pPr>
            <a:r>
              <a:rPr sz="3300" b="0">
                <a:solidFill>
                  <a:srgbClr val="242421"/>
                </a:solidFill>
                <a:latin typeface="Georgia"/>
                <a:ea typeface="Georgia"/>
                <a:cs typeface="Georgia"/>
              </a:rPr>
              <a:t>The electric field can excite CO rotation</a:t>
            </a:r>
          </a:p>
        </p:txBody>
      </p:sp>
      <p:sp>
        <p:nvSpPr>
          <p:cNvPr id="2" name="CO ground vibrational state. Rigid rotor approximation; catalog freque">
            <a:extLst xmlns:a="http://schemas.openxmlformats.org/drawingml/2006/main">
              <a:ext uri="{FF2B5EF4-FFF2-40B4-BE49-F238E27FC236}">
                <a16:creationId xmlns:a16="http://schemas.microsoft.com/office/drawing/2014/main" id="{4A442B2B-8814-465B-9752-EAEC7809C0E4}"/>
              </a:ext>
            </a:extLst>
          </p:cNvPr>
          <p:cNvSpPr>
            <a:spLocks xmlns:a="http://schemas.openxmlformats.org/drawingml/2006/main" noGrp="1"/>
          </p:cNvSpPr>
          <p:nvPr/>
        </p:nvSpPr>
        <p:spPr>
          <a:xfrm xmlns:a="http://schemas.openxmlformats.org/drawingml/2006/main">
            <a:off x="609600" y="6362700"/>
            <a:ext cx="1038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E6A61"/>
                </a:solidFill>
                <a:latin typeface="Georgia"/>
                <a:ea typeface="Georgia"/>
                <a:cs typeface="Georgia"/>
              </a:defRPr>
            </a:defPPr>
          </a:lstStyle>
          <a:p xmlns:a="http://schemas.openxmlformats.org/drawingml/2006/main">
            <a:pPr>
              <a:defRPr sz="1200" b="0">
                <a:solidFill>
                  <a:srgbClr val="6E6A61"/>
                </a:solidFill>
                <a:latin typeface="Georgia"/>
                <a:ea typeface="Georgia"/>
                <a:cs typeface="Georgia"/>
              </a:defRPr>
            </a:pPr>
            <a:r>
              <a:rPr sz="1200" b="0">
                <a:solidFill>
                  <a:srgbClr val="6E6A61"/>
                </a:solidFill>
                <a:latin typeface="Georgia"/>
                <a:ea typeface="Georgia"/>
                <a:cs typeface="Georgia"/>
              </a:rPr>
              <a:t>CO ground vibrational state. Rigid rotor approximation; catalog frequencies include corrections.</a:t>
            </a:r>
          </a:p>
        </p:txBody>
      </p:sp>
      <p:sp>
        <p:nvSpPr>
          <p:cNvPr id="3" name="03">
            <a:extLst xmlns:a="http://schemas.openxmlformats.org/drawingml/2006/main">
              <a:ext uri="{FF2B5EF4-FFF2-40B4-BE49-F238E27FC236}">
                <a16:creationId xmlns:a16="http://schemas.microsoft.com/office/drawing/2014/main" id="{7AD3FA9B-F86A-4793-853D-62643FF53B36}"/>
              </a:ext>
            </a:extLst>
          </p:cNvPr>
          <p:cNvSpPr>
            <a:spLocks xmlns:a="http://schemas.openxmlformats.org/drawingml/2006/main" noGrp="1"/>
          </p:cNvSpPr>
          <p:nvPr/>
        </p:nvSpPr>
        <p:spPr>
          <a:xfrm xmlns:a="http://schemas.openxmlformats.org/drawingml/2006/main">
            <a:off x="1114425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6E6A61"/>
                </a:solidFill>
                <a:latin typeface="Georgia"/>
                <a:ea typeface="Georgia"/>
                <a:cs typeface="Georgia"/>
              </a:defRPr>
            </a:defPPr>
          </a:lstStyle>
          <a:p xmlns:a="http://schemas.openxmlformats.org/drawingml/2006/main">
            <a:pPr algn="r">
              <a:defRPr sz="1275" b="0">
                <a:solidFill>
                  <a:srgbClr val="6E6A61"/>
                </a:solidFill>
                <a:latin typeface="Georgia"/>
                <a:ea typeface="Georgia"/>
                <a:cs typeface="Georgia"/>
              </a:defRPr>
            </a:pPr>
            <a:r>
              <a:rPr sz="1275" b="0">
                <a:solidFill>
                  <a:srgbClr val="6E6A61"/>
                </a:solidFill>
                <a:latin typeface="Georgia"/>
                <a:ea typeface="Georgia"/>
                <a:cs typeface="Georgia"/>
              </a:rPr>
              <a:t>03</a:t>
            </a:r>
          </a:p>
        </p:txBody>
      </p:sp>
      <p:sp>
        <p:nvSpPr>
          <p:cNvPr id="4" name="CO has a permanent electric dipole.&#10;The wave couples to its rotational">
            <a:extLst xmlns:a="http://schemas.openxmlformats.org/drawingml/2006/main">
              <a:ext uri="{FF2B5EF4-FFF2-40B4-BE49-F238E27FC236}">
                <a16:creationId xmlns:a16="http://schemas.microsoft.com/office/drawing/2014/main" id="{FEB4213E-CC8F-4178-9C80-D15E9568A1A1}"/>
              </a:ext>
            </a:extLst>
          </p:cNvPr>
          <p:cNvSpPr>
            <a:spLocks xmlns:a="http://schemas.openxmlformats.org/drawingml/2006/main" noGrp="1"/>
          </p:cNvSpPr>
          <p:nvPr/>
        </p:nvSpPr>
        <p:spPr>
          <a:xfrm xmlns:a="http://schemas.openxmlformats.org/drawingml/2006/main">
            <a:off x="609600" y="1695450"/>
            <a:ext cx="10763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242421"/>
                </a:solidFill>
                <a:latin typeface="Georgia"/>
                <a:ea typeface="Georgia"/>
                <a:cs typeface="Georgia"/>
              </a:defRPr>
            </a:defPPr>
          </a:lstStyle>
          <a:p xmlns:a="http://schemas.openxmlformats.org/drawingml/2006/main">
            <a:pPr>
              <a:defRPr sz="2325" b="0">
                <a:solidFill>
                  <a:srgbClr val="242421"/>
                </a:solidFill>
                <a:latin typeface="Georgia"/>
                <a:ea typeface="Georgia"/>
                <a:cs typeface="Georgia"/>
              </a:defRPr>
            </a:pPr>
            <a:r>
              <a:rPr sz="2325" b="0">
                <a:solidFill>
                  <a:srgbClr val="242421"/>
                </a:solidFill>
                <a:latin typeface="Georgia"/>
                <a:ea typeface="Georgia"/>
                <a:cs typeface="Georgia"/>
              </a:rPr>
              <a:t>CO has a permanent electric dipole.</a:t>
            </a:r>
          </a:p>
          <a:p xmlns:a="http://schemas.openxmlformats.org/drawingml/2006/main">
            <a:pPr>
              <a:defRPr sz="2325" b="0">
                <a:solidFill>
                  <a:srgbClr val="242421"/>
                </a:solidFill>
                <a:latin typeface="Georgia"/>
                <a:ea typeface="Georgia"/>
                <a:cs typeface="Georgia"/>
              </a:defRPr>
            </a:pPr>
            <a:r>
              <a:rPr sz="2325" b="0">
                <a:solidFill>
                  <a:srgbClr val="242421"/>
                </a:solidFill>
                <a:latin typeface="Georgia"/>
                <a:ea typeface="Georgia"/>
                <a:cs typeface="Georgia"/>
              </a:rPr>
              <a:t>The wave couples to its rotational states.</a:t>
            </a:r>
          </a:p>
        </p:txBody>
      </p:sp>
      <p:sp>
        <p:nvSpPr>
          <p:cNvPr id="5" name="E">
            <a:extLst xmlns:a="http://schemas.openxmlformats.org/drawingml/2006/main">
              <a:ext uri="{FF2B5EF4-FFF2-40B4-BE49-F238E27FC236}">
                <a16:creationId xmlns:a16="http://schemas.microsoft.com/office/drawing/2014/main" id="{2B92010F-7C28-40EF-B14B-56A89FD6D834}"/>
              </a:ext>
            </a:extLst>
          </p:cNvPr>
          <p:cNvSpPr>
            <a:spLocks xmlns:a="http://schemas.openxmlformats.org/drawingml/2006/main" noGrp="1"/>
          </p:cNvSpPr>
          <p:nvPr/>
        </p:nvSpPr>
        <p:spPr>
          <a:xfrm xmlns:a="http://schemas.openxmlformats.org/drawingml/2006/main">
            <a:off x="609600" y="2962275"/>
            <a:ext cx="298609" cy="5757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925" b="0">
                <a:solidFill>
                  <a:srgbClr val="242421"/>
                </a:solidFill>
                <a:latin typeface="Georgia"/>
                <a:ea typeface="Georgia"/>
                <a:cs typeface="Georgia"/>
              </a:defRPr>
            </a:defPPr>
          </a:lstStyle>
          <a:p xmlns:a="http://schemas.openxmlformats.org/drawingml/2006/main">
            <a:pPr>
              <a:defRPr sz="2925" b="0">
                <a:solidFill>
                  <a:srgbClr val="242421"/>
                </a:solidFill>
                <a:latin typeface="Georgia"/>
                <a:ea typeface="Georgia"/>
                <a:cs typeface="Georgia"/>
              </a:defRPr>
            </a:pPr>
            <a:r>
              <a:rPr sz="2925" b="0">
                <a:solidFill>
                  <a:srgbClr val="242421"/>
                </a:solidFill>
                <a:latin typeface="Georgia"/>
                <a:ea typeface="Georgia"/>
                <a:cs typeface="Georgia"/>
              </a:rPr>
              <a:t>E</a:t>
            </a:r>
          </a:p>
        </p:txBody>
      </p:sp>
      <p:sp>
        <p:nvSpPr>
          <p:cNvPr id="6" name="J">
            <a:extLst xmlns:a="http://schemas.openxmlformats.org/drawingml/2006/main">
              <a:ext uri="{FF2B5EF4-FFF2-40B4-BE49-F238E27FC236}">
                <a16:creationId xmlns:a16="http://schemas.microsoft.com/office/drawing/2014/main" id="{A655DF5B-7333-41CE-8F87-7D52D00170F6}"/>
              </a:ext>
            </a:extLst>
          </p:cNvPr>
          <p:cNvSpPr>
            <a:spLocks xmlns:a="http://schemas.openxmlformats.org/drawingml/2006/main" noGrp="1"/>
          </p:cNvSpPr>
          <p:nvPr/>
        </p:nvSpPr>
        <p:spPr>
          <a:xfrm xmlns:a="http://schemas.openxmlformats.org/drawingml/2006/main">
            <a:off x="870109" y="3140583"/>
            <a:ext cx="174982" cy="5757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784" b="0">
                <a:solidFill>
                  <a:srgbClr val="242421"/>
                </a:solidFill>
                <a:latin typeface="Georgia"/>
                <a:ea typeface="Georgia"/>
                <a:cs typeface="Georgia"/>
              </a:defRPr>
            </a:defPPr>
          </a:lstStyle>
          <a:p xmlns:a="http://schemas.openxmlformats.org/drawingml/2006/main">
            <a:pPr>
              <a:defRPr sz="1784" b="0">
                <a:solidFill>
                  <a:srgbClr val="242421"/>
                </a:solidFill>
                <a:latin typeface="Georgia"/>
                <a:ea typeface="Georgia"/>
                <a:cs typeface="Georgia"/>
              </a:defRPr>
            </a:pPr>
            <a:r>
              <a:rPr sz="1784" b="0">
                <a:solidFill>
                  <a:srgbClr val="242421"/>
                </a:solidFill>
                <a:latin typeface="Georgia"/>
                <a:ea typeface="Georgia"/>
                <a:cs typeface="Georgia"/>
              </a:rPr>
              <a:t>J</a:t>
            </a:r>
          </a:p>
        </p:txBody>
      </p:sp>
      <p:sp>
        <p:nvSpPr>
          <p:cNvPr id="7" name=" = h">
            <a:extLst xmlns:a="http://schemas.openxmlformats.org/drawingml/2006/main">
              <a:ext uri="{FF2B5EF4-FFF2-40B4-BE49-F238E27FC236}">
                <a16:creationId xmlns:a16="http://schemas.microsoft.com/office/drawing/2014/main" id="{E8E72BC1-576F-4DAE-9611-130A933954B7}"/>
              </a:ext>
            </a:extLst>
          </p:cNvPr>
          <p:cNvSpPr>
            <a:spLocks xmlns:a="http://schemas.openxmlformats.org/drawingml/2006/main" noGrp="1"/>
          </p:cNvSpPr>
          <p:nvPr/>
        </p:nvSpPr>
        <p:spPr>
          <a:xfrm xmlns:a="http://schemas.openxmlformats.org/drawingml/2006/main">
            <a:off x="1006991" y="2962275"/>
            <a:ext cx="688658" cy="5757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925" b="0">
                <a:solidFill>
                  <a:srgbClr val="242421"/>
                </a:solidFill>
                <a:latin typeface="Georgia"/>
                <a:ea typeface="Georgia"/>
                <a:cs typeface="Georgia"/>
              </a:defRPr>
            </a:defPPr>
          </a:lstStyle>
          <a:p xmlns:a="http://schemas.openxmlformats.org/drawingml/2006/main">
            <a:pPr>
              <a:defRPr sz="2925" b="0">
                <a:solidFill>
                  <a:srgbClr val="242421"/>
                </a:solidFill>
                <a:latin typeface="Georgia"/>
                <a:ea typeface="Georgia"/>
                <a:cs typeface="Georgia"/>
              </a:defRPr>
            </a:pPr>
            <a:r>
              <a:rPr sz="2925" b="0">
                <a:solidFill>
                  <a:srgbClr val="242421"/>
                </a:solidFill>
                <a:latin typeface="Georgia"/>
                <a:ea typeface="Georgia"/>
                <a:cs typeface="Georgia"/>
              </a:rPr>
              <a:t> = h</a:t>
            </a:r>
          </a:p>
        </p:txBody>
      </p:sp>
      <p:sp>
        <p:nvSpPr>
          <p:cNvPr id="8" name="P">
            <a:extLst xmlns:a="http://schemas.openxmlformats.org/drawingml/2006/main">
              <a:ext uri="{FF2B5EF4-FFF2-40B4-BE49-F238E27FC236}">
                <a16:creationId xmlns:a16="http://schemas.microsoft.com/office/drawing/2014/main" id="{E1909875-3B7D-4A19-8610-398281CF4D12}"/>
              </a:ext>
            </a:extLst>
          </p:cNvPr>
          <p:cNvSpPr>
            <a:spLocks xmlns:a="http://schemas.openxmlformats.org/drawingml/2006/main" noGrp="1"/>
          </p:cNvSpPr>
          <p:nvPr/>
        </p:nvSpPr>
        <p:spPr>
          <a:xfrm xmlns:a="http://schemas.openxmlformats.org/drawingml/2006/main">
            <a:off x="1657548" y="3140583"/>
            <a:ext cx="195376" cy="5757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784" b="0">
                <a:solidFill>
                  <a:srgbClr val="242421"/>
                </a:solidFill>
                <a:latin typeface="Georgia"/>
                <a:ea typeface="Georgia"/>
                <a:cs typeface="Georgia"/>
              </a:defRPr>
            </a:defPPr>
          </a:lstStyle>
          <a:p xmlns:a="http://schemas.openxmlformats.org/drawingml/2006/main">
            <a:pPr>
              <a:defRPr sz="1784" b="0">
                <a:solidFill>
                  <a:srgbClr val="242421"/>
                </a:solidFill>
                <a:latin typeface="Georgia"/>
                <a:ea typeface="Georgia"/>
                <a:cs typeface="Georgia"/>
              </a:defRPr>
            </a:pPr>
            <a:r>
              <a:rPr sz="1784" b="0">
                <a:solidFill>
                  <a:srgbClr val="242421"/>
                </a:solidFill>
                <a:latin typeface="Georgia"/>
                <a:ea typeface="Georgia"/>
                <a:cs typeface="Georgia"/>
              </a:rPr>
              <a:t>P</a:t>
            </a:r>
          </a:p>
        </p:txBody>
      </p:sp>
      <p:sp>
        <p:nvSpPr>
          <p:cNvPr id="9" name=" B J(J + 1)">
            <a:extLst xmlns:a="http://schemas.openxmlformats.org/drawingml/2006/main">
              <a:ext uri="{FF2B5EF4-FFF2-40B4-BE49-F238E27FC236}">
                <a16:creationId xmlns:a16="http://schemas.microsoft.com/office/drawing/2014/main" id="{7DD9D8C0-A8FB-4E13-B27A-3DFBB0BCDEF1}"/>
              </a:ext>
            </a:extLst>
          </p:cNvPr>
          <p:cNvSpPr>
            <a:spLocks xmlns:a="http://schemas.openxmlformats.org/drawingml/2006/main" noGrp="1"/>
          </p:cNvSpPr>
          <p:nvPr/>
        </p:nvSpPr>
        <p:spPr>
          <a:xfrm xmlns:a="http://schemas.openxmlformats.org/drawingml/2006/main">
            <a:off x="1814824" y="2962275"/>
            <a:ext cx="1721358" cy="5757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925" b="0">
                <a:solidFill>
                  <a:srgbClr val="242421"/>
                </a:solidFill>
                <a:latin typeface="Georgia"/>
                <a:ea typeface="Georgia"/>
                <a:cs typeface="Georgia"/>
              </a:defRPr>
            </a:defPPr>
          </a:lstStyle>
          <a:p xmlns:a="http://schemas.openxmlformats.org/drawingml/2006/main">
            <a:pPr>
              <a:defRPr sz="2925" b="0">
                <a:solidFill>
                  <a:srgbClr val="242421"/>
                </a:solidFill>
                <a:latin typeface="Georgia"/>
                <a:ea typeface="Georgia"/>
                <a:cs typeface="Georgia"/>
              </a:defRPr>
            </a:pPr>
            <a:r>
              <a:rPr sz="2925" b="0">
                <a:solidFill>
                  <a:srgbClr val="242421"/>
                </a:solidFill>
                <a:latin typeface="Georgia"/>
                <a:ea typeface="Georgia"/>
                <a:cs typeface="Georgia"/>
              </a:rPr>
              <a:t> B J(J + 1)</a:t>
            </a:r>
          </a:p>
        </p:txBody>
      </p:sp>
      <p:sp>
        <p:nvSpPr>
          <p:cNvPr id="10" name="h">
            <a:extLst xmlns:a="http://schemas.openxmlformats.org/drawingml/2006/main">
              <a:ext uri="{FF2B5EF4-FFF2-40B4-BE49-F238E27FC236}">
                <a16:creationId xmlns:a16="http://schemas.microsoft.com/office/drawing/2014/main" id="{7AF8E1BB-29F5-48F5-8247-6D6AF88160D1}"/>
              </a:ext>
            </a:extLst>
          </p:cNvPr>
          <p:cNvSpPr>
            <a:spLocks xmlns:a="http://schemas.openxmlformats.org/drawingml/2006/main" noGrp="1"/>
          </p:cNvSpPr>
          <p:nvPr/>
        </p:nvSpPr>
        <p:spPr>
          <a:xfrm xmlns:a="http://schemas.openxmlformats.org/drawingml/2006/main">
            <a:off x="609600" y="3819525"/>
            <a:ext cx="272606" cy="5757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925" b="0">
                <a:solidFill>
                  <a:srgbClr val="242421"/>
                </a:solidFill>
                <a:latin typeface="Georgia"/>
                <a:ea typeface="Georgia"/>
                <a:cs typeface="Georgia"/>
              </a:defRPr>
            </a:defPPr>
          </a:lstStyle>
          <a:p xmlns:a="http://schemas.openxmlformats.org/drawingml/2006/main">
            <a:pPr>
              <a:defRPr sz="2925" b="0">
                <a:solidFill>
                  <a:srgbClr val="242421"/>
                </a:solidFill>
                <a:latin typeface="Georgia"/>
                <a:ea typeface="Georgia"/>
                <a:cs typeface="Georgia"/>
              </a:defRPr>
            </a:pPr>
            <a:r>
              <a:rPr sz="2925" b="0">
                <a:solidFill>
                  <a:srgbClr val="242421"/>
                </a:solidFill>
                <a:latin typeface="Georgia"/>
                <a:ea typeface="Georgia"/>
                <a:cs typeface="Georgia"/>
              </a:rPr>
              <a:t>h</a:t>
            </a:r>
          </a:p>
        </p:txBody>
      </p:sp>
      <p:sp>
        <p:nvSpPr>
          <p:cNvPr id="11" name="P">
            <a:extLst xmlns:a="http://schemas.openxmlformats.org/drawingml/2006/main">
              <a:ext uri="{FF2B5EF4-FFF2-40B4-BE49-F238E27FC236}">
                <a16:creationId xmlns:a16="http://schemas.microsoft.com/office/drawing/2014/main" id="{0F89E4AB-A991-41A2-95CE-A03467820319}"/>
              </a:ext>
            </a:extLst>
          </p:cNvPr>
          <p:cNvSpPr>
            <a:spLocks xmlns:a="http://schemas.openxmlformats.org/drawingml/2006/main" noGrp="1"/>
          </p:cNvSpPr>
          <p:nvPr/>
        </p:nvSpPr>
        <p:spPr>
          <a:xfrm xmlns:a="http://schemas.openxmlformats.org/drawingml/2006/main">
            <a:off x="844106" y="3997833"/>
            <a:ext cx="195376" cy="5757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784" b="0">
                <a:solidFill>
                  <a:srgbClr val="242421"/>
                </a:solidFill>
                <a:latin typeface="Georgia"/>
                <a:ea typeface="Georgia"/>
                <a:cs typeface="Georgia"/>
              </a:defRPr>
            </a:defPPr>
          </a:lstStyle>
          <a:p xmlns:a="http://schemas.openxmlformats.org/drawingml/2006/main">
            <a:pPr>
              <a:defRPr sz="1784" b="0">
                <a:solidFill>
                  <a:srgbClr val="242421"/>
                </a:solidFill>
                <a:latin typeface="Georgia"/>
                <a:ea typeface="Georgia"/>
                <a:cs typeface="Georgia"/>
              </a:defRPr>
            </a:pPr>
            <a:r>
              <a:rPr sz="1784" b="0">
                <a:solidFill>
                  <a:srgbClr val="242421"/>
                </a:solidFill>
                <a:latin typeface="Georgia"/>
                <a:ea typeface="Georgia"/>
                <a:cs typeface="Georgia"/>
              </a:rPr>
              <a:t>P</a:t>
            </a:r>
          </a:p>
        </p:txBody>
      </p:sp>
      <p:sp>
        <p:nvSpPr>
          <p:cNvPr id="12" name=" f">
            <a:extLst xmlns:a="http://schemas.openxmlformats.org/drawingml/2006/main">
              <a:ext uri="{FF2B5EF4-FFF2-40B4-BE49-F238E27FC236}">
                <a16:creationId xmlns:a16="http://schemas.microsoft.com/office/drawing/2014/main" id="{DD7DEBE4-859A-4A4F-A163-D94ACA4B889C}"/>
              </a:ext>
            </a:extLst>
          </p:cNvPr>
          <p:cNvSpPr>
            <a:spLocks xmlns:a="http://schemas.openxmlformats.org/drawingml/2006/main" noGrp="1"/>
          </p:cNvSpPr>
          <p:nvPr/>
        </p:nvSpPr>
        <p:spPr>
          <a:xfrm xmlns:a="http://schemas.openxmlformats.org/drawingml/2006/main">
            <a:off x="1001381" y="3819525"/>
            <a:ext cx="268891" cy="5757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925" b="0">
                <a:solidFill>
                  <a:srgbClr val="242421"/>
                </a:solidFill>
                <a:latin typeface="Georgia"/>
                <a:ea typeface="Georgia"/>
                <a:cs typeface="Georgia"/>
              </a:defRPr>
            </a:defPPr>
          </a:lstStyle>
          <a:p xmlns:a="http://schemas.openxmlformats.org/drawingml/2006/main">
            <a:pPr>
              <a:defRPr sz="2925" b="0">
                <a:solidFill>
                  <a:srgbClr val="242421"/>
                </a:solidFill>
                <a:latin typeface="Georgia"/>
                <a:ea typeface="Georgia"/>
                <a:cs typeface="Georgia"/>
              </a:defRPr>
            </a:pPr>
            <a:r>
              <a:rPr sz="2925" b="0">
                <a:solidFill>
                  <a:srgbClr val="242421"/>
                </a:solidFill>
                <a:latin typeface="Georgia"/>
                <a:ea typeface="Georgia"/>
                <a:cs typeface="Georgia"/>
              </a:rPr>
              <a:t> f</a:t>
            </a:r>
          </a:p>
        </p:txBody>
      </p:sp>
      <p:sp>
        <p:nvSpPr>
          <p:cNvPr id="13" name="0">
            <a:extLst xmlns:a="http://schemas.openxmlformats.org/drawingml/2006/main">
              <a:ext uri="{FF2B5EF4-FFF2-40B4-BE49-F238E27FC236}">
                <a16:creationId xmlns:a16="http://schemas.microsoft.com/office/drawing/2014/main" id="{BEC83ECB-175B-418A-8D50-12EF22CFCB80}"/>
              </a:ext>
            </a:extLst>
          </p:cNvPr>
          <p:cNvSpPr>
            <a:spLocks xmlns:a="http://schemas.openxmlformats.org/drawingml/2006/main" noGrp="1"/>
          </p:cNvSpPr>
          <p:nvPr/>
        </p:nvSpPr>
        <p:spPr>
          <a:xfrm xmlns:a="http://schemas.openxmlformats.org/drawingml/2006/main">
            <a:off x="1232172" y="3997833"/>
            <a:ext cx="195376" cy="5757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784" b="0">
                <a:solidFill>
                  <a:srgbClr val="242421"/>
                </a:solidFill>
                <a:latin typeface="Georgia"/>
                <a:ea typeface="Georgia"/>
                <a:cs typeface="Georgia"/>
              </a:defRPr>
            </a:defPPr>
          </a:lstStyle>
          <a:p xmlns:a="http://schemas.openxmlformats.org/drawingml/2006/main">
            <a:pPr>
              <a:defRPr sz="1784" b="0">
                <a:solidFill>
                  <a:srgbClr val="242421"/>
                </a:solidFill>
                <a:latin typeface="Georgia"/>
                <a:ea typeface="Georgia"/>
                <a:cs typeface="Georgia"/>
              </a:defRPr>
            </a:pPr>
            <a:r>
              <a:rPr sz="1784" b="0">
                <a:solidFill>
                  <a:srgbClr val="242421"/>
                </a:solidFill>
                <a:latin typeface="Georgia"/>
                <a:ea typeface="Georgia"/>
                <a:cs typeface="Georgia"/>
              </a:rPr>
              <a:t>0</a:t>
            </a:r>
          </a:p>
        </p:txBody>
      </p:sp>
      <p:sp>
        <p:nvSpPr>
          <p:cNvPr id="14" name=" = E">
            <a:extLst xmlns:a="http://schemas.openxmlformats.org/drawingml/2006/main">
              <a:ext uri="{FF2B5EF4-FFF2-40B4-BE49-F238E27FC236}">
                <a16:creationId xmlns:a16="http://schemas.microsoft.com/office/drawing/2014/main" id="{A306173C-900E-4BB5-8D47-6E19B544E454}"/>
              </a:ext>
            </a:extLst>
          </p:cNvPr>
          <p:cNvSpPr>
            <a:spLocks xmlns:a="http://schemas.openxmlformats.org/drawingml/2006/main" noGrp="1"/>
          </p:cNvSpPr>
          <p:nvPr/>
        </p:nvSpPr>
        <p:spPr>
          <a:xfrm xmlns:a="http://schemas.openxmlformats.org/drawingml/2006/main">
            <a:off x="1389448" y="3819525"/>
            <a:ext cx="714661" cy="5757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925" b="0">
                <a:solidFill>
                  <a:srgbClr val="242421"/>
                </a:solidFill>
                <a:latin typeface="Georgia"/>
                <a:ea typeface="Georgia"/>
                <a:cs typeface="Georgia"/>
              </a:defRPr>
            </a:defPPr>
          </a:lstStyle>
          <a:p xmlns:a="http://schemas.openxmlformats.org/drawingml/2006/main">
            <a:pPr>
              <a:defRPr sz="2925" b="0">
                <a:solidFill>
                  <a:srgbClr val="242421"/>
                </a:solidFill>
                <a:latin typeface="Georgia"/>
                <a:ea typeface="Georgia"/>
                <a:cs typeface="Georgia"/>
              </a:defRPr>
            </a:pPr>
            <a:r>
              <a:rPr sz="2925" b="0">
                <a:solidFill>
                  <a:srgbClr val="242421"/>
                </a:solidFill>
                <a:latin typeface="Georgia"/>
                <a:ea typeface="Georgia"/>
                <a:cs typeface="Georgia"/>
              </a:rPr>
              <a:t> = E</a:t>
            </a:r>
          </a:p>
        </p:txBody>
      </p:sp>
      <p:sp>
        <p:nvSpPr>
          <p:cNvPr id="15" name="J+1">
            <a:extLst xmlns:a="http://schemas.openxmlformats.org/drawingml/2006/main">
              <a:ext uri="{FF2B5EF4-FFF2-40B4-BE49-F238E27FC236}">
                <a16:creationId xmlns:a16="http://schemas.microsoft.com/office/drawing/2014/main" id="{B40BBFD3-4C62-42D3-85E8-E6E7CB774808}"/>
              </a:ext>
            </a:extLst>
          </p:cNvPr>
          <p:cNvSpPr>
            <a:spLocks xmlns:a="http://schemas.openxmlformats.org/drawingml/2006/main" noGrp="1"/>
          </p:cNvSpPr>
          <p:nvPr/>
        </p:nvSpPr>
        <p:spPr>
          <a:xfrm xmlns:a="http://schemas.openxmlformats.org/drawingml/2006/main">
            <a:off x="2066009" y="3997833"/>
            <a:ext cx="417444" cy="5757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784" b="0">
                <a:solidFill>
                  <a:srgbClr val="242421"/>
                </a:solidFill>
                <a:latin typeface="Georgia"/>
                <a:ea typeface="Georgia"/>
                <a:cs typeface="Georgia"/>
              </a:defRPr>
            </a:defPPr>
          </a:lstStyle>
          <a:p xmlns:a="http://schemas.openxmlformats.org/drawingml/2006/main">
            <a:pPr>
              <a:defRPr sz="1784" b="0">
                <a:solidFill>
                  <a:srgbClr val="242421"/>
                </a:solidFill>
                <a:latin typeface="Georgia"/>
                <a:ea typeface="Georgia"/>
                <a:cs typeface="Georgia"/>
              </a:defRPr>
            </a:pPr>
            <a:r>
              <a:rPr sz="1784" b="0">
                <a:solidFill>
                  <a:srgbClr val="242421"/>
                </a:solidFill>
                <a:latin typeface="Georgia"/>
                <a:ea typeface="Georgia"/>
                <a:cs typeface="Georgia"/>
              </a:rPr>
              <a:t>J+1</a:t>
            </a:r>
          </a:p>
        </p:txBody>
      </p:sp>
      <p:sp>
        <p:nvSpPr>
          <p:cNvPr id="16" name=" − E">
            <a:extLst xmlns:a="http://schemas.openxmlformats.org/drawingml/2006/main">
              <a:ext uri="{FF2B5EF4-FFF2-40B4-BE49-F238E27FC236}">
                <a16:creationId xmlns:a16="http://schemas.microsoft.com/office/drawing/2014/main" id="{4D3EF5EA-1B19-4FC7-BA0C-E93EFB8515DA}"/>
              </a:ext>
            </a:extLst>
          </p:cNvPr>
          <p:cNvSpPr>
            <a:spLocks xmlns:a="http://schemas.openxmlformats.org/drawingml/2006/main" noGrp="1"/>
          </p:cNvSpPr>
          <p:nvPr/>
        </p:nvSpPr>
        <p:spPr>
          <a:xfrm xmlns:a="http://schemas.openxmlformats.org/drawingml/2006/main">
            <a:off x="2445352" y="3819525"/>
            <a:ext cx="714661" cy="5757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925" b="0">
                <a:solidFill>
                  <a:srgbClr val="242421"/>
                </a:solidFill>
                <a:latin typeface="Georgia"/>
                <a:ea typeface="Georgia"/>
                <a:cs typeface="Georgia"/>
              </a:defRPr>
            </a:defPPr>
          </a:lstStyle>
          <a:p xmlns:a="http://schemas.openxmlformats.org/drawingml/2006/main">
            <a:pPr>
              <a:defRPr sz="2925" b="0">
                <a:solidFill>
                  <a:srgbClr val="242421"/>
                </a:solidFill>
                <a:latin typeface="Georgia"/>
                <a:ea typeface="Georgia"/>
                <a:cs typeface="Georgia"/>
              </a:defRPr>
            </a:pPr>
            <a:r>
              <a:rPr sz="2925" b="0">
                <a:solidFill>
                  <a:srgbClr val="242421"/>
                </a:solidFill>
                <a:latin typeface="Georgia"/>
                <a:ea typeface="Georgia"/>
                <a:cs typeface="Georgia"/>
              </a:rPr>
              <a:t> − E</a:t>
            </a:r>
          </a:p>
        </p:txBody>
      </p:sp>
      <p:sp>
        <p:nvSpPr>
          <p:cNvPr id="17" name="J">
            <a:extLst xmlns:a="http://schemas.openxmlformats.org/drawingml/2006/main">
              <a:ext uri="{FF2B5EF4-FFF2-40B4-BE49-F238E27FC236}">
                <a16:creationId xmlns:a16="http://schemas.microsoft.com/office/drawing/2014/main" id="{60ECC871-6E48-404A-BA4E-3D931DB0F34D}"/>
              </a:ext>
            </a:extLst>
          </p:cNvPr>
          <p:cNvSpPr>
            <a:spLocks xmlns:a="http://schemas.openxmlformats.org/drawingml/2006/main" noGrp="1"/>
          </p:cNvSpPr>
          <p:nvPr/>
        </p:nvSpPr>
        <p:spPr>
          <a:xfrm xmlns:a="http://schemas.openxmlformats.org/drawingml/2006/main">
            <a:off x="3121913" y="3997833"/>
            <a:ext cx="174982" cy="5757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784" b="0">
                <a:solidFill>
                  <a:srgbClr val="242421"/>
                </a:solidFill>
                <a:latin typeface="Georgia"/>
                <a:ea typeface="Georgia"/>
                <a:cs typeface="Georgia"/>
              </a:defRPr>
            </a:defPPr>
          </a:lstStyle>
          <a:p xmlns:a="http://schemas.openxmlformats.org/drawingml/2006/main">
            <a:pPr>
              <a:defRPr sz="1784" b="0">
                <a:solidFill>
                  <a:srgbClr val="242421"/>
                </a:solidFill>
                <a:latin typeface="Georgia"/>
                <a:ea typeface="Georgia"/>
                <a:cs typeface="Georgia"/>
              </a:defRPr>
            </a:pPr>
            <a:r>
              <a:rPr sz="1784" b="0">
                <a:solidFill>
                  <a:srgbClr val="242421"/>
                </a:solidFill>
                <a:latin typeface="Georgia"/>
                <a:ea typeface="Georgia"/>
                <a:cs typeface="Georgia"/>
              </a:rPr>
              <a:t>J</a:t>
            </a:r>
          </a:p>
        </p:txBody>
      </p:sp>
      <p:sp>
        <p:nvSpPr>
          <p:cNvPr id="18" name="Allowed absorption: J → J + 1">
            <a:extLst xmlns:a="http://schemas.openxmlformats.org/drawingml/2006/main">
              <a:ext uri="{FF2B5EF4-FFF2-40B4-BE49-F238E27FC236}">
                <a16:creationId xmlns:a16="http://schemas.microsoft.com/office/drawing/2014/main" id="{7F8AB15D-4434-44E8-A80F-989BFF6ADFB4}"/>
              </a:ext>
            </a:extLst>
          </p:cNvPr>
          <p:cNvSpPr>
            <a:spLocks xmlns:a="http://schemas.openxmlformats.org/drawingml/2006/main" noGrp="1"/>
          </p:cNvSpPr>
          <p:nvPr/>
        </p:nvSpPr>
        <p:spPr>
          <a:xfrm xmlns:a="http://schemas.openxmlformats.org/drawingml/2006/main">
            <a:off x="609600" y="4905375"/>
            <a:ext cx="4476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B4472B"/>
                </a:solidFill>
                <a:latin typeface="Georgia"/>
                <a:ea typeface="Georgia"/>
                <a:cs typeface="Georgia"/>
              </a:defRPr>
            </a:defPPr>
          </a:lstStyle>
          <a:p xmlns:a="http://schemas.openxmlformats.org/drawingml/2006/main">
            <a:pPr>
              <a:defRPr sz="2100" b="0">
                <a:solidFill>
                  <a:srgbClr val="B4472B"/>
                </a:solidFill>
                <a:latin typeface="Georgia"/>
                <a:ea typeface="Georgia"/>
                <a:cs typeface="Georgia"/>
              </a:defRPr>
            </a:pPr>
            <a:r>
              <a:rPr sz="2100" b="0">
                <a:solidFill>
                  <a:srgbClr val="B4472B"/>
                </a:solidFill>
                <a:latin typeface="Georgia"/>
                <a:ea typeface="Georgia"/>
                <a:cs typeface="Georgia"/>
              </a:rPr>
              <a:t>Allowed absorption: J → J + 1</a:t>
            </a:r>
          </a:p>
        </p:txBody>
      </p:sp>
      <p:graphicFrame>
        <p:nvGraphicFramePr>
          <p:cNvPr id="19" name="">
            <a:extLst xmlns:a="http://schemas.openxmlformats.org/drawingml/2006/main">
              <a:ext uri="{FF2B5EF4-FFF2-40B4-BE49-F238E27FC236}">
                <a16:creationId xmlns:a16="http://schemas.microsoft.com/office/drawing/2014/main" id="{18812970-A855-4453-9B14-FD2A4F8DBDC1}"/>
              </a:ext>
            </a:extLst>
          </p:cNvPr>
          <p:cNvGraphicFramePr/>
          <p:nvPr/>
        </p:nvGraphicFramePr>
        <p:xfrm>
          <a:off xmlns:a="http://schemas.openxmlformats.org/drawingml/2006/main" x="6115050" y="2867025"/>
          <a:ext xmlns:a="http://schemas.openxmlformats.org/drawingml/2006/main" cx="5467350" cy="2762250"/>
        </p:xfrm>
        <a:graphic xmlns:a="http://schemas.openxmlformats.org/drawingml/2006/main">
          <a:graphicData uri="http://schemas.openxmlformats.org/drawingml/2006/table">
            <a:tbl>
              <a:tblPr/>
              <a:tblGrid>
                <a:gridCol w="2296287"/>
                <a:gridCol w="3171063"/>
              </a:tblGrid>
              <a:tr h="690563">
                <a:tc>
                  <a:txBody>
                    <a:bodyPr/>
                    <a:lstStyle/>
                    <a:p>
                      <a:r>
                        <a:rPr sz="1875" b="1">
                          <a:solidFill>
                            <a:srgbClr val="F5F1E9"/>
                          </a:solidFill>
                          <a:latin typeface="Georgia"/>
                          <a:ea typeface="Georgia"/>
                          <a:cs typeface="Georgia"/>
                        </a:rPr>
                        <a:t>Transition</a:t>
                      </a:r>
                    </a:p>
                  </a:txBody>
                  <a:tcPr marL="142875" marR="142875" marT="95250" marB="95250" anchor="ctr">
                    <a:lnL w="6668">
                      <a:solidFill>
                        <a:srgbClr val="D5CEC1"/>
                      </a:solidFill>
                    </a:lnL>
                    <a:lnR w="6668">
                      <a:solidFill>
                        <a:srgbClr val="D5CEC1"/>
                      </a:solidFill>
                    </a:lnR>
                    <a:lnT w="6668">
                      <a:solidFill>
                        <a:srgbClr val="D5CEC1"/>
                      </a:solidFill>
                    </a:lnT>
                    <a:lnB w="6668">
                      <a:solidFill>
                        <a:srgbClr val="D5CEC1"/>
                      </a:solidFill>
                    </a:lnB>
                    <a:solidFill>
                      <a:srgbClr val="242421"/>
                    </a:solidFill>
                  </a:tcPr>
                </a:tc>
                <a:tc>
                  <a:txBody>
                    <a:bodyPr/>
                    <a:lstStyle/>
                    <a:p>
                      <a:r>
                        <a:rPr sz="1875" b="1">
                          <a:solidFill>
                            <a:srgbClr val="F5F1E9"/>
                          </a:solidFill>
                          <a:latin typeface="Georgia"/>
                          <a:ea typeface="Georgia"/>
                          <a:cs typeface="Georgia"/>
                        </a:rPr>
                        <a:t>Center frequency</a:t>
                      </a:r>
                    </a:p>
                  </a:txBody>
                  <a:tcPr marL="142875" marR="142875" marT="95250" marB="95250" anchor="ctr">
                    <a:lnR w="6668">
                      <a:solidFill>
                        <a:srgbClr val="D5CEC1"/>
                      </a:solidFill>
                    </a:lnR>
                    <a:lnT w="6668">
                      <a:solidFill>
                        <a:srgbClr val="D5CEC1"/>
                      </a:solidFill>
                    </a:lnT>
                    <a:lnB w="6668">
                      <a:solidFill>
                        <a:srgbClr val="D5CEC1"/>
                      </a:solidFill>
                    </a:lnB>
                    <a:solidFill>
                      <a:srgbClr val="242421"/>
                    </a:solidFill>
                  </a:tcPr>
                </a:tc>
              </a:tr>
              <a:tr h="690563">
                <a:tc>
                  <a:txBody>
                    <a:bodyPr/>
                    <a:lstStyle/>
                    <a:p>
                      <a:r>
                        <a:rPr sz="1875" b="0">
                          <a:solidFill>
                            <a:srgbClr val="242421"/>
                          </a:solidFill>
                          <a:latin typeface="Georgia"/>
                          <a:ea typeface="Georgia"/>
                          <a:cs typeface="Georgia"/>
                        </a:rPr>
                        <a:t>0 → 1</a:t>
                      </a:r>
                    </a:p>
                  </a:txBody>
                  <a:tcPr marL="142875" marR="142875" marT="95250" marB="95250" anchor="ctr">
                    <a:lnL w="6668">
                      <a:solidFill>
                        <a:srgbClr val="D5CEC1"/>
                      </a:solidFill>
                    </a:lnL>
                    <a:lnR w="6668">
                      <a:solidFill>
                        <a:srgbClr val="D5CEC1"/>
                      </a:solidFill>
                    </a:lnR>
                    <a:lnB w="6668">
                      <a:solidFill>
                        <a:srgbClr val="D5CEC1"/>
                      </a:solidFill>
                    </a:lnB>
                    <a:solidFill>
                      <a:srgbClr val="F4F0E8"/>
                    </a:solidFill>
                  </a:tcPr>
                </a:tc>
                <a:tc>
                  <a:txBody>
                    <a:bodyPr/>
                    <a:lstStyle/>
                    <a:p>
                      <a:r>
                        <a:rPr sz="1875" b="0">
                          <a:solidFill>
                            <a:srgbClr val="242421"/>
                          </a:solidFill>
                          <a:latin typeface="Georgia"/>
                          <a:ea typeface="Georgia"/>
                          <a:cs typeface="Georgia"/>
                        </a:rPr>
                        <a:t>115.271 GHz</a:t>
                      </a:r>
                    </a:p>
                  </a:txBody>
                  <a:tcPr marL="142875" marR="142875" marT="95250" marB="95250" anchor="ctr">
                    <a:lnR w="6668">
                      <a:solidFill>
                        <a:srgbClr val="D5CEC1"/>
                      </a:solidFill>
                    </a:lnR>
                    <a:lnB w="6668">
                      <a:solidFill>
                        <a:srgbClr val="D5CEC1"/>
                      </a:solidFill>
                    </a:lnB>
                    <a:solidFill>
                      <a:srgbClr val="F4F0E8"/>
                    </a:solidFill>
                  </a:tcPr>
                </a:tc>
              </a:tr>
              <a:tr h="690563">
                <a:tc>
                  <a:txBody>
                    <a:bodyPr/>
                    <a:lstStyle/>
                    <a:p>
                      <a:r>
                        <a:rPr sz="1875" b="0">
                          <a:solidFill>
                            <a:srgbClr val="242421"/>
                          </a:solidFill>
                          <a:latin typeface="Georgia"/>
                          <a:ea typeface="Georgia"/>
                          <a:cs typeface="Georgia"/>
                        </a:rPr>
                        <a:t>1 → 2</a:t>
                      </a:r>
                    </a:p>
                  </a:txBody>
                  <a:tcPr marL="142875" marR="142875" marT="95250" marB="95250" anchor="ctr">
                    <a:lnL w="6668">
                      <a:solidFill>
                        <a:srgbClr val="D5CEC1"/>
                      </a:solidFill>
                    </a:lnL>
                    <a:lnR w="6668">
                      <a:solidFill>
                        <a:srgbClr val="D5CEC1"/>
                      </a:solidFill>
                    </a:lnR>
                    <a:lnB w="6668">
                      <a:solidFill>
                        <a:srgbClr val="D5CEC1"/>
                      </a:solidFill>
                    </a:lnB>
                    <a:solidFill>
                      <a:srgbClr val="F4F0E8"/>
                    </a:solidFill>
                  </a:tcPr>
                </a:tc>
                <a:tc>
                  <a:txBody>
                    <a:bodyPr/>
                    <a:lstStyle/>
                    <a:p>
                      <a:r>
                        <a:rPr sz="1875" b="0">
                          <a:solidFill>
                            <a:srgbClr val="242421"/>
                          </a:solidFill>
                          <a:latin typeface="Georgia"/>
                          <a:ea typeface="Georgia"/>
                          <a:cs typeface="Georgia"/>
                        </a:rPr>
                        <a:t>230.538 GHz</a:t>
                      </a:r>
                    </a:p>
                  </a:txBody>
                  <a:tcPr marL="142875" marR="142875" marT="95250" marB="95250" anchor="ctr">
                    <a:lnR w="6668">
                      <a:solidFill>
                        <a:srgbClr val="D5CEC1"/>
                      </a:solidFill>
                    </a:lnR>
                    <a:lnB w="6668">
                      <a:solidFill>
                        <a:srgbClr val="D5CEC1"/>
                      </a:solidFill>
                    </a:lnB>
                    <a:solidFill>
                      <a:srgbClr val="F4F0E8"/>
                    </a:solidFill>
                  </a:tcPr>
                </a:tc>
              </a:tr>
              <a:tr h="690563">
                <a:tc>
                  <a:txBody>
                    <a:bodyPr/>
                    <a:lstStyle/>
                    <a:p>
                      <a:r>
                        <a:rPr sz="1875" b="0">
                          <a:solidFill>
                            <a:srgbClr val="242421"/>
                          </a:solidFill>
                          <a:latin typeface="Georgia"/>
                          <a:ea typeface="Georgia"/>
                          <a:cs typeface="Georgia"/>
                        </a:rPr>
                        <a:t>2 → 3</a:t>
                      </a:r>
                    </a:p>
                  </a:txBody>
                  <a:tcPr marL="142875" marR="142875" marT="95250" marB="95250" anchor="ctr">
                    <a:lnL w="6668">
                      <a:solidFill>
                        <a:srgbClr val="D5CEC1"/>
                      </a:solidFill>
                    </a:lnL>
                    <a:lnR w="6668">
                      <a:solidFill>
                        <a:srgbClr val="D5CEC1"/>
                      </a:solidFill>
                    </a:lnR>
                    <a:lnB w="6668">
                      <a:solidFill>
                        <a:srgbClr val="D5CEC1"/>
                      </a:solidFill>
                    </a:lnB>
                    <a:solidFill>
                      <a:srgbClr val="F4F0E8"/>
                    </a:solidFill>
                  </a:tcPr>
                </a:tc>
                <a:tc>
                  <a:txBody>
                    <a:bodyPr/>
                    <a:lstStyle/>
                    <a:p>
                      <a:r>
                        <a:rPr sz="1875" b="0">
                          <a:solidFill>
                            <a:srgbClr val="242421"/>
                          </a:solidFill>
                          <a:latin typeface="Georgia"/>
                          <a:ea typeface="Georgia"/>
                          <a:cs typeface="Georgia"/>
                        </a:rPr>
                        <a:t>345.796 GHz</a:t>
                      </a:r>
                    </a:p>
                  </a:txBody>
                  <a:tcPr marL="142875" marR="142875" marT="95250" marB="95250" anchor="ctr">
                    <a:lnR w="6668">
                      <a:solidFill>
                        <a:srgbClr val="D5CEC1"/>
                      </a:solidFill>
                    </a:lnR>
                    <a:lnB w="6668">
                      <a:solidFill>
                        <a:srgbClr val="D5CEC1"/>
                      </a:solidFill>
                    </a:lnB>
                    <a:solidFill>
                      <a:srgbClr val="F4F0E8"/>
                    </a:solidFill>
                  </a:tcPr>
                </a:tc>
              </a:tr>
            </a:tbl>
          </a:graphicData>
        </a:graphic>
      </p:graphicFrame>
    </p:spTree>
    <p:extLst>
      <p:ext uri="{BB962C8B-B14F-4D97-AF65-F5344CB8AC3E}">
        <p14:creationId xmlns:p14="http://schemas.microsoft.com/office/powerpoint/2010/main" val="1841824460"/>
      </p:ext>
    </p:extLst>
  </p:cSld>
</p:sld>
</file>

<file path=ppt/slides/slide4.xml><?xml version="1.0" encoding="utf-8"?>
<p:sld xmlns:p="http://schemas.openxmlformats.org/presentationml/2006/main">
  <p:cSld>
    <p:bg>
      <p:bgPr>
        <a:solidFill xmlns:a="http://schemas.openxmlformats.org/drawingml/2006/main">
          <a:srgbClr val="F4F0E8"/>
        </a:solidFill>
      </p:bgPr>
    </p:bg>
    <p:spTree>
      <p:nvGrpSpPr>
        <p:cNvPr id="1" name=""/>
        <p:cNvGrpSpPr/>
        <p:nvPr/>
      </p:nvGrpSpPr>
      <p:grpSpPr>
        <a:xfrm xmlns:a="http://schemas.openxmlformats.org/drawingml/2006/main"/>
      </p:grpSpPr>
      <p:sp>
        <p:nvSpPr>
          <p:cNvPr id="11" name="Collisions interrupt the molecular phase">
            <a:extLst xmlns:a="http://schemas.openxmlformats.org/drawingml/2006/main">
              <a:ext uri="{FF2B5EF4-FFF2-40B4-BE49-F238E27FC236}">
                <a16:creationId xmlns:a16="http://schemas.microsoft.com/office/drawing/2014/main" id="{A754651A-04DB-437C-8464-E6FD7CACEDD4}"/>
              </a:ext>
            </a:extLst>
          </p:cNvPr>
          <p:cNvSpPr>
            <a:spLocks xmlns:a="http://schemas.openxmlformats.org/drawingml/2006/main" noGrp="1"/>
          </p:cNvSpPr>
          <p:nvPr/>
        </p:nvSpPr>
        <p:spPr>
          <a:xfrm xmlns:a="http://schemas.openxmlformats.org/drawingml/2006/main">
            <a:off x="609600" y="409575"/>
            <a:ext cx="109728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0">
                <a:solidFill>
                  <a:srgbClr val="242421"/>
                </a:solidFill>
                <a:latin typeface="Georgia"/>
                <a:ea typeface="Georgia"/>
                <a:cs typeface="Georgia"/>
              </a:defRPr>
            </a:defPPr>
          </a:lstStyle>
          <a:p xmlns:a="http://schemas.openxmlformats.org/drawingml/2006/main">
            <a:pPr>
              <a:defRPr sz="3300" b="0">
                <a:solidFill>
                  <a:srgbClr val="242421"/>
                </a:solidFill>
                <a:latin typeface="Georgia"/>
                <a:ea typeface="Georgia"/>
                <a:cs typeface="Georgia"/>
              </a:defRPr>
            </a:pPr>
            <a:r>
              <a:rPr sz="3300" b="0">
                <a:solidFill>
                  <a:srgbClr val="242421"/>
                </a:solidFill>
                <a:latin typeface="Georgia"/>
                <a:ea typeface="Georgia"/>
                <a:cs typeface="Georgia"/>
              </a:rPr>
              <a:t>Collisions interrupt the molecular phase</a:t>
            </a:r>
          </a:p>
        </p:txBody>
      </p:sp>
      <p:sp>
        <p:nvSpPr>
          <p:cNvPr id="2" name="Effective coherence times inferred from the first CO line’s air broade">
            <a:extLst xmlns:a="http://schemas.openxmlformats.org/drawingml/2006/main">
              <a:ext uri="{FF2B5EF4-FFF2-40B4-BE49-F238E27FC236}">
                <a16:creationId xmlns:a16="http://schemas.microsoft.com/office/drawing/2014/main" id="{5A1922D1-AD57-4EB5-AB96-224DB9D10FFA}"/>
              </a:ext>
            </a:extLst>
          </p:cNvPr>
          <p:cNvSpPr>
            <a:spLocks xmlns:a="http://schemas.openxmlformats.org/drawingml/2006/main" noGrp="1"/>
          </p:cNvSpPr>
          <p:nvPr/>
        </p:nvSpPr>
        <p:spPr>
          <a:xfrm xmlns:a="http://schemas.openxmlformats.org/drawingml/2006/main">
            <a:off x="609600" y="6362700"/>
            <a:ext cx="1038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E6A61"/>
                </a:solidFill>
                <a:latin typeface="Georgia"/>
                <a:ea typeface="Georgia"/>
                <a:cs typeface="Georgia"/>
              </a:defRPr>
            </a:defPPr>
          </a:lstStyle>
          <a:p xmlns:a="http://schemas.openxmlformats.org/drawingml/2006/main">
            <a:pPr>
              <a:defRPr sz="1200" b="0">
                <a:solidFill>
                  <a:srgbClr val="6E6A61"/>
                </a:solidFill>
                <a:latin typeface="Georgia"/>
                <a:ea typeface="Georgia"/>
                <a:cs typeface="Georgia"/>
              </a:defRPr>
            </a:pPr>
            <a:r>
              <a:rPr sz="1200" b="0">
                <a:solidFill>
                  <a:srgbClr val="6E6A61"/>
                </a:solidFill>
                <a:latin typeface="Georgia"/>
                <a:ea typeface="Georgia"/>
                <a:cs typeface="Georgia"/>
              </a:rPr>
              <a:t>Effective coherence times inferred from the first CO line’s air broadened width at 296 K.</a:t>
            </a:r>
          </a:p>
        </p:txBody>
      </p:sp>
      <p:sp>
        <p:nvSpPr>
          <p:cNvPr id="3" name="04">
            <a:extLst xmlns:a="http://schemas.openxmlformats.org/drawingml/2006/main">
              <a:ext uri="{FF2B5EF4-FFF2-40B4-BE49-F238E27FC236}">
                <a16:creationId xmlns:a16="http://schemas.microsoft.com/office/drawing/2014/main" id="{DEFB3BA0-15E2-4A10-A057-3EF508DE12C8}"/>
              </a:ext>
            </a:extLst>
          </p:cNvPr>
          <p:cNvSpPr>
            <a:spLocks xmlns:a="http://schemas.openxmlformats.org/drawingml/2006/main" noGrp="1"/>
          </p:cNvSpPr>
          <p:nvPr/>
        </p:nvSpPr>
        <p:spPr>
          <a:xfrm xmlns:a="http://schemas.openxmlformats.org/drawingml/2006/main">
            <a:off x="1114425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6E6A61"/>
                </a:solidFill>
                <a:latin typeface="Georgia"/>
                <a:ea typeface="Georgia"/>
                <a:cs typeface="Georgia"/>
              </a:defRPr>
            </a:defPPr>
          </a:lstStyle>
          <a:p xmlns:a="http://schemas.openxmlformats.org/drawingml/2006/main">
            <a:pPr algn="r">
              <a:defRPr sz="1275" b="0">
                <a:solidFill>
                  <a:srgbClr val="6E6A61"/>
                </a:solidFill>
                <a:latin typeface="Georgia"/>
                <a:ea typeface="Georgia"/>
                <a:cs typeface="Georgia"/>
              </a:defRPr>
            </a:pPr>
            <a:r>
              <a:rPr sz="1275" b="0">
                <a:solidFill>
                  <a:srgbClr val="6E6A61"/>
                </a:solidFill>
                <a:latin typeface="Georgia"/>
                <a:ea typeface="Georgia"/>
                <a:cs typeface="Georgia"/>
              </a:rPr>
              <a:t>04</a:t>
            </a:r>
          </a:p>
        </p:txBody>
      </p:sp>
      <p:sp>
        <p:nvSpPr>
          <p:cNvPr id="4" name="Nearby molecules perturb the transition&#10;and destroy phase coherence.">
            <a:extLst xmlns:a="http://schemas.openxmlformats.org/drawingml/2006/main">
              <a:ext uri="{FF2B5EF4-FFF2-40B4-BE49-F238E27FC236}">
                <a16:creationId xmlns:a16="http://schemas.microsoft.com/office/drawing/2014/main" id="{6C48BC2D-AE29-49EB-ACA9-25C3BB58F881}"/>
              </a:ext>
            </a:extLst>
          </p:cNvPr>
          <p:cNvSpPr>
            <a:spLocks xmlns:a="http://schemas.openxmlformats.org/drawingml/2006/main" noGrp="1"/>
          </p:cNvSpPr>
          <p:nvPr/>
        </p:nvSpPr>
        <p:spPr>
          <a:xfrm xmlns:a="http://schemas.openxmlformats.org/drawingml/2006/main">
            <a:off x="609600" y="1704975"/>
            <a:ext cx="4095750" cy="1247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242421"/>
                </a:solidFill>
                <a:latin typeface="Georgia"/>
                <a:ea typeface="Georgia"/>
                <a:cs typeface="Georgia"/>
              </a:defRPr>
            </a:defPPr>
          </a:lstStyle>
          <a:p xmlns:a="http://schemas.openxmlformats.org/drawingml/2006/main">
            <a:pPr>
              <a:defRPr sz="2175" b="0">
                <a:solidFill>
                  <a:srgbClr val="242421"/>
                </a:solidFill>
                <a:latin typeface="Georgia"/>
                <a:ea typeface="Georgia"/>
                <a:cs typeface="Georgia"/>
              </a:defRPr>
            </a:pPr>
            <a:r>
              <a:rPr sz="2175" b="0">
                <a:solidFill>
                  <a:srgbClr val="242421"/>
                </a:solidFill>
                <a:latin typeface="Georgia"/>
                <a:ea typeface="Georgia"/>
                <a:cs typeface="Georgia"/>
              </a:rPr>
              <a:t>Nearby molecules perturb the transition</a:t>
            </a:r>
          </a:p>
          <a:p xmlns:a="http://schemas.openxmlformats.org/drawingml/2006/main">
            <a:pPr>
              <a:defRPr sz="2175" b="0">
                <a:solidFill>
                  <a:srgbClr val="242421"/>
                </a:solidFill>
                <a:latin typeface="Georgia"/>
                <a:ea typeface="Georgia"/>
                <a:cs typeface="Georgia"/>
              </a:defRPr>
            </a:pPr>
            <a:r>
              <a:rPr sz="2175" b="0">
                <a:solidFill>
                  <a:srgbClr val="242421"/>
                </a:solidFill>
                <a:latin typeface="Georgia"/>
                <a:ea typeface="Georgia"/>
                <a:cs typeface="Georgia"/>
              </a:rPr>
              <a:t>and destroy phase coherence.</a:t>
            </a:r>
          </a:p>
        </p:txBody>
      </p:sp>
      <p:sp>
        <p:nvSpPr>
          <p:cNvPr id="5" name="A(t) = exp(−t / T">
            <a:extLst xmlns:a="http://schemas.openxmlformats.org/drawingml/2006/main">
              <a:ext uri="{FF2B5EF4-FFF2-40B4-BE49-F238E27FC236}">
                <a16:creationId xmlns:a16="http://schemas.microsoft.com/office/drawing/2014/main" id="{EFC3D979-E69B-4028-B24F-7D58B85897B3}"/>
              </a:ext>
            </a:extLst>
          </p:cNvPr>
          <p:cNvSpPr>
            <a:spLocks xmlns:a="http://schemas.openxmlformats.org/drawingml/2006/main" noGrp="1"/>
          </p:cNvSpPr>
          <p:nvPr/>
        </p:nvSpPr>
        <p:spPr>
          <a:xfrm xmlns:a="http://schemas.openxmlformats.org/drawingml/2006/main">
            <a:off x="609600" y="3133725"/>
            <a:ext cx="2450402" cy="5019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550" b="0">
                <a:solidFill>
                  <a:srgbClr val="242421"/>
                </a:solidFill>
                <a:latin typeface="Georgia"/>
                <a:ea typeface="Georgia"/>
                <a:cs typeface="Georgia"/>
              </a:defRPr>
            </a:defPPr>
          </a:lstStyle>
          <a:p xmlns:a="http://schemas.openxmlformats.org/drawingml/2006/main">
            <a:pPr>
              <a:defRPr sz="2550" b="0">
                <a:solidFill>
                  <a:srgbClr val="242421"/>
                </a:solidFill>
                <a:latin typeface="Georgia"/>
                <a:ea typeface="Georgia"/>
                <a:cs typeface="Georgia"/>
              </a:defRPr>
            </a:pPr>
            <a:r>
              <a:rPr sz="2550" b="0">
                <a:solidFill>
                  <a:srgbClr val="242421"/>
                </a:solidFill>
                <a:latin typeface="Georgia"/>
                <a:ea typeface="Georgia"/>
                <a:cs typeface="Georgia"/>
              </a:rPr>
              <a:t>A(t) = exp(−t / T</a:t>
            </a:r>
          </a:p>
        </p:txBody>
      </p:sp>
      <p:sp>
        <p:nvSpPr>
          <p:cNvPr id="6" name="2">
            <a:extLst xmlns:a="http://schemas.openxmlformats.org/drawingml/2006/main">
              <a:ext uri="{FF2B5EF4-FFF2-40B4-BE49-F238E27FC236}">
                <a16:creationId xmlns:a16="http://schemas.microsoft.com/office/drawing/2014/main" id="{3EF83A42-8C79-4D23-BB73-72B773E26664}"/>
              </a:ext>
            </a:extLst>
          </p:cNvPr>
          <p:cNvSpPr>
            <a:spLocks xmlns:a="http://schemas.openxmlformats.org/drawingml/2006/main" noGrp="1"/>
          </p:cNvSpPr>
          <p:nvPr/>
        </p:nvSpPr>
        <p:spPr>
          <a:xfrm xmlns:a="http://schemas.openxmlformats.org/drawingml/2006/main">
            <a:off x="3021902" y="3289173"/>
            <a:ext cx="167777" cy="5019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56" b="0">
                <a:solidFill>
                  <a:srgbClr val="242421"/>
                </a:solidFill>
                <a:latin typeface="Georgia"/>
                <a:ea typeface="Georgia"/>
                <a:cs typeface="Georgia"/>
              </a:defRPr>
            </a:defPPr>
          </a:lstStyle>
          <a:p xmlns:a="http://schemas.openxmlformats.org/drawingml/2006/main">
            <a:pPr>
              <a:defRPr sz="1556" b="0">
                <a:solidFill>
                  <a:srgbClr val="242421"/>
                </a:solidFill>
                <a:latin typeface="Georgia"/>
                <a:ea typeface="Georgia"/>
                <a:cs typeface="Georgia"/>
              </a:defRPr>
            </a:pPr>
            <a:r>
              <a:rPr sz="1556" b="0">
                <a:solidFill>
                  <a:srgbClr val="242421"/>
                </a:solidFill>
                <a:latin typeface="Georgia"/>
                <a:ea typeface="Georgia"/>
                <a:cs typeface="Georgia"/>
              </a:rPr>
              <a:t>2</a:t>
            </a:r>
          </a:p>
        </p:txBody>
      </p:sp>
      <p:sp>
        <p:nvSpPr>
          <p:cNvPr id="7" name=")">
            <a:extLst xmlns:a="http://schemas.openxmlformats.org/drawingml/2006/main">
              <a:ext uri="{FF2B5EF4-FFF2-40B4-BE49-F238E27FC236}">
                <a16:creationId xmlns:a16="http://schemas.microsoft.com/office/drawing/2014/main" id="{8BFCCB11-9241-457A-9000-59E2A8D3BD40}"/>
              </a:ext>
            </a:extLst>
          </p:cNvPr>
          <p:cNvSpPr>
            <a:spLocks xmlns:a="http://schemas.openxmlformats.org/drawingml/2006/main" noGrp="1"/>
          </p:cNvSpPr>
          <p:nvPr/>
        </p:nvSpPr>
        <p:spPr>
          <a:xfrm xmlns:a="http://schemas.openxmlformats.org/drawingml/2006/main">
            <a:off x="3151579" y="3133725"/>
            <a:ext cx="180213" cy="5019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550" b="0">
                <a:solidFill>
                  <a:srgbClr val="242421"/>
                </a:solidFill>
                <a:latin typeface="Georgia"/>
                <a:ea typeface="Georgia"/>
                <a:cs typeface="Georgia"/>
              </a:defRPr>
            </a:defPPr>
          </a:lstStyle>
          <a:p xmlns:a="http://schemas.openxmlformats.org/drawingml/2006/main">
            <a:pPr>
              <a:defRPr sz="2550" b="0">
                <a:solidFill>
                  <a:srgbClr val="242421"/>
                </a:solidFill>
                <a:latin typeface="Georgia"/>
                <a:ea typeface="Georgia"/>
                <a:cs typeface="Georgia"/>
              </a:defRPr>
            </a:pPr>
            <a:r>
              <a:rPr sz="2550" b="0">
                <a:solidFill>
                  <a:srgbClr val="242421"/>
                </a:solidFill>
                <a:latin typeface="Georgia"/>
                <a:ea typeface="Georgia"/>
                <a:cs typeface="Georgia"/>
              </a:rPr>
              <a:t>)</a:t>
            </a:r>
          </a:p>
        </p:txBody>
      </p:sp>
      <p:sp>
        <p:nvSpPr>
          <p:cNvPr id="8" name="Shorter coherence time&#10;means a broader resonance.">
            <a:extLst xmlns:a="http://schemas.openxmlformats.org/drawingml/2006/main">
              <a:ext uri="{FF2B5EF4-FFF2-40B4-BE49-F238E27FC236}">
                <a16:creationId xmlns:a16="http://schemas.microsoft.com/office/drawing/2014/main" id="{F8AFC653-E784-44BA-A908-B9EB4C57F94F}"/>
              </a:ext>
            </a:extLst>
          </p:cNvPr>
          <p:cNvSpPr>
            <a:spLocks xmlns:a="http://schemas.openxmlformats.org/drawingml/2006/main" noGrp="1"/>
          </p:cNvSpPr>
          <p:nvPr/>
        </p:nvSpPr>
        <p:spPr>
          <a:xfrm xmlns:a="http://schemas.openxmlformats.org/drawingml/2006/main">
            <a:off x="609600" y="4124325"/>
            <a:ext cx="4095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B4472B"/>
                </a:solidFill>
                <a:latin typeface="Georgia"/>
                <a:ea typeface="Georgia"/>
                <a:cs typeface="Georgia"/>
              </a:defRPr>
            </a:defPPr>
          </a:lstStyle>
          <a:p xmlns:a="http://schemas.openxmlformats.org/drawingml/2006/main">
            <a:pPr>
              <a:defRPr sz="2175" b="0">
                <a:solidFill>
                  <a:srgbClr val="B4472B"/>
                </a:solidFill>
                <a:latin typeface="Georgia"/>
                <a:ea typeface="Georgia"/>
                <a:cs typeface="Georgia"/>
              </a:defRPr>
            </a:pPr>
            <a:r>
              <a:rPr sz="2175" b="0">
                <a:solidFill>
                  <a:srgbClr val="B4472B"/>
                </a:solidFill>
                <a:latin typeface="Georgia"/>
                <a:ea typeface="Georgia"/>
                <a:cs typeface="Georgia"/>
              </a:rPr>
              <a:t>Shorter coherence time</a:t>
            </a:r>
          </a:p>
          <a:p xmlns:a="http://schemas.openxmlformats.org/drawingml/2006/main">
            <a:pPr>
              <a:defRPr sz="2175" b="0">
                <a:solidFill>
                  <a:srgbClr val="B4472B"/>
                </a:solidFill>
                <a:latin typeface="Georgia"/>
                <a:ea typeface="Georgia"/>
                <a:cs typeface="Georgia"/>
              </a:defRPr>
            </a:pPr>
            <a:r>
              <a:rPr sz="2175" b="0">
                <a:solidFill>
                  <a:srgbClr val="B4472B"/>
                </a:solidFill>
                <a:latin typeface="Georgia"/>
                <a:ea typeface="Georgia"/>
                <a:cs typeface="Georgia"/>
              </a:rPr>
              <a:t>means a broader resonance.</a:t>
            </a:r>
          </a:p>
        </p:txBody>
      </p:sp>
      <p:sp>
        <p:nvSpPr>
          <p:cNvPr id="9" name="At 1 atm: T₂ ≈ 66 ps">
            <a:extLst xmlns:a="http://schemas.openxmlformats.org/drawingml/2006/main">
              <a:ext uri="{FF2B5EF4-FFF2-40B4-BE49-F238E27FC236}">
                <a16:creationId xmlns:a16="http://schemas.microsoft.com/office/drawing/2014/main" id="{E8B1EB26-13E0-4FD2-9B31-3DBDD3B92041}"/>
              </a:ext>
            </a:extLst>
          </p:cNvPr>
          <p:cNvSpPr>
            <a:spLocks xmlns:a="http://schemas.openxmlformats.org/drawingml/2006/main" noGrp="1"/>
          </p:cNvSpPr>
          <p:nvPr/>
        </p:nvSpPr>
        <p:spPr>
          <a:xfrm xmlns:a="http://schemas.openxmlformats.org/drawingml/2006/main">
            <a:off x="609600" y="5381625"/>
            <a:ext cx="4095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6E6A61"/>
                </a:solidFill>
                <a:latin typeface="Georgia"/>
                <a:ea typeface="Georgia"/>
                <a:cs typeface="Georgia"/>
              </a:defRPr>
            </a:defPPr>
          </a:lstStyle>
          <a:p xmlns:a="http://schemas.openxmlformats.org/drawingml/2006/main">
            <a:pPr>
              <a:defRPr sz="1875" b="0">
                <a:solidFill>
                  <a:srgbClr val="6E6A61"/>
                </a:solidFill>
                <a:latin typeface="Georgia"/>
                <a:ea typeface="Georgia"/>
                <a:cs typeface="Georgia"/>
              </a:defRPr>
            </a:pPr>
            <a:r>
              <a:rPr sz="1875" b="0">
                <a:solidFill>
                  <a:srgbClr val="6E6A61"/>
                </a:solidFill>
                <a:latin typeface="Georgia"/>
                <a:ea typeface="Georgia"/>
                <a:cs typeface="Georgia"/>
              </a:rPr>
              <a:t>At 1 atm: T₂ ≈ 66 ps</a:t>
            </a:r>
          </a:p>
        </p:txBody>
      </p:sp>
      <p:graphicFrame>
        <p:nvGraphicFramePr>
          <p:cNvPr id="10" name="Chart">
            <a:extLst xmlns:a="http://schemas.openxmlformats.org/drawingml/2006/main">
              <a:ext uri="{FF2B5EF4-FFF2-40B4-BE49-F238E27FC236}">
                <a16:creationId xmlns:a16="http://schemas.microsoft.com/office/drawing/2014/main" id="{2DB5731B-EC2C-4C74-82D7-02142DF4257F}"/>
              </a:ext>
            </a:extLst>
          </p:cNvPr>
          <p:cNvGraphicFramePr/>
          <p:nvPr/>
        </p:nvGraphicFramePr>
        <p:xfrm>
          <a:off xmlns:a="http://schemas.openxmlformats.org/drawingml/2006/main" x="4953000" y="1647825"/>
          <a:ext xmlns:a="http://schemas.openxmlformats.org/drawingml/2006/main" cx="6638925" cy="4362450"/>
        </p:xfrm>
        <a:graphic xmlns:a="http://schemas.openxmlformats.org/drawingml/2006/main">
          <a:graphicData uri="http://schemas.openxmlformats.org/drawingml/2006/chart">
            <c:chart xmlns:r="http://schemas.openxmlformats.org/officeDocument/2006/relationships" xmlns:c="http://schemas.openxmlformats.org/drawingml/2006/chart" r:id="R0e7cc749b55f4e3d"/>
          </a:graphicData>
        </a:graphic>
      </p:graphicFrame>
    </p:spTree>
    <p:extLst>
      <p:ext uri="{BB962C8B-B14F-4D97-AF65-F5344CB8AC3E}">
        <p14:creationId xmlns:p14="http://schemas.microsoft.com/office/powerpoint/2010/main" val="1241890751"/>
      </p:ext>
    </p:extLst>
  </p:cSld>
</p:sld>
</file>

<file path=ppt/slides/slide5.xml><?xml version="1.0" encoding="utf-8"?>
<p:sld xmlns:p="http://schemas.openxmlformats.org/presentationml/2006/main">
  <p:cSld>
    <p:bg>
      <p:bgPr>
        <a:solidFill xmlns:a="http://schemas.openxmlformats.org/drawingml/2006/main">
          <a:srgbClr val="F4F0E8"/>
        </a:solidFill>
      </p:bgPr>
    </p:bg>
    <p:spTree>
      <p:nvGrpSpPr>
        <p:cNvPr id="1" name=""/>
        <p:cNvGrpSpPr/>
        <p:nvPr/>
      </p:nvGrpSpPr>
      <p:grpSpPr>
        <a:xfrm xmlns:a="http://schemas.openxmlformats.org/drawingml/2006/main"/>
      </p:grpSpPr>
      <p:sp>
        <p:nvSpPr>
          <p:cNvPr id="11" name="Thermal motion gives different Doppler shifts">
            <a:extLst xmlns:a="http://schemas.openxmlformats.org/drawingml/2006/main">
              <a:ext uri="{FF2B5EF4-FFF2-40B4-BE49-F238E27FC236}">
                <a16:creationId xmlns:a16="http://schemas.microsoft.com/office/drawing/2014/main" id="{C5C137EF-8DEC-49BB-9C97-6CAFFB13D914}"/>
              </a:ext>
            </a:extLst>
          </p:cNvPr>
          <p:cNvSpPr>
            <a:spLocks xmlns:a="http://schemas.openxmlformats.org/drawingml/2006/main" noGrp="1"/>
          </p:cNvSpPr>
          <p:nvPr/>
        </p:nvSpPr>
        <p:spPr>
          <a:xfrm xmlns:a="http://schemas.openxmlformats.org/drawingml/2006/main">
            <a:off x="609600" y="409575"/>
            <a:ext cx="109728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0">
                <a:solidFill>
                  <a:srgbClr val="242421"/>
                </a:solidFill>
                <a:latin typeface="Georgia"/>
                <a:ea typeface="Georgia"/>
                <a:cs typeface="Georgia"/>
              </a:defRPr>
            </a:defPPr>
          </a:lstStyle>
          <a:p xmlns:a="http://schemas.openxmlformats.org/drawingml/2006/main">
            <a:pPr>
              <a:defRPr sz="3300" b="0">
                <a:solidFill>
                  <a:srgbClr val="242421"/>
                </a:solidFill>
                <a:latin typeface="Georgia"/>
                <a:ea typeface="Georgia"/>
                <a:cs typeface="Georgia"/>
              </a:defRPr>
            </a:pPr>
            <a:r>
              <a:rPr sz="3300" b="0">
                <a:solidFill>
                  <a:srgbClr val="242421"/>
                </a:solidFill>
                <a:latin typeface="Georgia"/>
                <a:ea typeface="Georgia"/>
                <a:cs typeface="Georgia"/>
              </a:rPr>
              <a:t>Thermal motion gives different Doppler shifts</a:t>
            </a:r>
          </a:p>
        </p:txBody>
      </p:sp>
      <p:sp>
        <p:nvSpPr>
          <p:cNvPr id="2" name="First CO line at 115.271 GHz and 296 K. The horizontal axis is in MHz.">
            <a:extLst xmlns:a="http://schemas.openxmlformats.org/drawingml/2006/main">
              <a:ext uri="{FF2B5EF4-FFF2-40B4-BE49-F238E27FC236}">
                <a16:creationId xmlns:a16="http://schemas.microsoft.com/office/drawing/2014/main" id="{8EAA39BD-68B8-478F-AFEB-82A6610F0413}"/>
              </a:ext>
            </a:extLst>
          </p:cNvPr>
          <p:cNvSpPr>
            <a:spLocks xmlns:a="http://schemas.openxmlformats.org/drawingml/2006/main" noGrp="1"/>
          </p:cNvSpPr>
          <p:nvPr/>
        </p:nvSpPr>
        <p:spPr>
          <a:xfrm xmlns:a="http://schemas.openxmlformats.org/drawingml/2006/main">
            <a:off x="609600" y="6362700"/>
            <a:ext cx="1038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E6A61"/>
                </a:solidFill>
                <a:latin typeface="Georgia"/>
                <a:ea typeface="Georgia"/>
                <a:cs typeface="Georgia"/>
              </a:defRPr>
            </a:defPPr>
          </a:lstStyle>
          <a:p xmlns:a="http://schemas.openxmlformats.org/drawingml/2006/main">
            <a:pPr>
              <a:defRPr sz="1200" b="0">
                <a:solidFill>
                  <a:srgbClr val="6E6A61"/>
                </a:solidFill>
                <a:latin typeface="Georgia"/>
                <a:ea typeface="Georgia"/>
                <a:cs typeface="Georgia"/>
              </a:defRPr>
            </a:pPr>
            <a:r>
              <a:rPr sz="1200" b="0">
                <a:solidFill>
                  <a:srgbClr val="6E6A61"/>
                </a:solidFill>
                <a:latin typeface="Georgia"/>
                <a:ea typeface="Georgia"/>
                <a:cs typeface="Georgia"/>
              </a:rPr>
              <a:t>First CO line at 115.271 GHz and 296 K. The horizontal axis is in MHz.</a:t>
            </a:r>
          </a:p>
        </p:txBody>
      </p:sp>
      <p:sp>
        <p:nvSpPr>
          <p:cNvPr id="3" name="05">
            <a:extLst xmlns:a="http://schemas.openxmlformats.org/drawingml/2006/main">
              <a:ext uri="{FF2B5EF4-FFF2-40B4-BE49-F238E27FC236}">
                <a16:creationId xmlns:a16="http://schemas.microsoft.com/office/drawing/2014/main" id="{520E1707-1B54-4745-AA55-EE03A7C667EC}"/>
              </a:ext>
            </a:extLst>
          </p:cNvPr>
          <p:cNvSpPr>
            <a:spLocks xmlns:a="http://schemas.openxmlformats.org/drawingml/2006/main" noGrp="1"/>
          </p:cNvSpPr>
          <p:nvPr/>
        </p:nvSpPr>
        <p:spPr>
          <a:xfrm xmlns:a="http://schemas.openxmlformats.org/drawingml/2006/main">
            <a:off x="1114425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6E6A61"/>
                </a:solidFill>
                <a:latin typeface="Georgia"/>
                <a:ea typeface="Georgia"/>
                <a:cs typeface="Georgia"/>
              </a:defRPr>
            </a:defPPr>
          </a:lstStyle>
          <a:p xmlns:a="http://schemas.openxmlformats.org/drawingml/2006/main">
            <a:pPr algn="r">
              <a:defRPr sz="1275" b="0">
                <a:solidFill>
                  <a:srgbClr val="6E6A61"/>
                </a:solidFill>
                <a:latin typeface="Georgia"/>
                <a:ea typeface="Georgia"/>
                <a:cs typeface="Georgia"/>
              </a:defRPr>
            </a:pPr>
            <a:r>
              <a:rPr sz="1275" b="0">
                <a:solidFill>
                  <a:srgbClr val="6E6A61"/>
                </a:solidFill>
                <a:latin typeface="Georgia"/>
                <a:ea typeface="Georgia"/>
                <a:cs typeface="Georgia"/>
              </a:rPr>
              <a:t>05</a:t>
            </a:r>
          </a:p>
        </p:txBody>
      </p:sp>
      <p:sp>
        <p:nvSpPr>
          <p:cNvPr id="4" name="Δf ≈ f">
            <a:extLst xmlns:a="http://schemas.openxmlformats.org/drawingml/2006/main">
              <a:ext uri="{FF2B5EF4-FFF2-40B4-BE49-F238E27FC236}">
                <a16:creationId xmlns:a16="http://schemas.microsoft.com/office/drawing/2014/main" id="{CE8B25A7-E416-475B-B223-D904346CA95C}"/>
              </a:ext>
            </a:extLst>
          </p:cNvPr>
          <p:cNvSpPr>
            <a:spLocks xmlns:a="http://schemas.openxmlformats.org/drawingml/2006/main" noGrp="1"/>
          </p:cNvSpPr>
          <p:nvPr/>
        </p:nvSpPr>
        <p:spPr>
          <a:xfrm xmlns:a="http://schemas.openxmlformats.org/drawingml/2006/main">
            <a:off x="609600" y="1819275"/>
            <a:ext cx="1056513" cy="6348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225" b="0">
                <a:solidFill>
                  <a:srgbClr val="242421"/>
                </a:solidFill>
                <a:latin typeface="Georgia"/>
                <a:ea typeface="Georgia"/>
                <a:cs typeface="Georgia"/>
              </a:defRPr>
            </a:defPPr>
          </a:lstStyle>
          <a:p xmlns:a="http://schemas.openxmlformats.org/drawingml/2006/main">
            <a:pPr>
              <a:defRPr sz="3225" b="0">
                <a:solidFill>
                  <a:srgbClr val="242421"/>
                </a:solidFill>
                <a:latin typeface="Georgia"/>
                <a:ea typeface="Georgia"/>
                <a:cs typeface="Georgia"/>
              </a:defRPr>
            </a:pPr>
            <a:r>
              <a:rPr sz="3225" b="0">
                <a:solidFill>
                  <a:srgbClr val="242421"/>
                </a:solidFill>
                <a:latin typeface="Georgia"/>
                <a:ea typeface="Georgia"/>
                <a:cs typeface="Georgia"/>
              </a:rPr>
              <a:t>Δf ≈ f</a:t>
            </a:r>
          </a:p>
        </p:txBody>
      </p:sp>
      <p:sp>
        <p:nvSpPr>
          <p:cNvPr id="5" name="0">
            <a:extLst xmlns:a="http://schemas.openxmlformats.org/drawingml/2006/main">
              <a:ext uri="{FF2B5EF4-FFF2-40B4-BE49-F238E27FC236}">
                <a16:creationId xmlns:a16="http://schemas.microsoft.com/office/drawing/2014/main" id="{D58BBA16-DCE8-4CC2-A1B2-FA64F45863CB}"/>
              </a:ext>
            </a:extLst>
          </p:cNvPr>
          <p:cNvSpPr>
            <a:spLocks xmlns:a="http://schemas.openxmlformats.org/drawingml/2006/main" noGrp="1"/>
          </p:cNvSpPr>
          <p:nvPr/>
        </p:nvSpPr>
        <p:spPr>
          <a:xfrm xmlns:a="http://schemas.openxmlformats.org/drawingml/2006/main">
            <a:off x="1628013" y="2015871"/>
            <a:ext cx="209553" cy="6348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967" b="0">
                <a:solidFill>
                  <a:srgbClr val="242421"/>
                </a:solidFill>
                <a:latin typeface="Georgia"/>
                <a:ea typeface="Georgia"/>
                <a:cs typeface="Georgia"/>
              </a:defRPr>
            </a:defPPr>
          </a:lstStyle>
          <a:p xmlns:a="http://schemas.openxmlformats.org/drawingml/2006/main">
            <a:pPr>
              <a:defRPr sz="1967" b="0">
                <a:solidFill>
                  <a:srgbClr val="242421"/>
                </a:solidFill>
                <a:latin typeface="Georgia"/>
                <a:ea typeface="Georgia"/>
                <a:cs typeface="Georgia"/>
              </a:defRPr>
            </a:pPr>
            <a:r>
              <a:rPr sz="1967" b="0">
                <a:solidFill>
                  <a:srgbClr val="242421"/>
                </a:solidFill>
                <a:latin typeface="Georgia"/>
                <a:ea typeface="Georgia"/>
                <a:cs typeface="Georgia"/>
              </a:rPr>
              <a:t>0</a:t>
            </a:r>
          </a:p>
        </p:txBody>
      </p:sp>
      <p:sp>
        <p:nvSpPr>
          <p:cNvPr id="6" name=" v / c">
            <a:extLst xmlns:a="http://schemas.openxmlformats.org/drawingml/2006/main">
              <a:ext uri="{FF2B5EF4-FFF2-40B4-BE49-F238E27FC236}">
                <a16:creationId xmlns:a16="http://schemas.microsoft.com/office/drawing/2014/main" id="{A4D94A29-1686-4C7C-8535-02B5E45C42F6}"/>
              </a:ext>
            </a:extLst>
          </p:cNvPr>
          <p:cNvSpPr>
            <a:spLocks xmlns:a="http://schemas.openxmlformats.org/drawingml/2006/main" noGrp="1"/>
          </p:cNvSpPr>
          <p:nvPr/>
        </p:nvSpPr>
        <p:spPr>
          <a:xfrm xmlns:a="http://schemas.openxmlformats.org/drawingml/2006/main">
            <a:off x="1799466" y="1819275"/>
            <a:ext cx="933641" cy="6348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225" b="0">
                <a:solidFill>
                  <a:srgbClr val="242421"/>
                </a:solidFill>
                <a:latin typeface="Georgia"/>
                <a:ea typeface="Georgia"/>
                <a:cs typeface="Georgia"/>
              </a:defRPr>
            </a:defPPr>
          </a:lstStyle>
          <a:p xmlns:a="http://schemas.openxmlformats.org/drawingml/2006/main">
            <a:pPr>
              <a:defRPr sz="3225" b="0">
                <a:solidFill>
                  <a:srgbClr val="242421"/>
                </a:solidFill>
                <a:latin typeface="Georgia"/>
                <a:ea typeface="Georgia"/>
                <a:cs typeface="Georgia"/>
              </a:defRPr>
            </a:pPr>
            <a:r>
              <a:rPr sz="3225" b="0">
                <a:solidFill>
                  <a:srgbClr val="242421"/>
                </a:solidFill>
                <a:latin typeface="Georgia"/>
                <a:ea typeface="Georgia"/>
                <a:cs typeface="Georgia"/>
              </a:rPr>
              <a:t> v / c</a:t>
            </a:r>
          </a:p>
        </p:txBody>
      </p:sp>
      <p:sp>
        <p:nvSpPr>
          <p:cNvPr id="7" name="Molecules have different velocities along the beam.">
            <a:extLst xmlns:a="http://schemas.openxmlformats.org/drawingml/2006/main">
              <a:ext uri="{FF2B5EF4-FFF2-40B4-BE49-F238E27FC236}">
                <a16:creationId xmlns:a16="http://schemas.microsoft.com/office/drawing/2014/main" id="{B718CF37-67A5-4B5D-9B85-6B4EB03324B4}"/>
              </a:ext>
            </a:extLst>
          </p:cNvPr>
          <p:cNvSpPr>
            <a:spLocks xmlns:a="http://schemas.openxmlformats.org/drawingml/2006/main" noGrp="1"/>
          </p:cNvSpPr>
          <p:nvPr/>
        </p:nvSpPr>
        <p:spPr>
          <a:xfrm xmlns:a="http://schemas.openxmlformats.org/drawingml/2006/main">
            <a:off x="609600" y="2819400"/>
            <a:ext cx="41433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242421"/>
                </a:solidFill>
                <a:latin typeface="Georgia"/>
                <a:ea typeface="Georgia"/>
                <a:cs typeface="Georgia"/>
              </a:defRPr>
            </a:defPPr>
          </a:lstStyle>
          <a:p xmlns:a="http://schemas.openxmlformats.org/drawingml/2006/main">
            <a:pPr>
              <a:defRPr sz="2175" b="0">
                <a:solidFill>
                  <a:srgbClr val="242421"/>
                </a:solidFill>
                <a:latin typeface="Georgia"/>
                <a:ea typeface="Georgia"/>
                <a:cs typeface="Georgia"/>
              </a:defRPr>
            </a:pPr>
            <a:r>
              <a:rPr sz="2175" b="0">
                <a:solidFill>
                  <a:srgbClr val="242421"/>
                </a:solidFill>
                <a:latin typeface="Georgia"/>
                <a:ea typeface="Georgia"/>
                <a:cs typeface="Georgia"/>
              </a:rPr>
              <a:t>Molecules have different velocities along the beam.</a:t>
            </a:r>
          </a:p>
        </p:txBody>
      </p:sp>
      <p:sp>
        <p:nvSpPr>
          <p:cNvPr id="8" name="Thermal motion produces a Gaussian frequency profile.">
            <a:extLst xmlns:a="http://schemas.openxmlformats.org/drawingml/2006/main">
              <a:ext uri="{FF2B5EF4-FFF2-40B4-BE49-F238E27FC236}">
                <a16:creationId xmlns:a16="http://schemas.microsoft.com/office/drawing/2014/main" id="{406AFB6B-1F43-4658-92A3-103EBE35773F}"/>
              </a:ext>
            </a:extLst>
          </p:cNvPr>
          <p:cNvSpPr>
            <a:spLocks xmlns:a="http://schemas.openxmlformats.org/drawingml/2006/main" noGrp="1"/>
          </p:cNvSpPr>
          <p:nvPr/>
        </p:nvSpPr>
        <p:spPr>
          <a:xfrm xmlns:a="http://schemas.openxmlformats.org/drawingml/2006/main">
            <a:off x="609600" y="4152900"/>
            <a:ext cx="414337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B4472B"/>
                </a:solidFill>
                <a:latin typeface="Georgia"/>
                <a:ea typeface="Georgia"/>
                <a:cs typeface="Georgia"/>
              </a:defRPr>
            </a:defPPr>
          </a:lstStyle>
          <a:p xmlns:a="http://schemas.openxmlformats.org/drawingml/2006/main">
            <a:pPr>
              <a:defRPr sz="2175" b="0">
                <a:solidFill>
                  <a:srgbClr val="B4472B"/>
                </a:solidFill>
                <a:latin typeface="Georgia"/>
                <a:ea typeface="Georgia"/>
                <a:cs typeface="Georgia"/>
              </a:defRPr>
            </a:pPr>
            <a:r>
              <a:rPr sz="2175" b="0">
                <a:solidFill>
                  <a:srgbClr val="B4472B"/>
                </a:solidFill>
                <a:latin typeface="Georgia"/>
                <a:ea typeface="Georgia"/>
                <a:cs typeface="Georgia"/>
              </a:rPr>
              <a:t>Thermal motion produces a Gaussian frequency profile.</a:t>
            </a:r>
          </a:p>
        </p:txBody>
      </p:sp>
      <p:sp>
        <p:nvSpPr>
          <p:cNvPr id="9" name="Doppler full width: 0.268 MHz">
            <a:extLst xmlns:a="http://schemas.openxmlformats.org/drawingml/2006/main">
              <a:ext uri="{FF2B5EF4-FFF2-40B4-BE49-F238E27FC236}">
                <a16:creationId xmlns:a16="http://schemas.microsoft.com/office/drawing/2014/main" id="{2A09F0BE-3544-4555-A1CE-AB452FC24651}"/>
              </a:ext>
            </a:extLst>
          </p:cNvPr>
          <p:cNvSpPr>
            <a:spLocks xmlns:a="http://schemas.openxmlformats.org/drawingml/2006/main" noGrp="1"/>
          </p:cNvSpPr>
          <p:nvPr/>
        </p:nvSpPr>
        <p:spPr>
          <a:xfrm xmlns:a="http://schemas.openxmlformats.org/drawingml/2006/main">
            <a:off x="609600" y="5534025"/>
            <a:ext cx="4286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6E6A61"/>
                </a:solidFill>
                <a:latin typeface="Georgia"/>
                <a:ea typeface="Georgia"/>
                <a:cs typeface="Georgia"/>
              </a:defRPr>
            </a:defPPr>
          </a:lstStyle>
          <a:p xmlns:a="http://schemas.openxmlformats.org/drawingml/2006/main">
            <a:pPr>
              <a:defRPr sz="1800" b="0">
                <a:solidFill>
                  <a:srgbClr val="6E6A61"/>
                </a:solidFill>
                <a:latin typeface="Georgia"/>
                <a:ea typeface="Georgia"/>
                <a:cs typeface="Georgia"/>
              </a:defRPr>
            </a:pPr>
            <a:r>
              <a:rPr sz="1800" b="0">
                <a:solidFill>
                  <a:srgbClr val="6E6A61"/>
                </a:solidFill>
                <a:latin typeface="Georgia"/>
                <a:ea typeface="Georgia"/>
                <a:cs typeface="Georgia"/>
              </a:rPr>
              <a:t>Doppler full width: 0.268 MHz</a:t>
            </a:r>
          </a:p>
        </p:txBody>
      </p:sp>
      <p:graphicFrame>
        <p:nvGraphicFramePr>
          <p:cNvPr id="10" name="Chart">
            <a:extLst xmlns:a="http://schemas.openxmlformats.org/drawingml/2006/main">
              <a:ext uri="{FF2B5EF4-FFF2-40B4-BE49-F238E27FC236}">
                <a16:creationId xmlns:a16="http://schemas.microsoft.com/office/drawing/2014/main" id="{A3F1A7C6-5385-4EF9-A347-844E0E6AE2CF}"/>
              </a:ext>
            </a:extLst>
          </p:cNvPr>
          <p:cNvGraphicFramePr/>
          <p:nvPr/>
        </p:nvGraphicFramePr>
        <p:xfrm>
          <a:off xmlns:a="http://schemas.openxmlformats.org/drawingml/2006/main" x="4962525" y="1714500"/>
          <a:ext xmlns:a="http://schemas.openxmlformats.org/drawingml/2006/main" cx="6619875" cy="4000500"/>
        </p:xfrm>
        <a:graphic xmlns:a="http://schemas.openxmlformats.org/drawingml/2006/main">
          <a:graphicData uri="http://schemas.openxmlformats.org/drawingml/2006/chart">
            <c:chart xmlns:r="http://schemas.openxmlformats.org/officeDocument/2006/relationships" xmlns:c="http://schemas.openxmlformats.org/drawingml/2006/chart" r:id="R6d599f8b33744309"/>
          </a:graphicData>
        </a:graphic>
      </p:graphicFrame>
    </p:spTree>
    <p:extLst>
      <p:ext uri="{BB962C8B-B14F-4D97-AF65-F5344CB8AC3E}">
        <p14:creationId xmlns:p14="http://schemas.microsoft.com/office/powerpoint/2010/main" val="1927147177"/>
      </p:ext>
    </p:extLst>
  </p:cSld>
</p:sld>
</file>

<file path=ppt/slides/slide6.xml><?xml version="1.0" encoding="utf-8"?>
<p:sld xmlns:p="http://schemas.openxmlformats.org/presentationml/2006/main">
  <p:cSld>
    <p:bg>
      <p:bgPr>
        <a:solidFill xmlns:a="http://schemas.openxmlformats.org/drawingml/2006/main">
          <a:srgbClr val="F4F0E8"/>
        </a:solidFill>
      </p:bgPr>
    </p:bg>
    <p:spTree>
      <p:nvGrpSpPr>
        <p:cNvPr id="1" name=""/>
        <p:cNvGrpSpPr/>
        <p:nvPr/>
      </p:nvGrpSpPr>
      <p:grpSpPr>
        <a:xfrm xmlns:a="http://schemas.openxmlformats.org/drawingml/2006/main"/>
      </p:grpSpPr>
      <p:sp>
        <p:nvSpPr>
          <p:cNvPr id="8" name="At atmospheric pressure, collisions set most of the width">
            <a:extLst xmlns:a="http://schemas.openxmlformats.org/drawingml/2006/main">
              <a:ext uri="{FF2B5EF4-FFF2-40B4-BE49-F238E27FC236}">
                <a16:creationId xmlns:a16="http://schemas.microsoft.com/office/drawing/2014/main" id="{06A595B7-E9CC-4D8E-AEAA-2AD3C2F12179}"/>
              </a:ext>
            </a:extLst>
          </p:cNvPr>
          <p:cNvSpPr>
            <a:spLocks xmlns:a="http://schemas.openxmlformats.org/drawingml/2006/main" noGrp="1"/>
          </p:cNvSpPr>
          <p:nvPr/>
        </p:nvSpPr>
        <p:spPr>
          <a:xfrm xmlns:a="http://schemas.openxmlformats.org/drawingml/2006/main">
            <a:off x="609600" y="409575"/>
            <a:ext cx="109728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0">
                <a:solidFill>
                  <a:srgbClr val="242421"/>
                </a:solidFill>
                <a:latin typeface="Georgia"/>
                <a:ea typeface="Georgia"/>
                <a:cs typeface="Georgia"/>
              </a:defRPr>
            </a:defPPr>
          </a:lstStyle>
          <a:p xmlns:a="http://schemas.openxmlformats.org/drawingml/2006/main">
            <a:pPr>
              <a:defRPr sz="3300" b="0">
                <a:solidFill>
                  <a:srgbClr val="242421"/>
                </a:solidFill>
                <a:latin typeface="Georgia"/>
                <a:ea typeface="Georgia"/>
                <a:cs typeface="Georgia"/>
              </a:defRPr>
            </a:pPr>
            <a:r>
              <a:rPr sz="3300" b="0">
                <a:solidFill>
                  <a:srgbClr val="242421"/>
                </a:solidFill>
                <a:latin typeface="Georgia"/>
                <a:ea typeface="Georgia"/>
                <a:cs typeface="Georgia"/>
              </a:rPr>
              <a:t>At atmospheric pressure, collisions set most of the width</a:t>
            </a:r>
          </a:p>
        </p:txBody>
      </p:sp>
      <p:sp>
        <p:nvSpPr>
          <p:cNvPr id="2" name="Same integrated line area. This comparison isolates broadening, not eq">
            <a:extLst xmlns:a="http://schemas.openxmlformats.org/drawingml/2006/main">
              <a:ext uri="{FF2B5EF4-FFF2-40B4-BE49-F238E27FC236}">
                <a16:creationId xmlns:a16="http://schemas.microsoft.com/office/drawing/2014/main" id="{35C23DCA-4401-41BD-8483-2572D92DE54B}"/>
              </a:ext>
            </a:extLst>
          </p:cNvPr>
          <p:cNvSpPr>
            <a:spLocks xmlns:a="http://schemas.openxmlformats.org/drawingml/2006/main" noGrp="1"/>
          </p:cNvSpPr>
          <p:nvPr/>
        </p:nvSpPr>
        <p:spPr>
          <a:xfrm xmlns:a="http://schemas.openxmlformats.org/drawingml/2006/main">
            <a:off x="609600" y="6362700"/>
            <a:ext cx="1038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E6A61"/>
                </a:solidFill>
                <a:latin typeface="Georgia"/>
                <a:ea typeface="Georgia"/>
                <a:cs typeface="Georgia"/>
              </a:defRPr>
            </a:defPPr>
          </a:lstStyle>
          <a:p xmlns:a="http://schemas.openxmlformats.org/drawingml/2006/main">
            <a:pPr>
              <a:defRPr sz="1200" b="0">
                <a:solidFill>
                  <a:srgbClr val="6E6A61"/>
                </a:solidFill>
                <a:latin typeface="Georgia"/>
                <a:ea typeface="Georgia"/>
                <a:cs typeface="Georgia"/>
              </a:defRPr>
            </a:pPr>
            <a:r>
              <a:rPr sz="1200" b="0">
                <a:solidFill>
                  <a:srgbClr val="6E6A61"/>
                </a:solidFill>
                <a:latin typeface="Georgia"/>
                <a:ea typeface="Georgia"/>
                <a:cs typeface="Georgia"/>
              </a:rPr>
              <a:t>Same integrated line area. This comparison isolates broadening, not equal ppm samples.</a:t>
            </a:r>
          </a:p>
        </p:txBody>
      </p:sp>
      <p:sp>
        <p:nvSpPr>
          <p:cNvPr id="3" name="06">
            <a:extLst xmlns:a="http://schemas.openxmlformats.org/drawingml/2006/main">
              <a:ext uri="{FF2B5EF4-FFF2-40B4-BE49-F238E27FC236}">
                <a16:creationId xmlns:a16="http://schemas.microsoft.com/office/drawing/2014/main" id="{229D85BE-6331-4C35-9387-1102B5412519}"/>
              </a:ext>
            </a:extLst>
          </p:cNvPr>
          <p:cNvSpPr>
            <a:spLocks xmlns:a="http://schemas.openxmlformats.org/drawingml/2006/main" noGrp="1"/>
          </p:cNvSpPr>
          <p:nvPr/>
        </p:nvSpPr>
        <p:spPr>
          <a:xfrm xmlns:a="http://schemas.openxmlformats.org/drawingml/2006/main">
            <a:off x="1114425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6E6A61"/>
                </a:solidFill>
                <a:latin typeface="Georgia"/>
                <a:ea typeface="Georgia"/>
                <a:cs typeface="Georgia"/>
              </a:defRPr>
            </a:defPPr>
          </a:lstStyle>
          <a:p xmlns:a="http://schemas.openxmlformats.org/drawingml/2006/main">
            <a:pPr algn="r">
              <a:defRPr sz="1275" b="0">
                <a:solidFill>
                  <a:srgbClr val="6E6A61"/>
                </a:solidFill>
                <a:latin typeface="Georgia"/>
                <a:ea typeface="Georgia"/>
                <a:cs typeface="Georgia"/>
              </a:defRPr>
            </a:pPr>
            <a:r>
              <a:rPr sz="1275" b="0">
                <a:solidFill>
                  <a:srgbClr val="6E6A61"/>
                </a:solidFill>
                <a:latin typeface="Georgia"/>
                <a:ea typeface="Georgia"/>
                <a:cs typeface="Georgia"/>
              </a:rPr>
              <a:t>06</a:t>
            </a:r>
          </a:p>
        </p:txBody>
      </p:sp>
      <p:sp>
        <p:nvSpPr>
          <p:cNvPr id="4" name="Voigt profile = Lorentz * Gaussian">
            <a:extLst xmlns:a="http://schemas.openxmlformats.org/drawingml/2006/main">
              <a:ext uri="{FF2B5EF4-FFF2-40B4-BE49-F238E27FC236}">
                <a16:creationId xmlns:a16="http://schemas.microsoft.com/office/drawing/2014/main" id="{38C12076-3B7C-44DC-BA42-2A015A2EC376}"/>
              </a:ext>
            </a:extLst>
          </p:cNvPr>
          <p:cNvSpPr>
            <a:spLocks xmlns:a="http://schemas.openxmlformats.org/drawingml/2006/main" noGrp="1"/>
          </p:cNvSpPr>
          <p:nvPr/>
        </p:nvSpPr>
        <p:spPr>
          <a:xfrm xmlns:a="http://schemas.openxmlformats.org/drawingml/2006/main">
            <a:off x="609600" y="1609725"/>
            <a:ext cx="1057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B4472B"/>
                </a:solidFill>
                <a:latin typeface="Georgia"/>
                <a:ea typeface="Georgia"/>
                <a:cs typeface="Georgia"/>
              </a:defRPr>
            </a:defPPr>
          </a:lstStyle>
          <a:p xmlns:a="http://schemas.openxmlformats.org/drawingml/2006/main">
            <a:pPr>
              <a:defRPr sz="2400" b="0">
                <a:solidFill>
                  <a:srgbClr val="B4472B"/>
                </a:solidFill>
                <a:latin typeface="Georgia"/>
                <a:ea typeface="Georgia"/>
                <a:cs typeface="Georgia"/>
              </a:defRPr>
            </a:pPr>
            <a:r>
              <a:rPr sz="2400" b="0">
                <a:solidFill>
                  <a:srgbClr val="B4472B"/>
                </a:solidFill>
                <a:latin typeface="Georgia"/>
                <a:ea typeface="Georgia"/>
                <a:cs typeface="Georgia"/>
              </a:rPr>
              <a:t>Voigt profile = Lorentz * Gaussian</a:t>
            </a:r>
          </a:p>
        </p:txBody>
      </p:sp>
      <p:sp>
        <p:nvSpPr>
          <p:cNvPr id="5" name="Pressure broadening: 4.815 GHz&#10;Doppler broadening: 0.000268 GHz">
            <a:extLst xmlns:a="http://schemas.openxmlformats.org/drawingml/2006/main">
              <a:ext uri="{FF2B5EF4-FFF2-40B4-BE49-F238E27FC236}">
                <a16:creationId xmlns:a16="http://schemas.microsoft.com/office/drawing/2014/main" id="{EA23A504-8CDC-4DD2-AE4C-CCB43D3C8D64}"/>
              </a:ext>
            </a:extLst>
          </p:cNvPr>
          <p:cNvSpPr>
            <a:spLocks xmlns:a="http://schemas.openxmlformats.org/drawingml/2006/main" noGrp="1"/>
          </p:cNvSpPr>
          <p:nvPr/>
        </p:nvSpPr>
        <p:spPr>
          <a:xfrm xmlns:a="http://schemas.openxmlformats.org/drawingml/2006/main">
            <a:off x="609600" y="2705100"/>
            <a:ext cx="423862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242421"/>
                </a:solidFill>
                <a:latin typeface="Georgia"/>
                <a:ea typeface="Georgia"/>
                <a:cs typeface="Georgia"/>
              </a:defRPr>
            </a:defPPr>
          </a:lstStyle>
          <a:p xmlns:a="http://schemas.openxmlformats.org/drawingml/2006/main">
            <a:pPr>
              <a:defRPr sz="2025" b="0">
                <a:solidFill>
                  <a:srgbClr val="242421"/>
                </a:solidFill>
                <a:latin typeface="Georgia"/>
                <a:ea typeface="Georgia"/>
                <a:cs typeface="Georgia"/>
              </a:defRPr>
            </a:pPr>
            <a:r>
              <a:rPr sz="2025" b="0">
                <a:solidFill>
                  <a:srgbClr val="242421"/>
                </a:solidFill>
                <a:latin typeface="Georgia"/>
                <a:ea typeface="Georgia"/>
                <a:cs typeface="Georgia"/>
              </a:rPr>
              <a:t>Pressure broadening: 4.815 GHz</a:t>
            </a:r>
          </a:p>
          <a:p xmlns:a="http://schemas.openxmlformats.org/drawingml/2006/main">
            <a:pPr>
              <a:defRPr sz="2025" b="0">
                <a:solidFill>
                  <a:srgbClr val="242421"/>
                </a:solidFill>
                <a:latin typeface="Georgia"/>
                <a:ea typeface="Georgia"/>
                <a:cs typeface="Georgia"/>
              </a:defRPr>
            </a:pPr>
            <a:r>
              <a:rPr sz="2025" b="0">
                <a:solidFill>
                  <a:srgbClr val="242421"/>
                </a:solidFill>
                <a:latin typeface="Georgia"/>
                <a:ea typeface="Georgia"/>
                <a:cs typeface="Georgia"/>
              </a:rPr>
              <a:t>Doppler broadening: 0.000268 GHz</a:t>
            </a:r>
          </a:p>
        </p:txBody>
      </p:sp>
      <p:sp>
        <p:nvSpPr>
          <p:cNvPr id="6" name="For this line at 296 K and 1 atm,&#10;the pressure width is about&#10;18,000 t">
            <a:extLst xmlns:a="http://schemas.openxmlformats.org/drawingml/2006/main">
              <a:ext uri="{FF2B5EF4-FFF2-40B4-BE49-F238E27FC236}">
                <a16:creationId xmlns:a16="http://schemas.microsoft.com/office/drawing/2014/main" id="{FB03D359-FADF-4383-83CC-4E59108E51B0}"/>
              </a:ext>
            </a:extLst>
          </p:cNvPr>
          <p:cNvSpPr>
            <a:spLocks xmlns:a="http://schemas.openxmlformats.org/drawingml/2006/main" noGrp="1"/>
          </p:cNvSpPr>
          <p:nvPr/>
        </p:nvSpPr>
        <p:spPr>
          <a:xfrm xmlns:a="http://schemas.openxmlformats.org/drawingml/2006/main">
            <a:off x="609600" y="4229100"/>
            <a:ext cx="414337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242421"/>
                </a:solidFill>
                <a:latin typeface="Georgia"/>
                <a:ea typeface="Georgia"/>
                <a:cs typeface="Georgia"/>
              </a:defRPr>
            </a:defPPr>
          </a:lstStyle>
          <a:p xmlns:a="http://schemas.openxmlformats.org/drawingml/2006/main">
            <a:pPr>
              <a:defRPr sz="2100" b="0">
                <a:solidFill>
                  <a:srgbClr val="242421"/>
                </a:solidFill>
                <a:latin typeface="Georgia"/>
                <a:ea typeface="Georgia"/>
                <a:cs typeface="Georgia"/>
              </a:defRPr>
            </a:pPr>
            <a:r>
              <a:rPr sz="2100" b="0">
                <a:solidFill>
                  <a:srgbClr val="242421"/>
                </a:solidFill>
                <a:latin typeface="Georgia"/>
                <a:ea typeface="Georgia"/>
                <a:cs typeface="Georgia"/>
              </a:rPr>
              <a:t>For this line at 296 K and 1 atm,</a:t>
            </a:r>
          </a:p>
          <a:p xmlns:a="http://schemas.openxmlformats.org/drawingml/2006/main">
            <a:pPr>
              <a:defRPr sz="2100" b="0">
                <a:solidFill>
                  <a:srgbClr val="242421"/>
                </a:solidFill>
                <a:latin typeface="Georgia"/>
                <a:ea typeface="Georgia"/>
                <a:cs typeface="Georgia"/>
              </a:defRPr>
            </a:pPr>
            <a:r>
              <a:rPr sz="2100" b="0">
                <a:solidFill>
                  <a:srgbClr val="242421"/>
                </a:solidFill>
                <a:latin typeface="Georgia"/>
                <a:ea typeface="Georgia"/>
                <a:cs typeface="Georgia"/>
              </a:rPr>
              <a:t>the pressure width is about</a:t>
            </a:r>
          </a:p>
          <a:p xmlns:a="http://schemas.openxmlformats.org/drawingml/2006/main">
            <a:pPr>
              <a:defRPr sz="2100" b="0">
                <a:solidFill>
                  <a:srgbClr val="242421"/>
                </a:solidFill>
                <a:latin typeface="Georgia"/>
                <a:ea typeface="Georgia"/>
                <a:cs typeface="Georgia"/>
              </a:defRPr>
            </a:pPr>
            <a:r>
              <a:rPr sz="2100" b="0">
                <a:solidFill>
                  <a:srgbClr val="242421"/>
                </a:solidFill>
                <a:latin typeface="Georgia"/>
                <a:ea typeface="Georgia"/>
                <a:cs typeface="Georgia"/>
              </a:rPr>
              <a:t>18,000 times larger.</a:t>
            </a:r>
          </a:p>
        </p:txBody>
      </p:sp>
      <p:graphicFrame>
        <p:nvGraphicFramePr>
          <p:cNvPr id="7" name="Chart">
            <a:extLst xmlns:a="http://schemas.openxmlformats.org/drawingml/2006/main">
              <a:ext uri="{FF2B5EF4-FFF2-40B4-BE49-F238E27FC236}">
                <a16:creationId xmlns:a16="http://schemas.microsoft.com/office/drawing/2014/main" id="{06D3BB84-ECFA-44B2-B896-BF77ECDDF699}"/>
              </a:ext>
            </a:extLst>
          </p:cNvPr>
          <p:cNvGraphicFramePr/>
          <p:nvPr/>
        </p:nvGraphicFramePr>
        <p:xfrm>
          <a:off xmlns:a="http://schemas.openxmlformats.org/drawingml/2006/main" x="4962525" y="2371725"/>
          <a:ext xmlns:a="http://schemas.openxmlformats.org/drawingml/2006/main" cx="6619875" cy="3638550"/>
        </p:xfrm>
        <a:graphic xmlns:a="http://schemas.openxmlformats.org/drawingml/2006/main">
          <a:graphicData uri="http://schemas.openxmlformats.org/drawingml/2006/chart">
            <c:chart xmlns:r="http://schemas.openxmlformats.org/officeDocument/2006/relationships" xmlns:c="http://schemas.openxmlformats.org/drawingml/2006/chart" r:id="Rdf5b03e768d74260"/>
          </a:graphicData>
        </a:graphic>
      </p:graphicFrame>
    </p:spTree>
    <p:extLst>
      <p:ext uri="{BB962C8B-B14F-4D97-AF65-F5344CB8AC3E}">
        <p14:creationId xmlns:p14="http://schemas.microsoft.com/office/powerpoint/2010/main" val="507061837"/>
      </p:ext>
    </p:extLst>
  </p:cSld>
</p:sld>
</file>

<file path=ppt/slides/slide7.xml><?xml version="1.0" encoding="utf-8"?>
<p:sld xmlns:p="http://schemas.openxmlformats.org/presentationml/2006/main">
  <p:cSld>
    <p:bg>
      <p:bgPr>
        <a:solidFill xmlns:a="http://schemas.openxmlformats.org/drawingml/2006/main">
          <a:srgbClr val="F4F0E8"/>
        </a:solidFill>
      </p:bgPr>
    </p:bg>
    <p:spTree>
      <p:nvGrpSpPr>
        <p:cNvPr id="1" name=""/>
        <p:cNvGrpSpPr/>
        <p:nvPr/>
      </p:nvGrpSpPr>
      <p:grpSpPr>
        <a:xfrm xmlns:a="http://schemas.openxmlformats.org/drawingml/2006/main"/>
      </p:grpSpPr>
      <p:sp>
        <p:nvSpPr>
          <p:cNvPr id="8" name="Why the curve in your image is smooth">
            <a:extLst xmlns:a="http://schemas.openxmlformats.org/drawingml/2006/main">
              <a:ext uri="{FF2B5EF4-FFF2-40B4-BE49-F238E27FC236}">
                <a16:creationId xmlns:a16="http://schemas.microsoft.com/office/drawing/2014/main" id="{2811ADD4-C523-4358-B2E4-72B94F520D54}"/>
              </a:ext>
            </a:extLst>
          </p:cNvPr>
          <p:cNvSpPr>
            <a:spLocks xmlns:a="http://schemas.openxmlformats.org/drawingml/2006/main" noGrp="1"/>
          </p:cNvSpPr>
          <p:nvPr/>
        </p:nvSpPr>
        <p:spPr>
          <a:xfrm xmlns:a="http://schemas.openxmlformats.org/drawingml/2006/main">
            <a:off x="609600" y="409575"/>
            <a:ext cx="109728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0">
                <a:solidFill>
                  <a:srgbClr val="242421"/>
                </a:solidFill>
                <a:latin typeface="Georgia"/>
                <a:ea typeface="Georgia"/>
                <a:cs typeface="Georgia"/>
              </a:defRPr>
            </a:defPPr>
          </a:lstStyle>
          <a:p xmlns:a="http://schemas.openxmlformats.org/drawingml/2006/main">
            <a:pPr>
              <a:defRPr sz="3300" b="0">
                <a:solidFill>
                  <a:srgbClr val="242421"/>
                </a:solidFill>
                <a:latin typeface="Georgia"/>
                <a:ea typeface="Georgia"/>
                <a:cs typeface="Georgia"/>
              </a:defRPr>
            </a:pPr>
            <a:r>
              <a:rPr sz="3300" b="0">
                <a:solidFill>
                  <a:srgbClr val="242421"/>
                </a:solidFill>
                <a:latin typeface="Georgia"/>
                <a:ea typeface="Georgia"/>
                <a:cs typeface="Georgia"/>
              </a:rPr>
              <a:t>Why the curve in your image is smooth</a:t>
            </a:r>
          </a:p>
        </p:txBody>
      </p:sp>
      <p:sp>
        <p:nvSpPr>
          <p:cNvPr id="2" name="Reconstructed historical CH₃CN model curve. It is not a CO spectrum or">
            <a:extLst xmlns:a="http://schemas.openxmlformats.org/drawingml/2006/main">
              <a:ext uri="{FF2B5EF4-FFF2-40B4-BE49-F238E27FC236}">
                <a16:creationId xmlns:a16="http://schemas.microsoft.com/office/drawing/2014/main" id="{0E201462-2BA9-4B63-B4F8-CD52E3C08932}"/>
              </a:ext>
            </a:extLst>
          </p:cNvPr>
          <p:cNvSpPr>
            <a:spLocks xmlns:a="http://schemas.openxmlformats.org/drawingml/2006/main" noGrp="1"/>
          </p:cNvSpPr>
          <p:nvPr/>
        </p:nvSpPr>
        <p:spPr>
          <a:xfrm xmlns:a="http://schemas.openxmlformats.org/drawingml/2006/main">
            <a:off x="609600" y="6362700"/>
            <a:ext cx="1038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E6A61"/>
                </a:solidFill>
                <a:latin typeface="Georgia"/>
                <a:ea typeface="Georgia"/>
                <a:cs typeface="Georgia"/>
              </a:defRPr>
            </a:defPPr>
          </a:lstStyle>
          <a:p xmlns:a="http://schemas.openxmlformats.org/drawingml/2006/main">
            <a:pPr>
              <a:defRPr sz="1200" b="0">
                <a:solidFill>
                  <a:srgbClr val="6E6A61"/>
                </a:solidFill>
                <a:latin typeface="Georgia"/>
                <a:ea typeface="Georgia"/>
                <a:cs typeface="Georgia"/>
              </a:defRPr>
            </a:pPr>
            <a:r>
              <a:rPr sz="1200" b="0">
                <a:solidFill>
                  <a:srgbClr val="6E6A61"/>
                </a:solidFill>
                <a:latin typeface="Georgia"/>
                <a:ea typeface="Georgia"/>
                <a:cs typeface="Georgia"/>
              </a:rPr>
              <a:t>Reconstructed historical CH₃CN model curve. It is not a CO spectrum or a measured result.</a:t>
            </a:r>
          </a:p>
        </p:txBody>
      </p:sp>
      <p:sp>
        <p:nvSpPr>
          <p:cNvPr id="3" name="07">
            <a:extLst xmlns:a="http://schemas.openxmlformats.org/drawingml/2006/main">
              <a:ext uri="{FF2B5EF4-FFF2-40B4-BE49-F238E27FC236}">
                <a16:creationId xmlns:a16="http://schemas.microsoft.com/office/drawing/2014/main" id="{F3E61976-E033-4BD2-AC8A-9DDC8B0F4295}"/>
              </a:ext>
            </a:extLst>
          </p:cNvPr>
          <p:cNvSpPr>
            <a:spLocks xmlns:a="http://schemas.openxmlformats.org/drawingml/2006/main" noGrp="1"/>
          </p:cNvSpPr>
          <p:nvPr/>
        </p:nvSpPr>
        <p:spPr>
          <a:xfrm xmlns:a="http://schemas.openxmlformats.org/drawingml/2006/main">
            <a:off x="1114425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6E6A61"/>
                </a:solidFill>
                <a:latin typeface="Georgia"/>
                <a:ea typeface="Georgia"/>
                <a:cs typeface="Georgia"/>
              </a:defRPr>
            </a:defPPr>
          </a:lstStyle>
          <a:p xmlns:a="http://schemas.openxmlformats.org/drawingml/2006/main">
            <a:pPr algn="r">
              <a:defRPr sz="1275" b="0">
                <a:solidFill>
                  <a:srgbClr val="6E6A61"/>
                </a:solidFill>
                <a:latin typeface="Georgia"/>
                <a:ea typeface="Georgia"/>
                <a:cs typeface="Georgia"/>
              </a:defRPr>
            </a:pPr>
            <a:r>
              <a:rPr sz="1275" b="0">
                <a:solidFill>
                  <a:srgbClr val="6E6A61"/>
                </a:solidFill>
                <a:latin typeface="Georgia"/>
                <a:ea typeface="Georgia"/>
                <a:cs typeface="Georgia"/>
              </a:rPr>
              <a:t>07</a:t>
            </a:r>
          </a:p>
        </p:txBody>
      </p:sp>
      <p:sp>
        <p:nvSpPr>
          <p:cNvPr id="4" name="The original calculation adds&#10;CH₃CN line contributions along&#10;an atmosp">
            <a:extLst xmlns:a="http://schemas.openxmlformats.org/drawingml/2006/main">
              <a:ext uri="{FF2B5EF4-FFF2-40B4-BE49-F238E27FC236}">
                <a16:creationId xmlns:a16="http://schemas.microsoft.com/office/drawing/2014/main" id="{42F34A03-EA40-4120-87FE-DEDE132D1330}"/>
              </a:ext>
            </a:extLst>
          </p:cNvPr>
          <p:cNvSpPr>
            <a:spLocks xmlns:a="http://schemas.openxmlformats.org/drawingml/2006/main" noGrp="1"/>
          </p:cNvSpPr>
          <p:nvPr/>
        </p:nvSpPr>
        <p:spPr>
          <a:xfrm xmlns:a="http://schemas.openxmlformats.org/drawingml/2006/main">
            <a:off x="609600" y="1676400"/>
            <a:ext cx="41719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242421"/>
                </a:solidFill>
                <a:latin typeface="Georgia"/>
                <a:ea typeface="Georgia"/>
                <a:cs typeface="Georgia"/>
              </a:defRPr>
            </a:defPPr>
          </a:lstStyle>
          <a:p xmlns:a="http://schemas.openxmlformats.org/drawingml/2006/main">
            <a:pPr>
              <a:defRPr sz="2175" b="0">
                <a:solidFill>
                  <a:srgbClr val="242421"/>
                </a:solidFill>
                <a:latin typeface="Georgia"/>
                <a:ea typeface="Georgia"/>
                <a:cs typeface="Georgia"/>
              </a:defRPr>
            </a:pPr>
            <a:r>
              <a:rPr sz="2175" b="0">
                <a:solidFill>
                  <a:srgbClr val="242421"/>
                </a:solidFill>
                <a:latin typeface="Georgia"/>
                <a:ea typeface="Georgia"/>
                <a:cs typeface="Georgia"/>
              </a:rPr>
              <a:t>The original calculation adds</a:t>
            </a:r>
          </a:p>
          <a:p xmlns:a="http://schemas.openxmlformats.org/drawingml/2006/main">
            <a:pPr>
              <a:defRPr sz="2175" b="0">
                <a:solidFill>
                  <a:srgbClr val="242421"/>
                </a:solidFill>
                <a:latin typeface="Georgia"/>
                <a:ea typeface="Georgia"/>
                <a:cs typeface="Georgia"/>
              </a:defRPr>
            </a:pPr>
            <a:r>
              <a:rPr sz="2175" b="0">
                <a:solidFill>
                  <a:srgbClr val="242421"/>
                </a:solidFill>
                <a:latin typeface="Georgia"/>
                <a:ea typeface="Georgia"/>
                <a:cs typeface="Georgia"/>
              </a:rPr>
              <a:t>CH₃CN line contributions along</a:t>
            </a:r>
          </a:p>
          <a:p xmlns:a="http://schemas.openxmlformats.org/drawingml/2006/main">
            <a:pPr>
              <a:defRPr sz="2175" b="0">
                <a:solidFill>
                  <a:srgbClr val="242421"/>
                </a:solidFill>
                <a:latin typeface="Georgia"/>
                <a:ea typeface="Georgia"/>
                <a:cs typeface="Georgia"/>
              </a:defRPr>
            </a:pPr>
            <a:r>
              <a:rPr sz="2175" b="0">
                <a:solidFill>
                  <a:srgbClr val="242421"/>
                </a:solidFill>
                <a:latin typeface="Georgia"/>
                <a:ea typeface="Georgia"/>
                <a:cs typeface="Georgia"/>
              </a:rPr>
              <a:t>an atmospheric path.</a:t>
            </a:r>
          </a:p>
        </p:txBody>
      </p:sp>
      <p:sp>
        <p:nvSpPr>
          <p:cNvPr id="5" name="Broad wings overlap. Different&#10;pressures along the path also&#10;change th">
            <a:extLst xmlns:a="http://schemas.openxmlformats.org/drawingml/2006/main">
              <a:ext uri="{FF2B5EF4-FFF2-40B4-BE49-F238E27FC236}">
                <a16:creationId xmlns:a16="http://schemas.microsoft.com/office/drawing/2014/main" id="{9213A7FA-6900-4EA8-99E0-A99CAB2104C8}"/>
              </a:ext>
            </a:extLst>
          </p:cNvPr>
          <p:cNvSpPr>
            <a:spLocks xmlns:a="http://schemas.openxmlformats.org/drawingml/2006/main" noGrp="1"/>
          </p:cNvSpPr>
          <p:nvPr/>
        </p:nvSpPr>
        <p:spPr>
          <a:xfrm xmlns:a="http://schemas.openxmlformats.org/drawingml/2006/main">
            <a:off x="609600" y="3495675"/>
            <a:ext cx="41719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B4472B"/>
                </a:solidFill>
                <a:latin typeface="Georgia"/>
                <a:ea typeface="Georgia"/>
                <a:cs typeface="Georgia"/>
              </a:defRPr>
            </a:defPPr>
          </a:lstStyle>
          <a:p xmlns:a="http://schemas.openxmlformats.org/drawingml/2006/main">
            <a:pPr>
              <a:defRPr sz="2175" b="0">
                <a:solidFill>
                  <a:srgbClr val="B4472B"/>
                </a:solidFill>
                <a:latin typeface="Georgia"/>
                <a:ea typeface="Georgia"/>
                <a:cs typeface="Georgia"/>
              </a:defRPr>
            </a:pPr>
            <a:r>
              <a:rPr sz="2175" b="0">
                <a:solidFill>
                  <a:srgbClr val="B4472B"/>
                </a:solidFill>
                <a:latin typeface="Georgia"/>
                <a:ea typeface="Georgia"/>
                <a:cs typeface="Georgia"/>
              </a:rPr>
              <a:t>Broad wings overlap. Different</a:t>
            </a:r>
          </a:p>
          <a:p xmlns:a="http://schemas.openxmlformats.org/drawingml/2006/main">
            <a:pPr>
              <a:defRPr sz="2175" b="0">
                <a:solidFill>
                  <a:srgbClr val="B4472B"/>
                </a:solidFill>
                <a:latin typeface="Georgia"/>
                <a:ea typeface="Georgia"/>
                <a:cs typeface="Georgia"/>
              </a:defRPr>
            </a:pPr>
            <a:r>
              <a:rPr sz="2175" b="0">
                <a:solidFill>
                  <a:srgbClr val="B4472B"/>
                </a:solidFill>
                <a:latin typeface="Georgia"/>
                <a:ea typeface="Georgia"/>
                <a:cs typeface="Georgia"/>
              </a:rPr>
              <a:t>pressures along the path also</a:t>
            </a:r>
          </a:p>
          <a:p xmlns:a="http://schemas.openxmlformats.org/drawingml/2006/main">
            <a:pPr>
              <a:defRPr sz="2175" b="0">
                <a:solidFill>
                  <a:srgbClr val="B4472B"/>
                </a:solidFill>
                <a:latin typeface="Georgia"/>
                <a:ea typeface="Georgia"/>
                <a:cs typeface="Georgia"/>
              </a:defRPr>
            </a:pPr>
            <a:r>
              <a:rPr sz="2175" b="0">
                <a:solidFill>
                  <a:srgbClr val="B4472B"/>
                </a:solidFill>
                <a:latin typeface="Georgia"/>
                <a:ea typeface="Georgia"/>
                <a:cs typeface="Georgia"/>
              </a:rPr>
              <a:t>change their widths.</a:t>
            </a:r>
          </a:p>
        </p:txBody>
      </p:sp>
      <p:sp>
        <p:nvSpPr>
          <p:cNvPr id="6" name="A smooth shape alone does not&#10;prove a separate continuum.">
            <a:extLst xmlns:a="http://schemas.openxmlformats.org/drawingml/2006/main">
              <a:ext uri="{FF2B5EF4-FFF2-40B4-BE49-F238E27FC236}">
                <a16:creationId xmlns:a16="http://schemas.microsoft.com/office/drawing/2014/main" id="{9C8549C7-9BD2-44EC-9A60-637EFCDFFF21}"/>
              </a:ext>
            </a:extLst>
          </p:cNvPr>
          <p:cNvSpPr>
            <a:spLocks xmlns:a="http://schemas.openxmlformats.org/drawingml/2006/main" noGrp="1"/>
          </p:cNvSpPr>
          <p:nvPr/>
        </p:nvSpPr>
        <p:spPr>
          <a:xfrm xmlns:a="http://schemas.openxmlformats.org/drawingml/2006/main">
            <a:off x="609600" y="5267325"/>
            <a:ext cx="41719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6E6A61"/>
                </a:solidFill>
                <a:latin typeface="Georgia"/>
                <a:ea typeface="Georgia"/>
                <a:cs typeface="Georgia"/>
              </a:defRPr>
            </a:defPPr>
          </a:lstStyle>
          <a:p xmlns:a="http://schemas.openxmlformats.org/drawingml/2006/main">
            <a:pPr>
              <a:defRPr sz="1875" b="0">
                <a:solidFill>
                  <a:srgbClr val="6E6A61"/>
                </a:solidFill>
                <a:latin typeface="Georgia"/>
                <a:ea typeface="Georgia"/>
                <a:cs typeface="Georgia"/>
              </a:defRPr>
            </a:pPr>
            <a:r>
              <a:rPr sz="1875" b="0">
                <a:solidFill>
                  <a:srgbClr val="6E6A61"/>
                </a:solidFill>
                <a:latin typeface="Georgia"/>
                <a:ea typeface="Georgia"/>
                <a:cs typeface="Georgia"/>
              </a:rPr>
              <a:t>A smooth shape alone does not</a:t>
            </a:r>
          </a:p>
          <a:p xmlns:a="http://schemas.openxmlformats.org/drawingml/2006/main">
            <a:pPr>
              <a:defRPr sz="1875" b="0">
                <a:solidFill>
                  <a:srgbClr val="6E6A61"/>
                </a:solidFill>
                <a:latin typeface="Georgia"/>
                <a:ea typeface="Georgia"/>
                <a:cs typeface="Georgia"/>
              </a:defRPr>
            </a:pPr>
            <a:r>
              <a:rPr sz="1875" b="0">
                <a:solidFill>
                  <a:srgbClr val="6E6A61"/>
                </a:solidFill>
                <a:latin typeface="Georgia"/>
                <a:ea typeface="Georgia"/>
                <a:cs typeface="Georgia"/>
              </a:rPr>
              <a:t>prove a separate continuum.</a:t>
            </a:r>
          </a:p>
        </p:txBody>
      </p:sp>
      <p:graphicFrame>
        <p:nvGraphicFramePr>
          <p:cNvPr id="7" name="Chart">
            <a:extLst xmlns:a="http://schemas.openxmlformats.org/drawingml/2006/main">
              <a:ext uri="{FF2B5EF4-FFF2-40B4-BE49-F238E27FC236}">
                <a16:creationId xmlns:a16="http://schemas.microsoft.com/office/drawing/2014/main" id="{C0DC5EA7-E27E-4DE6-BDD1-35CA08A83DA4}"/>
              </a:ext>
            </a:extLst>
          </p:cNvPr>
          <p:cNvGraphicFramePr/>
          <p:nvPr/>
        </p:nvGraphicFramePr>
        <p:xfrm>
          <a:off xmlns:a="http://schemas.openxmlformats.org/drawingml/2006/main" x="4972050" y="1657350"/>
          <a:ext xmlns:a="http://schemas.openxmlformats.org/drawingml/2006/main" cx="6619875" cy="4238625"/>
        </p:xfrm>
        <a:graphic xmlns:a="http://schemas.openxmlformats.org/drawingml/2006/main">
          <a:graphicData uri="http://schemas.openxmlformats.org/drawingml/2006/chart">
            <c:chart xmlns:r="http://schemas.openxmlformats.org/officeDocument/2006/relationships" xmlns:c="http://schemas.openxmlformats.org/drawingml/2006/chart" r:id="Rd74da067ae3f4164"/>
          </a:graphicData>
        </a:graphic>
      </p:graphicFrame>
    </p:spTree>
    <p:extLst>
      <p:ext uri="{BB962C8B-B14F-4D97-AF65-F5344CB8AC3E}">
        <p14:creationId xmlns:p14="http://schemas.microsoft.com/office/powerpoint/2010/main" val="27596250"/>
      </p:ext>
    </p:extLst>
  </p:cSld>
</p:sld>
</file>

<file path=ppt/slides/slide8.xml><?xml version="1.0" encoding="utf-8"?>
<p:sld xmlns:p="http://schemas.openxmlformats.org/presentationml/2006/main">
  <p:cSld>
    <p:bg>
      <p:bgPr>
        <a:solidFill xmlns:a="http://schemas.openxmlformats.org/drawingml/2006/main">
          <a:srgbClr val="F4F0E8"/>
        </a:solidFill>
      </p:bgPr>
    </p:bg>
    <p:spTree>
      <p:nvGrpSpPr>
        <p:cNvPr id="1" name=""/>
        <p:cNvGrpSpPr/>
        <p:nvPr/>
      </p:nvGrpSpPr>
      <p:grpSpPr>
        <a:xfrm xmlns:a="http://schemas.openxmlformats.org/drawingml/2006/main"/>
      </p:grpSpPr>
      <p:sp>
        <p:nvSpPr>
          <p:cNvPr id="28" name="Three physical steps connect a molecule to the channel">
            <a:extLst xmlns:a="http://schemas.openxmlformats.org/drawingml/2006/main">
              <a:ext uri="{FF2B5EF4-FFF2-40B4-BE49-F238E27FC236}">
                <a16:creationId xmlns:a16="http://schemas.microsoft.com/office/drawing/2014/main" id="{416B4EF9-A1DB-422A-85B6-BD8267AF8558}"/>
              </a:ext>
            </a:extLst>
          </p:cNvPr>
          <p:cNvSpPr>
            <a:spLocks xmlns:a="http://schemas.openxmlformats.org/drawingml/2006/main" noGrp="1"/>
          </p:cNvSpPr>
          <p:nvPr/>
        </p:nvSpPr>
        <p:spPr>
          <a:xfrm xmlns:a="http://schemas.openxmlformats.org/drawingml/2006/main">
            <a:off x="609600" y="409575"/>
            <a:ext cx="109728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0">
                <a:solidFill>
                  <a:srgbClr val="242421"/>
                </a:solidFill>
                <a:latin typeface="Georgia"/>
                <a:ea typeface="Georgia"/>
                <a:cs typeface="Georgia"/>
              </a:defRPr>
            </a:defPPr>
          </a:lstStyle>
          <a:p xmlns:a="http://schemas.openxmlformats.org/drawingml/2006/main">
            <a:pPr>
              <a:defRPr sz="3300" b="0">
                <a:solidFill>
                  <a:srgbClr val="242421"/>
                </a:solidFill>
                <a:latin typeface="Georgia"/>
                <a:ea typeface="Georgia"/>
                <a:cs typeface="Georgia"/>
              </a:defRPr>
            </a:pPr>
            <a:r>
              <a:rPr sz="3300" b="0">
                <a:solidFill>
                  <a:srgbClr val="242421"/>
                </a:solidFill>
                <a:latin typeface="Georgia"/>
                <a:ea typeface="Georgia"/>
                <a:cs typeface="Georgia"/>
              </a:rPr>
              <a:t>Three physical steps connect a molecule to the channel</a:t>
            </a:r>
          </a:p>
        </p:txBody>
      </p:sp>
      <p:sp>
        <p:nvSpPr>
          <p:cNvPr id="2" name="08">
            <a:extLst xmlns:a="http://schemas.openxmlformats.org/drawingml/2006/main">
              <a:ext uri="{FF2B5EF4-FFF2-40B4-BE49-F238E27FC236}">
                <a16:creationId xmlns:a16="http://schemas.microsoft.com/office/drawing/2014/main" id="{38E098DF-FFCA-4C8E-980B-7D672A9D3C40}"/>
              </a:ext>
            </a:extLst>
          </p:cNvPr>
          <p:cNvSpPr>
            <a:spLocks xmlns:a="http://schemas.openxmlformats.org/drawingml/2006/main" noGrp="1"/>
          </p:cNvSpPr>
          <p:nvPr/>
        </p:nvSpPr>
        <p:spPr>
          <a:xfrm xmlns:a="http://schemas.openxmlformats.org/drawingml/2006/main">
            <a:off x="1114425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6E6A61"/>
                </a:solidFill>
                <a:latin typeface="Georgia"/>
                <a:ea typeface="Georgia"/>
                <a:cs typeface="Georgia"/>
              </a:defRPr>
            </a:defPPr>
          </a:lstStyle>
          <a:p xmlns:a="http://schemas.openxmlformats.org/drawingml/2006/main">
            <a:pPr algn="r">
              <a:defRPr sz="1275" b="0">
                <a:solidFill>
                  <a:srgbClr val="6E6A61"/>
                </a:solidFill>
                <a:latin typeface="Georgia"/>
                <a:ea typeface="Georgia"/>
                <a:cs typeface="Georgia"/>
              </a:defRPr>
            </a:pPr>
            <a:r>
              <a:rPr sz="1275" b="0">
                <a:solidFill>
                  <a:srgbClr val="6E6A61"/>
                </a:solidFill>
                <a:latin typeface="Georgia"/>
                <a:ea typeface="Georgia"/>
                <a:cs typeface="Georgia"/>
              </a:rPr>
              <a:t>08</a:t>
            </a:r>
          </a:p>
        </p:txBody>
      </p:sp>
      <p:sp>
        <p:nvSpPr>
          <p:cNvPr id="3" name="1  Sum the spectral lines">
            <a:extLst xmlns:a="http://schemas.openxmlformats.org/drawingml/2006/main">
              <a:ext uri="{FF2B5EF4-FFF2-40B4-BE49-F238E27FC236}">
                <a16:creationId xmlns:a16="http://schemas.microsoft.com/office/drawing/2014/main" id="{FDD66C7F-5FB2-44A3-8DA2-3A775C11D170}"/>
              </a:ext>
            </a:extLst>
          </p:cNvPr>
          <p:cNvSpPr>
            <a:spLocks xmlns:a="http://schemas.openxmlformats.org/drawingml/2006/main" noGrp="1"/>
          </p:cNvSpPr>
          <p:nvPr/>
        </p:nvSpPr>
        <p:spPr>
          <a:xfrm xmlns:a="http://schemas.openxmlformats.org/drawingml/2006/main">
            <a:off x="609600" y="1685925"/>
            <a:ext cx="4095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B4472B"/>
                </a:solidFill>
                <a:latin typeface="Georgia"/>
                <a:ea typeface="Georgia"/>
                <a:cs typeface="Georgia"/>
              </a:defRPr>
            </a:defPPr>
          </a:lstStyle>
          <a:p xmlns:a="http://schemas.openxmlformats.org/drawingml/2006/main">
            <a:pPr>
              <a:defRPr sz="2175" b="0">
                <a:solidFill>
                  <a:srgbClr val="B4472B"/>
                </a:solidFill>
                <a:latin typeface="Georgia"/>
                <a:ea typeface="Georgia"/>
                <a:cs typeface="Georgia"/>
              </a:defRPr>
            </a:pPr>
            <a:r>
              <a:rPr sz="2175" b="0">
                <a:solidFill>
                  <a:srgbClr val="B4472B"/>
                </a:solidFill>
                <a:latin typeface="Georgia"/>
                <a:ea typeface="Georgia"/>
                <a:cs typeface="Georgia"/>
              </a:rPr>
              <a:t>1  Sum the spectral lines</a:t>
            </a:r>
          </a:p>
        </p:txBody>
      </p:sp>
      <p:sp>
        <p:nvSpPr>
          <p:cNvPr id="4" name="σ(f) = Σ">
            <a:extLst xmlns:a="http://schemas.openxmlformats.org/drawingml/2006/main">
              <a:ext uri="{FF2B5EF4-FFF2-40B4-BE49-F238E27FC236}">
                <a16:creationId xmlns:a16="http://schemas.microsoft.com/office/drawing/2014/main" id="{29E7E861-2E45-4872-AC15-979824E4E265}"/>
              </a:ext>
            </a:extLst>
          </p:cNvPr>
          <p:cNvSpPr>
            <a:spLocks xmlns:a="http://schemas.openxmlformats.org/drawingml/2006/main" noGrp="1"/>
          </p:cNvSpPr>
          <p:nvPr/>
        </p:nvSpPr>
        <p:spPr>
          <a:xfrm xmlns:a="http://schemas.openxmlformats.org/drawingml/2006/main">
            <a:off x="4876800" y="1657350"/>
            <a:ext cx="1216152" cy="5314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700" b="0">
                <a:solidFill>
                  <a:srgbClr val="242421"/>
                </a:solidFill>
                <a:latin typeface="Georgia"/>
                <a:ea typeface="Georgia"/>
                <a:cs typeface="Georgia"/>
              </a:defRPr>
            </a:defPPr>
          </a:lstStyle>
          <a:p xmlns:a="http://schemas.openxmlformats.org/drawingml/2006/main">
            <a:pPr>
              <a:defRPr sz="2700" b="0">
                <a:solidFill>
                  <a:srgbClr val="242421"/>
                </a:solidFill>
                <a:latin typeface="Georgia"/>
                <a:ea typeface="Georgia"/>
                <a:cs typeface="Georgia"/>
              </a:defRPr>
            </a:pPr>
            <a:r>
              <a:rPr sz="2700" b="0">
                <a:solidFill>
                  <a:srgbClr val="242421"/>
                </a:solidFill>
                <a:latin typeface="Georgia"/>
                <a:ea typeface="Georgia"/>
                <a:cs typeface="Georgia"/>
              </a:rPr>
              <a:t>σ(f) = Σ</a:t>
            </a:r>
          </a:p>
        </p:txBody>
      </p:sp>
      <p:sp>
        <p:nvSpPr>
          <p:cNvPr id="5" name="j">
            <a:extLst xmlns:a="http://schemas.openxmlformats.org/drawingml/2006/main">
              <a:ext uri="{FF2B5EF4-FFF2-40B4-BE49-F238E27FC236}">
                <a16:creationId xmlns:a16="http://schemas.microsoft.com/office/drawing/2014/main" id="{8743BD9F-0184-43CE-8250-44A0EA34697E}"/>
              </a:ext>
            </a:extLst>
          </p:cNvPr>
          <p:cNvSpPr>
            <a:spLocks xmlns:a="http://schemas.openxmlformats.org/drawingml/2006/main" noGrp="1"/>
          </p:cNvSpPr>
          <p:nvPr/>
        </p:nvSpPr>
        <p:spPr>
          <a:xfrm xmlns:a="http://schemas.openxmlformats.org/drawingml/2006/main">
            <a:off x="6054852" y="1821942"/>
            <a:ext cx="117809" cy="5314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647" b="0">
                <a:solidFill>
                  <a:srgbClr val="242421"/>
                </a:solidFill>
                <a:latin typeface="Georgia"/>
                <a:ea typeface="Georgia"/>
                <a:cs typeface="Georgia"/>
              </a:defRPr>
            </a:defPPr>
          </a:lstStyle>
          <a:p xmlns:a="http://schemas.openxmlformats.org/drawingml/2006/main">
            <a:pPr>
              <a:defRPr sz="1647" b="0">
                <a:solidFill>
                  <a:srgbClr val="242421"/>
                </a:solidFill>
                <a:latin typeface="Georgia"/>
                <a:ea typeface="Georgia"/>
                <a:cs typeface="Georgia"/>
              </a:defRPr>
            </a:pPr>
            <a:r>
              <a:rPr sz="1647" b="0">
                <a:solidFill>
                  <a:srgbClr val="242421"/>
                </a:solidFill>
                <a:latin typeface="Georgia"/>
                <a:ea typeface="Georgia"/>
                <a:cs typeface="Georgia"/>
              </a:rPr>
              <a:t>j</a:t>
            </a:r>
          </a:p>
        </p:txBody>
      </p:sp>
      <p:sp>
        <p:nvSpPr>
          <p:cNvPr id="6" name=" S">
            <a:extLst xmlns:a="http://schemas.openxmlformats.org/drawingml/2006/main">
              <a:ext uri="{FF2B5EF4-FFF2-40B4-BE49-F238E27FC236}">
                <a16:creationId xmlns:a16="http://schemas.microsoft.com/office/drawing/2014/main" id="{659C1578-22B2-4220-8999-CAE883B20EC8}"/>
              </a:ext>
            </a:extLst>
          </p:cNvPr>
          <p:cNvSpPr>
            <a:spLocks xmlns:a="http://schemas.openxmlformats.org/drawingml/2006/main" noGrp="1"/>
          </p:cNvSpPr>
          <p:nvPr/>
        </p:nvSpPr>
        <p:spPr>
          <a:xfrm xmlns:a="http://schemas.openxmlformats.org/drawingml/2006/main">
            <a:off x="6134561" y="1657350"/>
            <a:ext cx="331470" cy="5314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700" b="0">
                <a:solidFill>
                  <a:srgbClr val="242421"/>
                </a:solidFill>
                <a:latin typeface="Georgia"/>
                <a:ea typeface="Georgia"/>
                <a:cs typeface="Georgia"/>
              </a:defRPr>
            </a:defPPr>
          </a:lstStyle>
          <a:p xmlns:a="http://schemas.openxmlformats.org/drawingml/2006/main">
            <a:pPr>
              <a:defRPr sz="2700" b="0">
                <a:solidFill>
                  <a:srgbClr val="242421"/>
                </a:solidFill>
                <a:latin typeface="Georgia"/>
                <a:ea typeface="Georgia"/>
                <a:cs typeface="Georgia"/>
              </a:defRPr>
            </a:pPr>
            <a:r>
              <a:rPr sz="2700" b="0">
                <a:solidFill>
                  <a:srgbClr val="242421"/>
                </a:solidFill>
                <a:latin typeface="Georgia"/>
                <a:ea typeface="Georgia"/>
                <a:cs typeface="Georgia"/>
              </a:rPr>
              <a:t> S</a:t>
            </a:r>
          </a:p>
        </p:txBody>
      </p:sp>
      <p:sp>
        <p:nvSpPr>
          <p:cNvPr id="7" name="j">
            <a:extLst xmlns:a="http://schemas.openxmlformats.org/drawingml/2006/main">
              <a:ext uri="{FF2B5EF4-FFF2-40B4-BE49-F238E27FC236}">
                <a16:creationId xmlns:a16="http://schemas.microsoft.com/office/drawing/2014/main" id="{836639C8-6DFC-4AC8-B51E-FE9C831A0121}"/>
              </a:ext>
            </a:extLst>
          </p:cNvPr>
          <p:cNvSpPr>
            <a:spLocks xmlns:a="http://schemas.openxmlformats.org/drawingml/2006/main" noGrp="1"/>
          </p:cNvSpPr>
          <p:nvPr/>
        </p:nvSpPr>
        <p:spPr>
          <a:xfrm xmlns:a="http://schemas.openxmlformats.org/drawingml/2006/main">
            <a:off x="6427931" y="1821942"/>
            <a:ext cx="117809" cy="5314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647" b="0">
                <a:solidFill>
                  <a:srgbClr val="242421"/>
                </a:solidFill>
                <a:latin typeface="Georgia"/>
                <a:ea typeface="Georgia"/>
                <a:cs typeface="Georgia"/>
              </a:defRPr>
            </a:defPPr>
          </a:lstStyle>
          <a:p xmlns:a="http://schemas.openxmlformats.org/drawingml/2006/main">
            <a:pPr>
              <a:defRPr sz="1647" b="0">
                <a:solidFill>
                  <a:srgbClr val="242421"/>
                </a:solidFill>
                <a:latin typeface="Georgia"/>
                <a:ea typeface="Georgia"/>
                <a:cs typeface="Georgia"/>
              </a:defRPr>
            </a:pPr>
            <a:r>
              <a:rPr sz="1647" b="0">
                <a:solidFill>
                  <a:srgbClr val="242421"/>
                </a:solidFill>
                <a:latin typeface="Georgia"/>
                <a:ea typeface="Georgia"/>
                <a:cs typeface="Georgia"/>
              </a:rPr>
              <a:t>j</a:t>
            </a:r>
          </a:p>
        </p:txBody>
      </p:sp>
      <p:sp>
        <p:nvSpPr>
          <p:cNvPr id="8" name=" V">
            <a:extLst xmlns:a="http://schemas.openxmlformats.org/drawingml/2006/main">
              <a:ext uri="{FF2B5EF4-FFF2-40B4-BE49-F238E27FC236}">
                <a16:creationId xmlns:a16="http://schemas.microsoft.com/office/drawing/2014/main" id="{57489145-60E6-4FDC-937B-081317312AE2}"/>
              </a:ext>
            </a:extLst>
          </p:cNvPr>
          <p:cNvSpPr>
            <a:spLocks xmlns:a="http://schemas.openxmlformats.org/drawingml/2006/main" noGrp="1"/>
          </p:cNvSpPr>
          <p:nvPr/>
        </p:nvSpPr>
        <p:spPr>
          <a:xfrm xmlns:a="http://schemas.openxmlformats.org/drawingml/2006/main">
            <a:off x="6507640" y="1657350"/>
            <a:ext cx="369189" cy="5314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700" b="0">
                <a:solidFill>
                  <a:srgbClr val="242421"/>
                </a:solidFill>
                <a:latin typeface="Georgia"/>
                <a:ea typeface="Georgia"/>
                <a:cs typeface="Georgia"/>
              </a:defRPr>
            </a:defPPr>
          </a:lstStyle>
          <a:p xmlns:a="http://schemas.openxmlformats.org/drawingml/2006/main">
            <a:pPr>
              <a:defRPr sz="2700" b="0">
                <a:solidFill>
                  <a:srgbClr val="242421"/>
                </a:solidFill>
                <a:latin typeface="Georgia"/>
                <a:ea typeface="Georgia"/>
                <a:cs typeface="Georgia"/>
              </a:defRPr>
            </a:pPr>
            <a:r>
              <a:rPr sz="2700" b="0">
                <a:solidFill>
                  <a:srgbClr val="242421"/>
                </a:solidFill>
                <a:latin typeface="Georgia"/>
                <a:ea typeface="Georgia"/>
                <a:cs typeface="Georgia"/>
              </a:rPr>
              <a:t> V</a:t>
            </a:r>
          </a:p>
        </p:txBody>
      </p:sp>
      <p:sp>
        <p:nvSpPr>
          <p:cNvPr id="9" name="j">
            <a:extLst xmlns:a="http://schemas.openxmlformats.org/drawingml/2006/main">
              <a:ext uri="{FF2B5EF4-FFF2-40B4-BE49-F238E27FC236}">
                <a16:creationId xmlns:a16="http://schemas.microsoft.com/office/drawing/2014/main" id="{1C63E9FF-84F3-4A77-B7F9-AB8EC97F5055}"/>
              </a:ext>
            </a:extLst>
          </p:cNvPr>
          <p:cNvSpPr>
            <a:spLocks xmlns:a="http://schemas.openxmlformats.org/drawingml/2006/main" noGrp="1"/>
          </p:cNvSpPr>
          <p:nvPr/>
        </p:nvSpPr>
        <p:spPr>
          <a:xfrm xmlns:a="http://schemas.openxmlformats.org/drawingml/2006/main">
            <a:off x="6838729" y="1821942"/>
            <a:ext cx="117809" cy="5314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647" b="0">
                <a:solidFill>
                  <a:srgbClr val="242421"/>
                </a:solidFill>
                <a:latin typeface="Georgia"/>
                <a:ea typeface="Georgia"/>
                <a:cs typeface="Georgia"/>
              </a:defRPr>
            </a:defPPr>
          </a:lstStyle>
          <a:p xmlns:a="http://schemas.openxmlformats.org/drawingml/2006/main">
            <a:pPr>
              <a:defRPr sz="1647" b="0">
                <a:solidFill>
                  <a:srgbClr val="242421"/>
                </a:solidFill>
                <a:latin typeface="Georgia"/>
                <a:ea typeface="Georgia"/>
                <a:cs typeface="Georgia"/>
              </a:defRPr>
            </a:pPr>
            <a:r>
              <a:rPr sz="1647" b="0">
                <a:solidFill>
                  <a:srgbClr val="242421"/>
                </a:solidFill>
                <a:latin typeface="Georgia"/>
                <a:ea typeface="Georgia"/>
                <a:cs typeface="Georgia"/>
              </a:rPr>
              <a:t>j</a:t>
            </a:r>
          </a:p>
        </p:txBody>
      </p:sp>
      <p:sp>
        <p:nvSpPr>
          <p:cNvPr id="10" name="(f − f">
            <a:extLst xmlns:a="http://schemas.openxmlformats.org/drawingml/2006/main">
              <a:ext uri="{FF2B5EF4-FFF2-40B4-BE49-F238E27FC236}">
                <a16:creationId xmlns:a16="http://schemas.microsoft.com/office/drawing/2014/main" id="{02BF00F6-16BB-4066-9E5A-FF3E5DB32387}"/>
              </a:ext>
            </a:extLst>
          </p:cNvPr>
          <p:cNvSpPr>
            <a:spLocks xmlns:a="http://schemas.openxmlformats.org/drawingml/2006/main" noGrp="1"/>
          </p:cNvSpPr>
          <p:nvPr/>
        </p:nvSpPr>
        <p:spPr>
          <a:xfrm xmlns:a="http://schemas.openxmlformats.org/drawingml/2006/main">
            <a:off x="6918438" y="1657350"/>
            <a:ext cx="797814" cy="5314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700" b="0">
                <a:solidFill>
                  <a:srgbClr val="242421"/>
                </a:solidFill>
                <a:latin typeface="Georgia"/>
                <a:ea typeface="Georgia"/>
                <a:cs typeface="Georgia"/>
              </a:defRPr>
            </a:defPPr>
          </a:lstStyle>
          <a:p xmlns:a="http://schemas.openxmlformats.org/drawingml/2006/main">
            <a:pPr>
              <a:defRPr sz="2700" b="0">
                <a:solidFill>
                  <a:srgbClr val="242421"/>
                </a:solidFill>
                <a:latin typeface="Georgia"/>
                <a:ea typeface="Georgia"/>
                <a:cs typeface="Georgia"/>
              </a:defRPr>
            </a:pPr>
            <a:r>
              <a:rPr sz="2700" b="0">
                <a:solidFill>
                  <a:srgbClr val="242421"/>
                </a:solidFill>
                <a:latin typeface="Georgia"/>
                <a:ea typeface="Georgia"/>
                <a:cs typeface="Georgia"/>
              </a:rPr>
              <a:t>(f − f</a:t>
            </a:r>
          </a:p>
        </p:txBody>
      </p:sp>
      <p:sp>
        <p:nvSpPr>
          <p:cNvPr id="11" name="j">
            <a:extLst xmlns:a="http://schemas.openxmlformats.org/drawingml/2006/main">
              <a:ext uri="{FF2B5EF4-FFF2-40B4-BE49-F238E27FC236}">
                <a16:creationId xmlns:a16="http://schemas.microsoft.com/office/drawing/2014/main" id="{BF8DA94C-40E1-4964-81DC-C623CADCF4C6}"/>
              </a:ext>
            </a:extLst>
          </p:cNvPr>
          <p:cNvSpPr>
            <a:spLocks xmlns:a="http://schemas.openxmlformats.org/drawingml/2006/main" noGrp="1"/>
          </p:cNvSpPr>
          <p:nvPr/>
        </p:nvSpPr>
        <p:spPr>
          <a:xfrm xmlns:a="http://schemas.openxmlformats.org/drawingml/2006/main">
            <a:off x="7678152" y="1821942"/>
            <a:ext cx="117809" cy="5314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647" b="0">
                <a:solidFill>
                  <a:srgbClr val="242421"/>
                </a:solidFill>
                <a:latin typeface="Georgia"/>
                <a:ea typeface="Georgia"/>
                <a:cs typeface="Georgia"/>
              </a:defRPr>
            </a:defPPr>
          </a:lstStyle>
          <a:p xmlns:a="http://schemas.openxmlformats.org/drawingml/2006/main">
            <a:pPr>
              <a:defRPr sz="1647" b="0">
                <a:solidFill>
                  <a:srgbClr val="242421"/>
                </a:solidFill>
                <a:latin typeface="Georgia"/>
                <a:ea typeface="Georgia"/>
                <a:cs typeface="Georgia"/>
              </a:defRPr>
            </a:pPr>
            <a:r>
              <a:rPr sz="1647" b="0">
                <a:solidFill>
                  <a:srgbClr val="242421"/>
                </a:solidFill>
                <a:latin typeface="Georgia"/>
                <a:ea typeface="Georgia"/>
                <a:cs typeface="Georgia"/>
              </a:rPr>
              <a:t>j</a:t>
            </a:r>
          </a:p>
        </p:txBody>
      </p:sp>
      <p:sp>
        <p:nvSpPr>
          <p:cNvPr id="12" name=")">
            <a:extLst xmlns:a="http://schemas.openxmlformats.org/drawingml/2006/main">
              <a:ext uri="{FF2B5EF4-FFF2-40B4-BE49-F238E27FC236}">
                <a16:creationId xmlns:a16="http://schemas.microsoft.com/office/drawing/2014/main" id="{A0718594-B47F-4B97-B373-66CFAFB30ABB}"/>
              </a:ext>
            </a:extLst>
          </p:cNvPr>
          <p:cNvSpPr>
            <a:spLocks xmlns:a="http://schemas.openxmlformats.org/drawingml/2006/main" noGrp="1"/>
          </p:cNvSpPr>
          <p:nvPr/>
        </p:nvSpPr>
        <p:spPr>
          <a:xfrm xmlns:a="http://schemas.openxmlformats.org/drawingml/2006/main">
            <a:off x="7757861" y="1657350"/>
            <a:ext cx="187452" cy="5314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700" b="0">
                <a:solidFill>
                  <a:srgbClr val="242421"/>
                </a:solidFill>
                <a:latin typeface="Georgia"/>
                <a:ea typeface="Georgia"/>
                <a:cs typeface="Georgia"/>
              </a:defRPr>
            </a:defPPr>
          </a:lstStyle>
          <a:p xmlns:a="http://schemas.openxmlformats.org/drawingml/2006/main">
            <a:pPr>
              <a:defRPr sz="2700" b="0">
                <a:solidFill>
                  <a:srgbClr val="242421"/>
                </a:solidFill>
                <a:latin typeface="Georgia"/>
                <a:ea typeface="Georgia"/>
                <a:cs typeface="Georgia"/>
              </a:defRPr>
            </a:pPr>
            <a:r>
              <a:rPr sz="2700" b="0">
                <a:solidFill>
                  <a:srgbClr val="242421"/>
                </a:solidFill>
                <a:latin typeface="Georgia"/>
                <a:ea typeface="Georgia"/>
                <a:cs typeface="Georgia"/>
              </a:rPr>
              <a:t>)</a:t>
            </a:r>
          </a:p>
        </p:txBody>
      </p:sp>
      <p:sp>
        <p:nvSpPr>
          <p:cNvPr id="13" name="Line strength × normalized profile">
            <a:extLst xmlns:a="http://schemas.openxmlformats.org/drawingml/2006/main">
              <a:ext uri="{FF2B5EF4-FFF2-40B4-BE49-F238E27FC236}">
                <a16:creationId xmlns:a16="http://schemas.microsoft.com/office/drawing/2014/main" id="{F1C9449F-74C7-43FC-91D0-9D3492B74914}"/>
              </a:ext>
            </a:extLst>
          </p:cNvPr>
          <p:cNvSpPr>
            <a:spLocks xmlns:a="http://schemas.openxmlformats.org/drawingml/2006/main" noGrp="1"/>
          </p:cNvSpPr>
          <p:nvPr/>
        </p:nvSpPr>
        <p:spPr>
          <a:xfrm xmlns:a="http://schemas.openxmlformats.org/drawingml/2006/main">
            <a:off x="4895850" y="2257425"/>
            <a:ext cx="666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6E6A61"/>
                </a:solidFill>
                <a:latin typeface="Georgia"/>
                <a:ea typeface="Georgia"/>
                <a:cs typeface="Georgia"/>
              </a:defRPr>
            </a:defPPr>
          </a:lstStyle>
          <a:p xmlns:a="http://schemas.openxmlformats.org/drawingml/2006/main">
            <a:pPr>
              <a:defRPr sz="1800" b="0">
                <a:solidFill>
                  <a:srgbClr val="6E6A61"/>
                </a:solidFill>
                <a:latin typeface="Georgia"/>
                <a:ea typeface="Georgia"/>
                <a:cs typeface="Georgia"/>
              </a:defRPr>
            </a:pPr>
            <a:r>
              <a:rPr sz="1800" b="0">
                <a:solidFill>
                  <a:srgbClr val="6E6A61"/>
                </a:solidFill>
                <a:latin typeface="Georgia"/>
                <a:ea typeface="Georgia"/>
                <a:cs typeface="Georgia"/>
              </a:rPr>
              <a:t>Line strength × normalized profile</a:t>
            </a:r>
          </a:p>
        </p:txBody>
      </p:sp>
      <p:sp>
        <p:nvSpPr>
          <p:cNvPr id="14" name="2  Accumulate along the path">
            <a:extLst xmlns:a="http://schemas.openxmlformats.org/drawingml/2006/main">
              <a:ext uri="{FF2B5EF4-FFF2-40B4-BE49-F238E27FC236}">
                <a16:creationId xmlns:a16="http://schemas.microsoft.com/office/drawing/2014/main" id="{0525AD3D-5BD6-4947-B590-493879534C26}"/>
              </a:ext>
            </a:extLst>
          </p:cNvPr>
          <p:cNvSpPr>
            <a:spLocks xmlns:a="http://schemas.openxmlformats.org/drawingml/2006/main" noGrp="1"/>
          </p:cNvSpPr>
          <p:nvPr/>
        </p:nvSpPr>
        <p:spPr>
          <a:xfrm xmlns:a="http://schemas.openxmlformats.org/drawingml/2006/main">
            <a:off x="609600" y="3171825"/>
            <a:ext cx="4095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B4472B"/>
                </a:solidFill>
                <a:latin typeface="Georgia"/>
                <a:ea typeface="Georgia"/>
                <a:cs typeface="Georgia"/>
              </a:defRPr>
            </a:defPPr>
          </a:lstStyle>
          <a:p xmlns:a="http://schemas.openxmlformats.org/drawingml/2006/main">
            <a:pPr>
              <a:defRPr sz="2175" b="0">
                <a:solidFill>
                  <a:srgbClr val="B4472B"/>
                </a:solidFill>
                <a:latin typeface="Georgia"/>
                <a:ea typeface="Georgia"/>
                <a:cs typeface="Georgia"/>
              </a:defRPr>
            </a:pPr>
            <a:r>
              <a:rPr sz="2175" b="0">
                <a:solidFill>
                  <a:srgbClr val="B4472B"/>
                </a:solidFill>
                <a:latin typeface="Georgia"/>
                <a:ea typeface="Georgia"/>
                <a:cs typeface="Georgia"/>
              </a:rPr>
              <a:t>2  Accumulate along the path</a:t>
            </a:r>
          </a:p>
        </p:txBody>
      </p:sp>
      <p:sp>
        <p:nvSpPr>
          <p:cNvPr id="15" name="τ">
            <a:extLst xmlns:a="http://schemas.openxmlformats.org/drawingml/2006/main">
              <a:ext uri="{FF2B5EF4-FFF2-40B4-BE49-F238E27FC236}">
                <a16:creationId xmlns:a16="http://schemas.microsoft.com/office/drawing/2014/main" id="{5A0018E4-EAF2-46F7-A2E3-E33FEBDE65A0}"/>
              </a:ext>
            </a:extLst>
          </p:cNvPr>
          <p:cNvSpPr>
            <a:spLocks xmlns:a="http://schemas.openxmlformats.org/drawingml/2006/main" noGrp="1"/>
          </p:cNvSpPr>
          <p:nvPr/>
        </p:nvSpPr>
        <p:spPr>
          <a:xfrm xmlns:a="http://schemas.openxmlformats.org/drawingml/2006/main">
            <a:off x="4876800" y="3095625"/>
            <a:ext cx="211455" cy="5314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700" b="0">
                <a:solidFill>
                  <a:srgbClr val="242421"/>
                </a:solidFill>
                <a:latin typeface="Georgia"/>
                <a:ea typeface="Georgia"/>
                <a:cs typeface="Georgia"/>
              </a:defRPr>
            </a:defPPr>
          </a:lstStyle>
          <a:p xmlns:a="http://schemas.openxmlformats.org/drawingml/2006/main">
            <a:pPr>
              <a:defRPr sz="2700" b="0">
                <a:solidFill>
                  <a:srgbClr val="242421"/>
                </a:solidFill>
                <a:latin typeface="Georgia"/>
                <a:ea typeface="Georgia"/>
                <a:cs typeface="Georgia"/>
              </a:defRPr>
            </a:pPr>
            <a:r>
              <a:rPr sz="2700" b="0">
                <a:solidFill>
                  <a:srgbClr val="242421"/>
                </a:solidFill>
                <a:latin typeface="Georgia"/>
                <a:ea typeface="Georgia"/>
                <a:cs typeface="Georgia"/>
              </a:rPr>
              <a:t>τ</a:t>
            </a:r>
          </a:p>
        </p:txBody>
      </p:sp>
      <p:sp>
        <p:nvSpPr>
          <p:cNvPr id="16" name="c">
            <a:extLst xmlns:a="http://schemas.openxmlformats.org/drawingml/2006/main">
              <a:ext uri="{FF2B5EF4-FFF2-40B4-BE49-F238E27FC236}">
                <a16:creationId xmlns:a16="http://schemas.microsoft.com/office/drawing/2014/main" id="{BDA7BF7B-6586-49A9-9613-1285FA8937F2}"/>
              </a:ext>
            </a:extLst>
          </p:cNvPr>
          <p:cNvSpPr>
            <a:spLocks xmlns:a="http://schemas.openxmlformats.org/drawingml/2006/main" noGrp="1"/>
          </p:cNvSpPr>
          <p:nvPr/>
        </p:nvSpPr>
        <p:spPr>
          <a:xfrm xmlns:a="http://schemas.openxmlformats.org/drawingml/2006/main">
            <a:off x="5050155" y="3260217"/>
            <a:ext cx="151276" cy="5314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647" b="0">
                <a:solidFill>
                  <a:srgbClr val="242421"/>
                </a:solidFill>
                <a:latin typeface="Georgia"/>
                <a:ea typeface="Georgia"/>
                <a:cs typeface="Georgia"/>
              </a:defRPr>
            </a:defPPr>
          </a:lstStyle>
          <a:p xmlns:a="http://schemas.openxmlformats.org/drawingml/2006/main">
            <a:pPr>
              <a:defRPr sz="1647" b="0">
                <a:solidFill>
                  <a:srgbClr val="242421"/>
                </a:solidFill>
                <a:latin typeface="Georgia"/>
                <a:ea typeface="Georgia"/>
                <a:cs typeface="Georgia"/>
              </a:defRPr>
            </a:pPr>
            <a:r>
              <a:rPr sz="1647" b="0">
                <a:solidFill>
                  <a:srgbClr val="242421"/>
                </a:solidFill>
                <a:latin typeface="Georgia"/>
                <a:ea typeface="Georgia"/>
                <a:cs typeface="Georgia"/>
              </a:rPr>
              <a:t>c</a:t>
            </a:r>
          </a:p>
        </p:txBody>
      </p:sp>
      <p:sp>
        <p:nvSpPr>
          <p:cNvPr id="17" name="(f,l) = ∫ n">
            <a:extLst xmlns:a="http://schemas.openxmlformats.org/drawingml/2006/main">
              <a:ext uri="{FF2B5EF4-FFF2-40B4-BE49-F238E27FC236}">
                <a16:creationId xmlns:a16="http://schemas.microsoft.com/office/drawing/2014/main" id="{AB7B209D-0ABC-4C38-A16C-9D2EBC938851}"/>
              </a:ext>
            </a:extLst>
          </p:cNvPr>
          <p:cNvSpPr>
            <a:spLocks xmlns:a="http://schemas.openxmlformats.org/drawingml/2006/main" noGrp="1"/>
          </p:cNvSpPr>
          <p:nvPr/>
        </p:nvSpPr>
        <p:spPr>
          <a:xfrm xmlns:a="http://schemas.openxmlformats.org/drawingml/2006/main">
            <a:off x="5163331" y="3095625"/>
            <a:ext cx="1463040" cy="5314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700" b="0">
                <a:solidFill>
                  <a:srgbClr val="242421"/>
                </a:solidFill>
                <a:latin typeface="Georgia"/>
                <a:ea typeface="Georgia"/>
                <a:cs typeface="Georgia"/>
              </a:defRPr>
            </a:defPPr>
          </a:lstStyle>
          <a:p xmlns:a="http://schemas.openxmlformats.org/drawingml/2006/main">
            <a:pPr>
              <a:defRPr sz="2700" b="0">
                <a:solidFill>
                  <a:srgbClr val="242421"/>
                </a:solidFill>
                <a:latin typeface="Georgia"/>
                <a:ea typeface="Georgia"/>
                <a:cs typeface="Georgia"/>
              </a:defRPr>
            </a:pPr>
            <a:r>
              <a:rPr sz="2700" b="0">
                <a:solidFill>
                  <a:srgbClr val="242421"/>
                </a:solidFill>
                <a:latin typeface="Georgia"/>
                <a:ea typeface="Georgia"/>
                <a:cs typeface="Georgia"/>
              </a:rPr>
              <a:t>(f,l) = ∫ n</a:t>
            </a:r>
          </a:p>
        </p:txBody>
      </p:sp>
      <p:sp>
        <p:nvSpPr>
          <p:cNvPr id="18" name="c">
            <a:extLst xmlns:a="http://schemas.openxmlformats.org/drawingml/2006/main">
              <a:ext uri="{FF2B5EF4-FFF2-40B4-BE49-F238E27FC236}">
                <a16:creationId xmlns:a16="http://schemas.microsoft.com/office/drawing/2014/main" id="{EDBD4F09-7A50-4A6C-94EA-925309FC4E97}"/>
              </a:ext>
            </a:extLst>
          </p:cNvPr>
          <p:cNvSpPr>
            <a:spLocks xmlns:a="http://schemas.openxmlformats.org/drawingml/2006/main" noGrp="1"/>
          </p:cNvSpPr>
          <p:nvPr/>
        </p:nvSpPr>
        <p:spPr>
          <a:xfrm xmlns:a="http://schemas.openxmlformats.org/drawingml/2006/main">
            <a:off x="6588271" y="3260217"/>
            <a:ext cx="151276" cy="5314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647" b="0">
                <a:solidFill>
                  <a:srgbClr val="242421"/>
                </a:solidFill>
                <a:latin typeface="Georgia"/>
                <a:ea typeface="Georgia"/>
                <a:cs typeface="Georgia"/>
              </a:defRPr>
            </a:defPPr>
          </a:lstStyle>
          <a:p xmlns:a="http://schemas.openxmlformats.org/drawingml/2006/main">
            <a:pPr>
              <a:defRPr sz="1647" b="0">
                <a:solidFill>
                  <a:srgbClr val="242421"/>
                </a:solidFill>
                <a:latin typeface="Georgia"/>
                <a:ea typeface="Georgia"/>
                <a:cs typeface="Georgia"/>
              </a:defRPr>
            </a:pPr>
            <a:r>
              <a:rPr sz="1647" b="0">
                <a:solidFill>
                  <a:srgbClr val="242421"/>
                </a:solidFill>
                <a:latin typeface="Georgia"/>
                <a:ea typeface="Georgia"/>
                <a:cs typeface="Georgia"/>
              </a:rPr>
              <a:t>c</a:t>
            </a:r>
          </a:p>
        </p:txBody>
      </p:sp>
      <p:sp>
        <p:nvSpPr>
          <p:cNvPr id="19" name="(s) σ(f;s) ds">
            <a:extLst xmlns:a="http://schemas.openxmlformats.org/drawingml/2006/main">
              <a:ext uri="{FF2B5EF4-FFF2-40B4-BE49-F238E27FC236}">
                <a16:creationId xmlns:a16="http://schemas.microsoft.com/office/drawing/2014/main" id="{12DA4E76-0720-4C56-9894-2694811090A6}"/>
              </a:ext>
            </a:extLst>
          </p:cNvPr>
          <p:cNvSpPr>
            <a:spLocks xmlns:a="http://schemas.openxmlformats.org/drawingml/2006/main" noGrp="1"/>
          </p:cNvSpPr>
          <p:nvPr/>
        </p:nvSpPr>
        <p:spPr>
          <a:xfrm xmlns:a="http://schemas.openxmlformats.org/drawingml/2006/main">
            <a:off x="6701447" y="3095625"/>
            <a:ext cx="1795653" cy="5314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700" b="0">
                <a:solidFill>
                  <a:srgbClr val="242421"/>
                </a:solidFill>
                <a:latin typeface="Georgia"/>
                <a:ea typeface="Georgia"/>
                <a:cs typeface="Georgia"/>
              </a:defRPr>
            </a:defPPr>
          </a:lstStyle>
          <a:p xmlns:a="http://schemas.openxmlformats.org/drawingml/2006/main">
            <a:pPr>
              <a:defRPr sz="2700" b="0">
                <a:solidFill>
                  <a:srgbClr val="242421"/>
                </a:solidFill>
                <a:latin typeface="Georgia"/>
                <a:ea typeface="Georgia"/>
                <a:cs typeface="Georgia"/>
              </a:defRPr>
            </a:pPr>
            <a:r>
              <a:rPr sz="2700" b="0">
                <a:solidFill>
                  <a:srgbClr val="242421"/>
                </a:solidFill>
                <a:latin typeface="Georgia"/>
                <a:ea typeface="Georgia"/>
                <a:cs typeface="Georgia"/>
              </a:rPr>
              <a:t>(s) σ(f;s) ds</a:t>
            </a:r>
          </a:p>
        </p:txBody>
      </p:sp>
      <p:sp>
        <p:nvSpPr>
          <p:cNvPr id="20" name="Integrate density × cross section from 0 to l">
            <a:extLst xmlns:a="http://schemas.openxmlformats.org/drawingml/2006/main">
              <a:ext uri="{FF2B5EF4-FFF2-40B4-BE49-F238E27FC236}">
                <a16:creationId xmlns:a16="http://schemas.microsoft.com/office/drawing/2014/main" id="{E9600118-19DC-4B6A-80A4-ECF8144F0A06}"/>
              </a:ext>
            </a:extLst>
          </p:cNvPr>
          <p:cNvSpPr>
            <a:spLocks xmlns:a="http://schemas.openxmlformats.org/drawingml/2006/main" noGrp="1"/>
          </p:cNvSpPr>
          <p:nvPr/>
        </p:nvSpPr>
        <p:spPr>
          <a:xfrm xmlns:a="http://schemas.openxmlformats.org/drawingml/2006/main">
            <a:off x="4895850" y="3705225"/>
            <a:ext cx="666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6E6A61"/>
                </a:solidFill>
                <a:latin typeface="Georgia"/>
                <a:ea typeface="Georgia"/>
                <a:cs typeface="Georgia"/>
              </a:defRPr>
            </a:defPPr>
          </a:lstStyle>
          <a:p xmlns:a="http://schemas.openxmlformats.org/drawingml/2006/main">
            <a:pPr>
              <a:defRPr sz="1800" b="0">
                <a:solidFill>
                  <a:srgbClr val="6E6A61"/>
                </a:solidFill>
                <a:latin typeface="Georgia"/>
                <a:ea typeface="Georgia"/>
                <a:cs typeface="Georgia"/>
              </a:defRPr>
            </a:pPr>
            <a:r>
              <a:rPr sz="1800" b="0">
                <a:solidFill>
                  <a:srgbClr val="6E6A61"/>
                </a:solidFill>
                <a:latin typeface="Georgia"/>
                <a:ea typeface="Georgia"/>
                <a:cs typeface="Georgia"/>
              </a:rPr>
              <a:t>Integrate density × cross section from 0 to l</a:t>
            </a:r>
          </a:p>
        </p:txBody>
      </p:sp>
      <p:sp>
        <p:nvSpPr>
          <p:cNvPr id="21" name="3  Attenuate the field">
            <a:extLst xmlns:a="http://schemas.openxmlformats.org/drawingml/2006/main">
              <a:ext uri="{FF2B5EF4-FFF2-40B4-BE49-F238E27FC236}">
                <a16:creationId xmlns:a16="http://schemas.microsoft.com/office/drawing/2014/main" id="{62D0CFE3-94B1-4E42-95EE-92EEDD36D96F}"/>
              </a:ext>
            </a:extLst>
          </p:cNvPr>
          <p:cNvSpPr>
            <a:spLocks xmlns:a="http://schemas.openxmlformats.org/drawingml/2006/main" noGrp="1"/>
          </p:cNvSpPr>
          <p:nvPr/>
        </p:nvSpPr>
        <p:spPr>
          <a:xfrm xmlns:a="http://schemas.openxmlformats.org/drawingml/2006/main">
            <a:off x="609600" y="4705350"/>
            <a:ext cx="4095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B4472B"/>
                </a:solidFill>
                <a:latin typeface="Georgia"/>
                <a:ea typeface="Georgia"/>
                <a:cs typeface="Georgia"/>
              </a:defRPr>
            </a:defPPr>
          </a:lstStyle>
          <a:p xmlns:a="http://schemas.openxmlformats.org/drawingml/2006/main">
            <a:pPr>
              <a:defRPr sz="2175" b="0">
                <a:solidFill>
                  <a:srgbClr val="B4472B"/>
                </a:solidFill>
                <a:latin typeface="Georgia"/>
                <a:ea typeface="Georgia"/>
                <a:cs typeface="Georgia"/>
              </a:defRPr>
            </a:pPr>
            <a:r>
              <a:rPr sz="2175" b="0">
                <a:solidFill>
                  <a:srgbClr val="B4472B"/>
                </a:solidFill>
                <a:latin typeface="Georgia"/>
                <a:ea typeface="Georgia"/>
                <a:cs typeface="Georgia"/>
              </a:rPr>
              <a:t>3  Attenuate the field</a:t>
            </a:r>
          </a:p>
        </p:txBody>
      </p:sp>
      <p:sp>
        <p:nvSpPr>
          <p:cNvPr id="22" name="|a">
            <a:extLst xmlns:a="http://schemas.openxmlformats.org/drawingml/2006/main">
              <a:ext uri="{FF2B5EF4-FFF2-40B4-BE49-F238E27FC236}">
                <a16:creationId xmlns:a16="http://schemas.microsoft.com/office/drawing/2014/main" id="{8A11DF33-AA4F-4437-BEDC-83945D76068C}"/>
              </a:ext>
            </a:extLst>
          </p:cNvPr>
          <p:cNvSpPr>
            <a:spLocks xmlns:a="http://schemas.openxmlformats.org/drawingml/2006/main" noGrp="1"/>
          </p:cNvSpPr>
          <p:nvPr/>
        </p:nvSpPr>
        <p:spPr>
          <a:xfrm xmlns:a="http://schemas.openxmlformats.org/drawingml/2006/main">
            <a:off x="4876800" y="4581525"/>
            <a:ext cx="39243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000" b="0">
                <a:solidFill>
                  <a:srgbClr val="242421"/>
                </a:solidFill>
                <a:latin typeface="Georgia"/>
                <a:ea typeface="Georgia"/>
                <a:cs typeface="Georgia"/>
              </a:defRPr>
            </a:defPPr>
          </a:lstStyle>
          <a:p xmlns:a="http://schemas.openxmlformats.org/drawingml/2006/main">
            <a:pPr>
              <a:defRPr sz="3000" b="0">
                <a:solidFill>
                  <a:srgbClr val="242421"/>
                </a:solidFill>
                <a:latin typeface="Georgia"/>
                <a:ea typeface="Georgia"/>
                <a:cs typeface="Georgia"/>
              </a:defRPr>
            </a:pPr>
            <a:r>
              <a:rPr sz="3000" b="0">
                <a:solidFill>
                  <a:srgbClr val="242421"/>
                </a:solidFill>
                <a:latin typeface="Georgia"/>
                <a:ea typeface="Georgia"/>
                <a:cs typeface="Georgia"/>
              </a:rPr>
              <a:t>|a</a:t>
            </a:r>
          </a:p>
        </p:txBody>
      </p:sp>
      <p:sp>
        <p:nvSpPr>
          <p:cNvPr id="23" name="c">
            <a:extLst xmlns:a="http://schemas.openxmlformats.org/drawingml/2006/main">
              <a:ext uri="{FF2B5EF4-FFF2-40B4-BE49-F238E27FC236}">
                <a16:creationId xmlns:a16="http://schemas.microsoft.com/office/drawing/2014/main" id="{473C8C4D-6795-4D54-A731-9B12BCF8ADC7}"/>
              </a:ext>
            </a:extLst>
          </p:cNvPr>
          <p:cNvSpPr>
            <a:spLocks xmlns:a="http://schemas.openxmlformats.org/drawingml/2006/main" noGrp="1"/>
          </p:cNvSpPr>
          <p:nvPr/>
        </p:nvSpPr>
        <p:spPr>
          <a:xfrm xmlns:a="http://schemas.openxmlformats.org/drawingml/2006/main">
            <a:off x="5231130" y="4764405"/>
            <a:ext cx="16173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30" b="0">
                <a:solidFill>
                  <a:srgbClr val="242421"/>
                </a:solidFill>
                <a:latin typeface="Georgia"/>
                <a:ea typeface="Georgia"/>
                <a:cs typeface="Georgia"/>
              </a:defRPr>
            </a:defPPr>
          </a:lstStyle>
          <a:p xmlns:a="http://schemas.openxmlformats.org/drawingml/2006/main">
            <a:pPr>
              <a:defRPr sz="1830" b="0">
                <a:solidFill>
                  <a:srgbClr val="242421"/>
                </a:solidFill>
                <a:latin typeface="Georgia"/>
                <a:ea typeface="Georgia"/>
                <a:cs typeface="Georgia"/>
              </a:defRPr>
            </a:pPr>
            <a:r>
              <a:rPr sz="1830" b="0">
                <a:solidFill>
                  <a:srgbClr val="242421"/>
                </a:solidFill>
                <a:latin typeface="Georgia"/>
                <a:ea typeface="Georgia"/>
                <a:cs typeface="Georgia"/>
              </a:rPr>
              <a:t>c</a:t>
            </a:r>
          </a:p>
        </p:txBody>
      </p:sp>
      <p:sp>
        <p:nvSpPr>
          <p:cNvPr id="24" name="| = exp(−τ">
            <a:extLst xmlns:a="http://schemas.openxmlformats.org/drawingml/2006/main">
              <a:ext uri="{FF2B5EF4-FFF2-40B4-BE49-F238E27FC236}">
                <a16:creationId xmlns:a16="http://schemas.microsoft.com/office/drawing/2014/main" id="{F0109A6C-7C99-4BDD-85F2-B973D5903456}"/>
              </a:ext>
            </a:extLst>
          </p:cNvPr>
          <p:cNvSpPr>
            <a:spLocks xmlns:a="http://schemas.openxmlformats.org/drawingml/2006/main" noGrp="1"/>
          </p:cNvSpPr>
          <p:nvPr/>
        </p:nvSpPr>
        <p:spPr>
          <a:xfrm xmlns:a="http://schemas.openxmlformats.org/drawingml/2006/main">
            <a:off x="5354765" y="4581525"/>
            <a:ext cx="177927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000" b="0">
                <a:solidFill>
                  <a:srgbClr val="242421"/>
                </a:solidFill>
                <a:latin typeface="Georgia"/>
                <a:ea typeface="Georgia"/>
                <a:cs typeface="Georgia"/>
              </a:defRPr>
            </a:defPPr>
          </a:lstStyle>
          <a:p xmlns:a="http://schemas.openxmlformats.org/drawingml/2006/main">
            <a:pPr>
              <a:defRPr sz="3000" b="0">
                <a:solidFill>
                  <a:srgbClr val="242421"/>
                </a:solidFill>
                <a:latin typeface="Georgia"/>
                <a:ea typeface="Georgia"/>
                <a:cs typeface="Georgia"/>
              </a:defRPr>
            </a:pPr>
            <a:r>
              <a:rPr sz="3000" b="0">
                <a:solidFill>
                  <a:srgbClr val="242421"/>
                </a:solidFill>
                <a:latin typeface="Georgia"/>
                <a:ea typeface="Georgia"/>
                <a:cs typeface="Georgia"/>
              </a:rPr>
              <a:t>| = exp(−τ</a:t>
            </a:r>
          </a:p>
        </p:txBody>
      </p:sp>
      <p:sp>
        <p:nvSpPr>
          <p:cNvPr id="25" name="c">
            <a:extLst xmlns:a="http://schemas.openxmlformats.org/drawingml/2006/main">
              <a:ext uri="{FF2B5EF4-FFF2-40B4-BE49-F238E27FC236}">
                <a16:creationId xmlns:a16="http://schemas.microsoft.com/office/drawing/2014/main" id="{108F3F98-A799-4B87-B34E-2CA075B0BDEA}"/>
              </a:ext>
            </a:extLst>
          </p:cNvPr>
          <p:cNvSpPr>
            <a:spLocks xmlns:a="http://schemas.openxmlformats.org/drawingml/2006/main" noGrp="1"/>
          </p:cNvSpPr>
          <p:nvPr/>
        </p:nvSpPr>
        <p:spPr>
          <a:xfrm xmlns:a="http://schemas.openxmlformats.org/drawingml/2006/main">
            <a:off x="7095935" y="4764405"/>
            <a:ext cx="16173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30" b="0">
                <a:solidFill>
                  <a:srgbClr val="242421"/>
                </a:solidFill>
                <a:latin typeface="Georgia"/>
                <a:ea typeface="Georgia"/>
                <a:cs typeface="Georgia"/>
              </a:defRPr>
            </a:defPPr>
          </a:lstStyle>
          <a:p xmlns:a="http://schemas.openxmlformats.org/drawingml/2006/main">
            <a:pPr>
              <a:defRPr sz="1830" b="0">
                <a:solidFill>
                  <a:srgbClr val="242421"/>
                </a:solidFill>
                <a:latin typeface="Georgia"/>
                <a:ea typeface="Georgia"/>
                <a:cs typeface="Georgia"/>
              </a:defRPr>
            </a:pPr>
            <a:r>
              <a:rPr sz="1830" b="0">
                <a:solidFill>
                  <a:srgbClr val="242421"/>
                </a:solidFill>
                <a:latin typeface="Georgia"/>
                <a:ea typeface="Georgia"/>
                <a:cs typeface="Georgia"/>
              </a:rPr>
              <a:t>c</a:t>
            </a:r>
          </a:p>
        </p:txBody>
      </p:sp>
      <p:sp>
        <p:nvSpPr>
          <p:cNvPr id="26" name=" / 2)">
            <a:extLst xmlns:a="http://schemas.openxmlformats.org/drawingml/2006/main">
              <a:ext uri="{FF2B5EF4-FFF2-40B4-BE49-F238E27FC236}">
                <a16:creationId xmlns:a16="http://schemas.microsoft.com/office/drawing/2014/main" id="{78AFD8D9-A352-447B-80B3-093807515576}"/>
              </a:ext>
            </a:extLst>
          </p:cNvPr>
          <p:cNvSpPr>
            <a:spLocks xmlns:a="http://schemas.openxmlformats.org/drawingml/2006/main" noGrp="1"/>
          </p:cNvSpPr>
          <p:nvPr/>
        </p:nvSpPr>
        <p:spPr>
          <a:xfrm xmlns:a="http://schemas.openxmlformats.org/drawingml/2006/main">
            <a:off x="7219569" y="4581525"/>
            <a:ext cx="77724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000" b="0">
                <a:solidFill>
                  <a:srgbClr val="242421"/>
                </a:solidFill>
                <a:latin typeface="Georgia"/>
                <a:ea typeface="Georgia"/>
                <a:cs typeface="Georgia"/>
              </a:defRPr>
            </a:defPPr>
          </a:lstStyle>
          <a:p xmlns:a="http://schemas.openxmlformats.org/drawingml/2006/main">
            <a:pPr>
              <a:defRPr sz="3000" b="0">
                <a:solidFill>
                  <a:srgbClr val="242421"/>
                </a:solidFill>
                <a:latin typeface="Georgia"/>
                <a:ea typeface="Georgia"/>
                <a:cs typeface="Georgia"/>
              </a:defRPr>
            </a:pPr>
            <a:r>
              <a:rPr sz="3000" b="0">
                <a:solidFill>
                  <a:srgbClr val="242421"/>
                </a:solidFill>
                <a:latin typeface="Georgia"/>
                <a:ea typeface="Georgia"/>
                <a:cs typeface="Georgia"/>
              </a:rPr>
              <a:t> / 2)</a:t>
            </a:r>
          </a:p>
        </p:txBody>
      </p:sp>
      <p:sp>
        <p:nvSpPr>
          <p:cNvPr id="27" name="Power transmission is exp(−τc).">
            <a:extLst xmlns:a="http://schemas.openxmlformats.org/drawingml/2006/main">
              <a:ext uri="{FF2B5EF4-FFF2-40B4-BE49-F238E27FC236}">
                <a16:creationId xmlns:a16="http://schemas.microsoft.com/office/drawing/2014/main" id="{ACF55EB9-1D58-42BC-87EA-86E9660F9B71}"/>
              </a:ext>
            </a:extLst>
          </p:cNvPr>
          <p:cNvSpPr>
            <a:spLocks xmlns:a="http://schemas.openxmlformats.org/drawingml/2006/main" noGrp="1"/>
          </p:cNvSpPr>
          <p:nvPr/>
        </p:nvSpPr>
        <p:spPr>
          <a:xfrm xmlns:a="http://schemas.openxmlformats.org/drawingml/2006/main">
            <a:off x="4895850" y="5248275"/>
            <a:ext cx="666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6E6A61"/>
                </a:solidFill>
                <a:latin typeface="Georgia"/>
                <a:ea typeface="Georgia"/>
                <a:cs typeface="Georgia"/>
              </a:defRPr>
            </a:defPPr>
          </a:lstStyle>
          <a:p xmlns:a="http://schemas.openxmlformats.org/drawingml/2006/main">
            <a:pPr>
              <a:defRPr sz="1800" b="0">
                <a:solidFill>
                  <a:srgbClr val="6E6A61"/>
                </a:solidFill>
                <a:latin typeface="Georgia"/>
                <a:ea typeface="Georgia"/>
                <a:cs typeface="Georgia"/>
              </a:defRPr>
            </a:pPr>
            <a:r>
              <a:rPr sz="1800" b="0">
                <a:solidFill>
                  <a:srgbClr val="6E6A61"/>
                </a:solidFill>
                <a:latin typeface="Georgia"/>
                <a:ea typeface="Georgia"/>
                <a:cs typeface="Georgia"/>
              </a:rPr>
              <a:t>Power transmission is exp(−τc).</a:t>
            </a:r>
          </a:p>
        </p:txBody>
      </p:sp>
    </p:spTree>
    <p:extLst>
      <p:ext uri="{BB962C8B-B14F-4D97-AF65-F5344CB8AC3E}">
        <p14:creationId xmlns:p14="http://schemas.microsoft.com/office/powerpoint/2010/main" val="1203636399"/>
      </p:ext>
    </p:extLst>
  </p:cSld>
</p:sld>
</file>

<file path=ppt/slides/slide9.xml><?xml version="1.0" encoding="utf-8"?>
<p:sld xmlns:p="http://schemas.openxmlformats.org/presentationml/2006/main">
  <p:cSld>
    <p:bg>
      <p:bgPr>
        <a:solidFill xmlns:a="http://schemas.openxmlformats.org/drawingml/2006/main">
          <a:srgbClr val="F4F0E8"/>
        </a:solidFill>
      </p:bgPr>
    </p:bg>
    <p:spTree>
      <p:nvGrpSpPr>
        <p:cNvPr id="1" name=""/>
        <p:cNvGrpSpPr/>
        <p:nvPr/>
      </p:nvGrpSpPr>
      <p:grpSpPr>
        <a:xfrm xmlns:a="http://schemas.openxmlformats.org/drawingml/2006/main"/>
      </p:grpSpPr>
      <p:sp>
        <p:nvSpPr>
          <p:cNvPr id="6" name="CO provides a sequence of spectral features">
            <a:extLst xmlns:a="http://schemas.openxmlformats.org/drawingml/2006/main">
              <a:ext uri="{FF2B5EF4-FFF2-40B4-BE49-F238E27FC236}">
                <a16:creationId xmlns:a16="http://schemas.microsoft.com/office/drawing/2014/main" id="{EB2648EA-D001-4034-A150-E3ABECEBA16B}"/>
              </a:ext>
            </a:extLst>
          </p:cNvPr>
          <p:cNvSpPr>
            <a:spLocks xmlns:a="http://schemas.openxmlformats.org/drawingml/2006/main" noGrp="1"/>
          </p:cNvSpPr>
          <p:nvPr/>
        </p:nvSpPr>
        <p:spPr>
          <a:xfrm xmlns:a="http://schemas.openxmlformats.org/drawingml/2006/main">
            <a:off x="609600" y="409575"/>
            <a:ext cx="109728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0">
                <a:solidFill>
                  <a:srgbClr val="242421"/>
                </a:solidFill>
                <a:latin typeface="Georgia"/>
                <a:ea typeface="Georgia"/>
                <a:cs typeface="Georgia"/>
              </a:defRPr>
            </a:defPPr>
          </a:lstStyle>
          <a:p xmlns:a="http://schemas.openxmlformats.org/drawingml/2006/main">
            <a:pPr>
              <a:defRPr sz="3300" b="0">
                <a:solidFill>
                  <a:srgbClr val="242421"/>
                </a:solidFill>
                <a:latin typeface="Georgia"/>
                <a:ea typeface="Georgia"/>
                <a:cs typeface="Georgia"/>
              </a:defRPr>
            </a:pPr>
            <a:r>
              <a:rPr sz="3300" b="0">
                <a:solidFill>
                  <a:srgbClr val="242421"/>
                </a:solidFill>
                <a:latin typeface="Georgia"/>
                <a:ea typeface="Georgia"/>
                <a:cs typeface="Georgia"/>
              </a:rPr>
              <a:t>CO provides a sequence of spectral features</a:t>
            </a:r>
          </a:p>
        </p:txBody>
      </p:sp>
      <p:sp>
        <p:nvSpPr>
          <p:cNvPr id="2" name="Predicted CO loss: 1 ppm over 20 m, 296 K and 1 atm. Main isotopologue">
            <a:extLst xmlns:a="http://schemas.openxmlformats.org/drawingml/2006/main">
              <a:ext uri="{FF2B5EF4-FFF2-40B4-BE49-F238E27FC236}">
                <a16:creationId xmlns:a16="http://schemas.microsoft.com/office/drawing/2014/main" id="{396950ED-15CE-4F90-8E0D-829840EADBC1}"/>
              </a:ext>
            </a:extLst>
          </p:cNvPr>
          <p:cNvSpPr>
            <a:spLocks xmlns:a="http://schemas.openxmlformats.org/drawingml/2006/main" noGrp="1"/>
          </p:cNvSpPr>
          <p:nvPr/>
        </p:nvSpPr>
        <p:spPr>
          <a:xfrm xmlns:a="http://schemas.openxmlformats.org/drawingml/2006/main">
            <a:off x="609600" y="6362700"/>
            <a:ext cx="1038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E6A61"/>
                </a:solidFill>
                <a:latin typeface="Georgia"/>
                <a:ea typeface="Georgia"/>
                <a:cs typeface="Georgia"/>
              </a:defRPr>
            </a:defPPr>
          </a:lstStyle>
          <a:p xmlns:a="http://schemas.openxmlformats.org/drawingml/2006/main">
            <a:pPr>
              <a:defRPr sz="1200" b="0">
                <a:solidFill>
                  <a:srgbClr val="6E6A61"/>
                </a:solidFill>
                <a:latin typeface="Georgia"/>
                <a:ea typeface="Georgia"/>
                <a:cs typeface="Georgia"/>
              </a:defRPr>
            </a:pPr>
            <a:r>
              <a:rPr sz="1200" b="0">
                <a:solidFill>
                  <a:srgbClr val="6E6A61"/>
                </a:solidFill>
                <a:latin typeface="Georgia"/>
                <a:ea typeface="Georgia"/>
                <a:cs typeface="Georgia"/>
              </a:rPr>
              <a:t>Predicted CO loss: 1 ppm over 20 m, 296 K and 1 atm. Main isotopologue. Exact model.</a:t>
            </a:r>
          </a:p>
        </p:txBody>
      </p:sp>
      <p:sp>
        <p:nvSpPr>
          <p:cNvPr id="3" name="09">
            <a:extLst xmlns:a="http://schemas.openxmlformats.org/drawingml/2006/main">
              <a:ext uri="{FF2B5EF4-FFF2-40B4-BE49-F238E27FC236}">
                <a16:creationId xmlns:a16="http://schemas.microsoft.com/office/drawing/2014/main" id="{FA346CA1-3416-49E3-B4FC-1A4A10FE27A3}"/>
              </a:ext>
            </a:extLst>
          </p:cNvPr>
          <p:cNvSpPr>
            <a:spLocks xmlns:a="http://schemas.openxmlformats.org/drawingml/2006/main" noGrp="1"/>
          </p:cNvSpPr>
          <p:nvPr/>
        </p:nvSpPr>
        <p:spPr>
          <a:xfrm xmlns:a="http://schemas.openxmlformats.org/drawingml/2006/main">
            <a:off x="1114425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6E6A61"/>
                </a:solidFill>
                <a:latin typeface="Georgia"/>
                <a:ea typeface="Georgia"/>
                <a:cs typeface="Georgia"/>
              </a:defRPr>
            </a:defPPr>
          </a:lstStyle>
          <a:p xmlns:a="http://schemas.openxmlformats.org/drawingml/2006/main">
            <a:pPr algn="r">
              <a:defRPr sz="1275" b="0">
                <a:solidFill>
                  <a:srgbClr val="6E6A61"/>
                </a:solidFill>
                <a:latin typeface="Georgia"/>
                <a:ea typeface="Georgia"/>
                <a:cs typeface="Georgia"/>
              </a:defRPr>
            </a:pPr>
            <a:r>
              <a:rPr sz="1275" b="0">
                <a:solidFill>
                  <a:srgbClr val="6E6A61"/>
                </a:solidFill>
                <a:latin typeface="Georgia"/>
                <a:ea typeface="Georgia"/>
                <a:cs typeface="Georgia"/>
              </a:rPr>
              <a:t>09</a:t>
            </a:r>
          </a:p>
        </p:txBody>
      </p:sp>
      <p:graphicFrame>
        <p:nvGraphicFramePr>
          <p:cNvPr id="4" name="Chart">
            <a:extLst xmlns:a="http://schemas.openxmlformats.org/drawingml/2006/main">
              <a:ext uri="{FF2B5EF4-FFF2-40B4-BE49-F238E27FC236}">
                <a16:creationId xmlns:a16="http://schemas.microsoft.com/office/drawing/2014/main" id="{B69482A1-4AC4-4C37-8C4A-EAF55ECFDA54}"/>
              </a:ext>
            </a:extLst>
          </p:cNvPr>
          <p:cNvGraphicFramePr/>
          <p:nvPr/>
        </p:nvGraphicFramePr>
        <p:xfrm>
          <a:off xmlns:a="http://schemas.openxmlformats.org/drawingml/2006/main" x="609600" y="1543050"/>
          <a:ext xmlns:a="http://schemas.openxmlformats.org/drawingml/2006/main" cx="10972800" cy="4057650"/>
        </p:xfrm>
        <a:graphic xmlns:a="http://schemas.openxmlformats.org/drawingml/2006/main">
          <a:graphicData uri="http://schemas.openxmlformats.org/drawingml/2006/chart">
            <c:chart xmlns:r="http://schemas.openxmlformats.org/officeDocument/2006/relationships" xmlns:c="http://schemas.openxmlformats.org/drawingml/2006/chart" r:id="Rab6f8b7572504170"/>
          </a:graphicData>
        </a:graphic>
      </p:graphicFrame>
      <p:sp>
        <p:nvSpPr>
          <p:cNvPr id="5" name="Eight main ground state lines in this band. Heights depend on populati">
            <a:extLst xmlns:a="http://schemas.openxmlformats.org/drawingml/2006/main">
              <a:ext uri="{FF2B5EF4-FFF2-40B4-BE49-F238E27FC236}">
                <a16:creationId xmlns:a16="http://schemas.microsoft.com/office/drawing/2014/main" id="{3CA24D1B-99DF-4DB0-9451-27438E257B80}"/>
              </a:ext>
            </a:extLst>
          </p:cNvPr>
          <p:cNvSpPr>
            <a:spLocks xmlns:a="http://schemas.openxmlformats.org/drawingml/2006/main" noGrp="1"/>
          </p:cNvSpPr>
          <p:nvPr/>
        </p:nvSpPr>
        <p:spPr>
          <a:xfrm xmlns:a="http://schemas.openxmlformats.org/drawingml/2006/main">
            <a:off x="609600" y="5819775"/>
            <a:ext cx="10972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6E6A61"/>
                </a:solidFill>
                <a:latin typeface="Georgia"/>
                <a:ea typeface="Georgia"/>
                <a:cs typeface="Georgia"/>
              </a:defRPr>
            </a:defPPr>
          </a:lstStyle>
          <a:p xmlns:a="http://schemas.openxmlformats.org/drawingml/2006/main">
            <a:pPr>
              <a:defRPr sz="1800" b="0">
                <a:solidFill>
                  <a:srgbClr val="6E6A61"/>
                </a:solidFill>
                <a:latin typeface="Georgia"/>
                <a:ea typeface="Georgia"/>
                <a:cs typeface="Georgia"/>
              </a:defRPr>
            </a:pPr>
            <a:r>
              <a:rPr sz="1800" b="0">
                <a:solidFill>
                  <a:srgbClr val="6E6A61"/>
                </a:solidFill>
                <a:latin typeface="Georgia"/>
                <a:ea typeface="Georgia"/>
                <a:cs typeface="Georgia"/>
              </a:rPr>
              <a:t>Eight main ground state lines in this band. Heights depend on populations, strengths and widths.</a:t>
            </a:r>
          </a:p>
        </p:txBody>
      </p:sp>
    </p:spTree>
    <p:extLst>
      <p:ext uri="{BB962C8B-B14F-4D97-AF65-F5344CB8AC3E}">
        <p14:creationId xmlns:p14="http://schemas.microsoft.com/office/powerpoint/2010/main" val="1884650859"/>
      </p:ext>
    </p:extLst>
  </p:cSld>
</p:sld>
</file>

<file path=ppt/slides/slide10.xml><?xml version="1.0" encoding="utf-8"?>
<p:sld xmlns:p="http://schemas.openxmlformats.org/presentationml/2006/main">
  <p:cSld>
    <p:bg>
      <p:bgPr>
        <a:solidFill xmlns:a="http://schemas.openxmlformats.org/drawingml/2006/main">
          <a:srgbClr val="242421"/>
        </a:solidFill>
      </p:bgPr>
    </p:bg>
    <p:spTree>
      <p:nvGrpSpPr>
        <p:cNvPr id="1" name=""/>
        <p:cNvGrpSpPr/>
        <p:nvPr/>
      </p:nvGrpSpPr>
      <p:grpSpPr>
        <a:xfrm xmlns:a="http://schemas.openxmlformats.org/drawingml/2006/main"/>
      </p:grpSpPr>
      <p:sp>
        <p:nvSpPr>
          <p:cNvPr id="15" name="Observe the chemical loss through a channel ratio">
            <a:extLst xmlns:a="http://schemas.openxmlformats.org/drawingml/2006/main">
              <a:ext uri="{FF2B5EF4-FFF2-40B4-BE49-F238E27FC236}">
                <a16:creationId xmlns:a16="http://schemas.microsoft.com/office/drawing/2014/main" id="{35EF3389-E96A-4EA9-AC6C-DCBAD19B3527}"/>
              </a:ext>
            </a:extLst>
          </p:cNvPr>
          <p:cNvSpPr>
            <a:spLocks xmlns:a="http://schemas.openxmlformats.org/drawingml/2006/main" noGrp="1"/>
          </p:cNvSpPr>
          <p:nvPr/>
        </p:nvSpPr>
        <p:spPr>
          <a:xfrm xmlns:a="http://schemas.openxmlformats.org/drawingml/2006/main">
            <a:off x="609600" y="409575"/>
            <a:ext cx="109728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0">
                <a:solidFill>
                  <a:srgbClr val="F5F1E9"/>
                </a:solidFill>
                <a:latin typeface="Georgia"/>
                <a:ea typeface="Georgia"/>
                <a:cs typeface="Georgia"/>
              </a:defRPr>
            </a:defPPr>
          </a:lstStyle>
          <a:p xmlns:a="http://schemas.openxmlformats.org/drawingml/2006/main">
            <a:pPr>
              <a:defRPr sz="3300" b="0">
                <a:solidFill>
                  <a:srgbClr val="F5F1E9"/>
                </a:solidFill>
                <a:latin typeface="Georgia"/>
                <a:ea typeface="Georgia"/>
                <a:cs typeface="Georgia"/>
              </a:defRPr>
            </a:pPr>
            <a:r>
              <a:rPr sz="3300" b="0">
                <a:solidFill>
                  <a:srgbClr val="F5F1E9"/>
                </a:solidFill>
                <a:latin typeface="Georgia"/>
                <a:ea typeface="Georgia"/>
                <a:cs typeface="Georgia"/>
              </a:rPr>
              <a:t>Observe the chemical loss through a channel ratio</a:t>
            </a:r>
          </a:p>
        </p:txBody>
      </p:sp>
      <p:sp>
        <p:nvSpPr>
          <p:cNvPr id="2" name="10">
            <a:extLst xmlns:a="http://schemas.openxmlformats.org/drawingml/2006/main">
              <a:ext uri="{FF2B5EF4-FFF2-40B4-BE49-F238E27FC236}">
                <a16:creationId xmlns:a16="http://schemas.microsoft.com/office/drawing/2014/main" id="{467176BF-440A-456E-AF17-6DB1B5F3AEC8}"/>
              </a:ext>
            </a:extLst>
          </p:cNvPr>
          <p:cNvSpPr>
            <a:spLocks xmlns:a="http://schemas.openxmlformats.org/drawingml/2006/main" noGrp="1"/>
          </p:cNvSpPr>
          <p:nvPr/>
        </p:nvSpPr>
        <p:spPr>
          <a:xfrm xmlns:a="http://schemas.openxmlformats.org/drawingml/2006/main">
            <a:off x="1114425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C6BFB3"/>
                </a:solidFill>
                <a:latin typeface="Georgia"/>
                <a:ea typeface="Georgia"/>
                <a:cs typeface="Georgia"/>
              </a:defRPr>
            </a:defPPr>
          </a:lstStyle>
          <a:p xmlns:a="http://schemas.openxmlformats.org/drawingml/2006/main">
            <a:pPr algn="r">
              <a:defRPr sz="1275" b="0">
                <a:solidFill>
                  <a:srgbClr val="C6BFB3"/>
                </a:solidFill>
                <a:latin typeface="Georgia"/>
                <a:ea typeface="Georgia"/>
                <a:cs typeface="Georgia"/>
              </a:defRPr>
            </a:pPr>
            <a:r>
              <a:rPr sz="1275" b="0">
                <a:solidFill>
                  <a:srgbClr val="C6BFB3"/>
                </a:solidFill>
                <a:latin typeface="Georgia"/>
                <a:ea typeface="Georgia"/>
                <a:cs typeface="Georgia"/>
              </a:rPr>
              <a:t>10</a:t>
            </a:r>
          </a:p>
        </p:txBody>
      </p:sp>
      <p:sp>
        <p:nvSpPr>
          <p:cNvPr id="3" name="Measure h(f,l). Obtain a matched reference h₀(f,l).">
            <a:extLst xmlns:a="http://schemas.openxmlformats.org/drawingml/2006/main">
              <a:ext uri="{FF2B5EF4-FFF2-40B4-BE49-F238E27FC236}">
                <a16:creationId xmlns:a16="http://schemas.microsoft.com/office/drawing/2014/main" id="{827D5F82-8B69-4B47-94E7-C9BF8117642F}"/>
              </a:ext>
            </a:extLst>
          </p:cNvPr>
          <p:cNvSpPr>
            <a:spLocks xmlns:a="http://schemas.openxmlformats.org/drawingml/2006/main" noGrp="1"/>
          </p:cNvSpPr>
          <p:nvPr/>
        </p:nvSpPr>
        <p:spPr>
          <a:xfrm xmlns:a="http://schemas.openxmlformats.org/drawingml/2006/main">
            <a:off x="666750" y="1571625"/>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F5F1E9"/>
                </a:solidFill>
                <a:latin typeface="Georgia"/>
                <a:ea typeface="Georgia"/>
                <a:cs typeface="Georgia"/>
              </a:defRPr>
            </a:defPPr>
          </a:lstStyle>
          <a:p xmlns:a="http://schemas.openxmlformats.org/drawingml/2006/main">
            <a:pPr>
              <a:defRPr sz="2175" b="0">
                <a:solidFill>
                  <a:srgbClr val="F5F1E9"/>
                </a:solidFill>
                <a:latin typeface="Georgia"/>
                <a:ea typeface="Georgia"/>
                <a:cs typeface="Georgia"/>
              </a:defRPr>
            </a:pPr>
            <a:r>
              <a:rPr sz="2175" b="0">
                <a:solidFill>
                  <a:srgbClr val="F5F1E9"/>
                </a:solidFill>
                <a:latin typeface="Georgia"/>
                <a:ea typeface="Georgia"/>
                <a:cs typeface="Georgia"/>
              </a:rPr>
              <a:t>Measure h(f,l). Obtain a matched reference h₀(f,l).</a:t>
            </a:r>
          </a:p>
        </p:txBody>
      </p:sp>
      <p:sp>
        <p:nvSpPr>
          <p:cNvPr id="4" name="|a">
            <a:extLst xmlns:a="http://schemas.openxmlformats.org/drawingml/2006/main">
              <a:ext uri="{FF2B5EF4-FFF2-40B4-BE49-F238E27FC236}">
                <a16:creationId xmlns:a16="http://schemas.microsoft.com/office/drawing/2014/main" id="{A9CB2B32-545F-4E11-A59F-557D55C80417}"/>
              </a:ext>
            </a:extLst>
          </p:cNvPr>
          <p:cNvSpPr>
            <a:spLocks xmlns:a="http://schemas.openxmlformats.org/drawingml/2006/main" noGrp="1"/>
          </p:cNvSpPr>
          <p:nvPr/>
        </p:nvSpPr>
        <p:spPr>
          <a:xfrm xmlns:a="http://schemas.openxmlformats.org/drawingml/2006/main">
            <a:off x="666750" y="2552700"/>
            <a:ext cx="601980" cy="9596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4875" b="0">
                <a:solidFill>
                  <a:srgbClr val="F5F1E9"/>
                </a:solidFill>
                <a:latin typeface="Georgia"/>
                <a:ea typeface="Georgia"/>
                <a:cs typeface="Georgia"/>
              </a:defRPr>
            </a:defPPr>
          </a:lstStyle>
          <a:p xmlns:a="http://schemas.openxmlformats.org/drawingml/2006/main">
            <a:pPr>
              <a:defRPr sz="4875" b="0">
                <a:solidFill>
                  <a:srgbClr val="F5F1E9"/>
                </a:solidFill>
                <a:latin typeface="Georgia"/>
                <a:ea typeface="Georgia"/>
                <a:cs typeface="Georgia"/>
              </a:defRPr>
            </a:pPr>
            <a:r>
              <a:rPr sz="4875" b="0">
                <a:solidFill>
                  <a:srgbClr val="F5F1E9"/>
                </a:solidFill>
                <a:latin typeface="Georgia"/>
                <a:ea typeface="Georgia"/>
                <a:cs typeface="Georgia"/>
              </a:rPr>
              <a:t>|a</a:t>
            </a:r>
          </a:p>
        </p:txBody>
      </p:sp>
      <p:sp>
        <p:nvSpPr>
          <p:cNvPr id="5" name="c">
            <a:extLst xmlns:a="http://schemas.openxmlformats.org/drawingml/2006/main">
              <a:ext uri="{FF2B5EF4-FFF2-40B4-BE49-F238E27FC236}">
                <a16:creationId xmlns:a16="http://schemas.microsoft.com/office/drawing/2014/main" id="{D607D242-00F0-4DB4-896B-08368B1BCF1F}"/>
              </a:ext>
            </a:extLst>
          </p:cNvPr>
          <p:cNvSpPr>
            <a:spLocks xmlns:a="http://schemas.openxmlformats.org/drawingml/2006/main" noGrp="1"/>
          </p:cNvSpPr>
          <p:nvPr/>
        </p:nvSpPr>
        <p:spPr>
          <a:xfrm xmlns:a="http://schemas.openxmlformats.org/drawingml/2006/main">
            <a:off x="1230630" y="2849880"/>
            <a:ext cx="227100" cy="9596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974" b="0">
                <a:solidFill>
                  <a:srgbClr val="F5F1E9"/>
                </a:solidFill>
                <a:latin typeface="Georgia"/>
                <a:ea typeface="Georgia"/>
                <a:cs typeface="Georgia"/>
              </a:defRPr>
            </a:defPPr>
          </a:lstStyle>
          <a:p xmlns:a="http://schemas.openxmlformats.org/drawingml/2006/main">
            <a:pPr>
              <a:defRPr sz="2974" b="0">
                <a:solidFill>
                  <a:srgbClr val="F5F1E9"/>
                </a:solidFill>
                <a:latin typeface="Georgia"/>
                <a:ea typeface="Georgia"/>
                <a:cs typeface="Georgia"/>
              </a:defRPr>
            </a:pPr>
            <a:r>
              <a:rPr sz="2974" b="0">
                <a:solidFill>
                  <a:srgbClr val="F5F1E9"/>
                </a:solidFill>
                <a:latin typeface="Georgia"/>
                <a:ea typeface="Georgia"/>
                <a:cs typeface="Georgia"/>
              </a:rPr>
              <a:t>c</a:t>
            </a:r>
          </a:p>
        </p:txBody>
      </p:sp>
      <p:sp>
        <p:nvSpPr>
          <p:cNvPr id="6" name="| = |h| / |h">
            <a:extLst xmlns:a="http://schemas.openxmlformats.org/drawingml/2006/main">
              <a:ext uri="{FF2B5EF4-FFF2-40B4-BE49-F238E27FC236}">
                <a16:creationId xmlns:a16="http://schemas.microsoft.com/office/drawing/2014/main" id="{21472C71-FC8E-49B9-BC4F-6EB600559B4A}"/>
              </a:ext>
            </a:extLst>
          </p:cNvPr>
          <p:cNvSpPr>
            <a:spLocks xmlns:a="http://schemas.openxmlformats.org/drawingml/2006/main" noGrp="1"/>
          </p:cNvSpPr>
          <p:nvPr/>
        </p:nvSpPr>
        <p:spPr>
          <a:xfrm xmlns:a="http://schemas.openxmlformats.org/drawingml/2006/main">
            <a:off x="1419630" y="2552700"/>
            <a:ext cx="2997994" cy="9596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4875" b="0">
                <a:solidFill>
                  <a:srgbClr val="F5F1E9"/>
                </a:solidFill>
                <a:latin typeface="Georgia"/>
                <a:ea typeface="Georgia"/>
                <a:cs typeface="Georgia"/>
              </a:defRPr>
            </a:defPPr>
          </a:lstStyle>
          <a:p xmlns:a="http://schemas.openxmlformats.org/drawingml/2006/main">
            <a:pPr>
              <a:defRPr sz="4875" b="0">
                <a:solidFill>
                  <a:srgbClr val="F5F1E9"/>
                </a:solidFill>
                <a:latin typeface="Georgia"/>
                <a:ea typeface="Georgia"/>
                <a:cs typeface="Georgia"/>
              </a:defRPr>
            </a:pPr>
            <a:r>
              <a:rPr sz="4875" b="0">
                <a:solidFill>
                  <a:srgbClr val="F5F1E9"/>
                </a:solidFill>
                <a:latin typeface="Georgia"/>
                <a:ea typeface="Georgia"/>
                <a:cs typeface="Georgia"/>
              </a:rPr>
              <a:t>| = |h| / |h</a:t>
            </a:r>
          </a:p>
        </p:txBody>
      </p:sp>
      <p:sp>
        <p:nvSpPr>
          <p:cNvPr id="7" name="0">
            <a:extLst xmlns:a="http://schemas.openxmlformats.org/drawingml/2006/main">
              <a:ext uri="{FF2B5EF4-FFF2-40B4-BE49-F238E27FC236}">
                <a16:creationId xmlns:a16="http://schemas.microsoft.com/office/drawing/2014/main" id="{FE516CD1-5167-40C2-9D3D-1B27B9B366BE}"/>
              </a:ext>
            </a:extLst>
          </p:cNvPr>
          <p:cNvSpPr>
            <a:spLocks xmlns:a="http://schemas.openxmlformats.org/drawingml/2006/main" noGrp="1"/>
          </p:cNvSpPr>
          <p:nvPr/>
        </p:nvSpPr>
        <p:spPr>
          <a:xfrm xmlns:a="http://schemas.openxmlformats.org/drawingml/2006/main">
            <a:off x="4379524" y="2849880"/>
            <a:ext cx="287526" cy="9596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974" b="0">
                <a:solidFill>
                  <a:srgbClr val="F5F1E9"/>
                </a:solidFill>
                <a:latin typeface="Georgia"/>
                <a:ea typeface="Georgia"/>
                <a:cs typeface="Georgia"/>
              </a:defRPr>
            </a:defPPr>
          </a:lstStyle>
          <a:p xmlns:a="http://schemas.openxmlformats.org/drawingml/2006/main">
            <a:pPr>
              <a:defRPr sz="2974" b="0">
                <a:solidFill>
                  <a:srgbClr val="F5F1E9"/>
                </a:solidFill>
                <a:latin typeface="Georgia"/>
                <a:ea typeface="Georgia"/>
                <a:cs typeface="Georgia"/>
              </a:defRPr>
            </a:pPr>
            <a:r>
              <a:rPr sz="2974" b="0">
                <a:solidFill>
                  <a:srgbClr val="F5F1E9"/>
                </a:solidFill>
                <a:latin typeface="Georgia"/>
                <a:ea typeface="Georgia"/>
                <a:cs typeface="Georgia"/>
              </a:rPr>
              <a:t>0</a:t>
            </a:r>
          </a:p>
        </p:txBody>
      </p:sp>
      <p:sp>
        <p:nvSpPr>
          <p:cNvPr id="8" name="|">
            <a:extLst xmlns:a="http://schemas.openxmlformats.org/drawingml/2006/main">
              <a:ext uri="{FF2B5EF4-FFF2-40B4-BE49-F238E27FC236}">
                <a16:creationId xmlns:a16="http://schemas.microsoft.com/office/drawing/2014/main" id="{01B50F90-30ED-4544-908C-A08EF78F4386}"/>
              </a:ext>
            </a:extLst>
          </p:cNvPr>
          <p:cNvSpPr>
            <a:spLocks xmlns:a="http://schemas.openxmlformats.org/drawingml/2006/main" noGrp="1"/>
          </p:cNvSpPr>
          <p:nvPr/>
        </p:nvSpPr>
        <p:spPr>
          <a:xfrm xmlns:a="http://schemas.openxmlformats.org/drawingml/2006/main">
            <a:off x="4628950" y="2552700"/>
            <a:ext cx="292418" cy="9596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4875" b="0">
                <a:solidFill>
                  <a:srgbClr val="F5F1E9"/>
                </a:solidFill>
                <a:latin typeface="Georgia"/>
                <a:ea typeface="Georgia"/>
                <a:cs typeface="Georgia"/>
              </a:defRPr>
            </a:defPPr>
          </a:lstStyle>
          <a:p xmlns:a="http://schemas.openxmlformats.org/drawingml/2006/main">
            <a:pPr>
              <a:defRPr sz="4875" b="0">
                <a:solidFill>
                  <a:srgbClr val="F5F1E9"/>
                </a:solidFill>
                <a:latin typeface="Georgia"/>
                <a:ea typeface="Georgia"/>
                <a:cs typeface="Georgia"/>
              </a:defRPr>
            </a:pPr>
            <a:r>
              <a:rPr sz="4875" b="0">
                <a:solidFill>
                  <a:srgbClr val="F5F1E9"/>
                </a:solidFill>
                <a:latin typeface="Georgia"/>
                <a:ea typeface="Georgia"/>
                <a:cs typeface="Georgia"/>
              </a:rPr>
              <a:t>|</a:t>
            </a:r>
          </a:p>
        </p:txBody>
      </p:sp>
      <p:sp>
        <p:nvSpPr>
          <p:cNvPr id="9" name="τ">
            <a:extLst xmlns:a="http://schemas.openxmlformats.org/drawingml/2006/main">
              <a:ext uri="{FF2B5EF4-FFF2-40B4-BE49-F238E27FC236}">
                <a16:creationId xmlns:a16="http://schemas.microsoft.com/office/drawing/2014/main" id="{71C3B9CC-6B27-4342-9DF2-8C6D95056E3B}"/>
              </a:ext>
            </a:extLst>
          </p:cNvPr>
          <p:cNvSpPr>
            <a:spLocks xmlns:a="http://schemas.openxmlformats.org/drawingml/2006/main" noGrp="1"/>
          </p:cNvSpPr>
          <p:nvPr/>
        </p:nvSpPr>
        <p:spPr>
          <a:xfrm xmlns:a="http://schemas.openxmlformats.org/drawingml/2006/main">
            <a:off x="666750" y="3895725"/>
            <a:ext cx="284321" cy="78247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975" b="0">
                <a:solidFill>
                  <a:srgbClr val="D89474"/>
                </a:solidFill>
                <a:latin typeface="Georgia"/>
                <a:ea typeface="Georgia"/>
                <a:cs typeface="Georgia"/>
              </a:defRPr>
            </a:defPPr>
          </a:lstStyle>
          <a:p xmlns:a="http://schemas.openxmlformats.org/drawingml/2006/main">
            <a:pPr>
              <a:defRPr sz="3975" b="0">
                <a:solidFill>
                  <a:srgbClr val="D89474"/>
                </a:solidFill>
                <a:latin typeface="Georgia"/>
                <a:ea typeface="Georgia"/>
                <a:cs typeface="Georgia"/>
              </a:defRPr>
            </a:pPr>
            <a:r>
              <a:rPr sz="3975" b="0">
                <a:solidFill>
                  <a:srgbClr val="D89474"/>
                </a:solidFill>
                <a:latin typeface="Georgia"/>
                <a:ea typeface="Georgia"/>
                <a:cs typeface="Georgia"/>
              </a:rPr>
              <a:t>τ</a:t>
            </a:r>
          </a:p>
        </p:txBody>
      </p:sp>
      <p:sp>
        <p:nvSpPr>
          <p:cNvPr id="10" name="c">
            <a:extLst xmlns:a="http://schemas.openxmlformats.org/drawingml/2006/main">
              <a:ext uri="{FF2B5EF4-FFF2-40B4-BE49-F238E27FC236}">
                <a16:creationId xmlns:a16="http://schemas.microsoft.com/office/drawing/2014/main" id="{2F6E8BFD-CF82-4D52-90CC-0C51AF30A9C3}"/>
              </a:ext>
            </a:extLst>
          </p:cNvPr>
          <p:cNvSpPr>
            <a:spLocks xmlns:a="http://schemas.openxmlformats.org/drawingml/2006/main" noGrp="1"/>
          </p:cNvSpPr>
          <p:nvPr/>
        </p:nvSpPr>
        <p:spPr>
          <a:xfrm xmlns:a="http://schemas.openxmlformats.org/drawingml/2006/main">
            <a:off x="912971" y="4138041"/>
            <a:ext cx="195724" cy="78247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425" b="0">
                <a:solidFill>
                  <a:srgbClr val="D89474"/>
                </a:solidFill>
                <a:latin typeface="Georgia"/>
                <a:ea typeface="Georgia"/>
                <a:cs typeface="Georgia"/>
              </a:defRPr>
            </a:defPPr>
          </a:lstStyle>
          <a:p xmlns:a="http://schemas.openxmlformats.org/drawingml/2006/main">
            <a:pPr>
              <a:defRPr sz="2425" b="0">
                <a:solidFill>
                  <a:srgbClr val="D89474"/>
                </a:solidFill>
                <a:latin typeface="Georgia"/>
                <a:ea typeface="Georgia"/>
                <a:cs typeface="Georgia"/>
              </a:defRPr>
            </a:pPr>
            <a:r>
              <a:rPr sz="2425" b="0">
                <a:solidFill>
                  <a:srgbClr val="D89474"/>
                </a:solidFill>
                <a:latin typeface="Georgia"/>
                <a:ea typeface="Georgia"/>
                <a:cs typeface="Georgia"/>
              </a:rPr>
              <a:t>c</a:t>
            </a:r>
          </a:p>
        </p:txBody>
      </p:sp>
      <p:sp>
        <p:nvSpPr>
          <p:cNvPr id="11" name=" = −2 ln(|h| / |h">
            <a:extLst xmlns:a="http://schemas.openxmlformats.org/drawingml/2006/main">
              <a:ext uri="{FF2B5EF4-FFF2-40B4-BE49-F238E27FC236}">
                <a16:creationId xmlns:a16="http://schemas.microsoft.com/office/drawing/2014/main" id="{259D266A-180A-44BF-8AC3-9049AA878B06}"/>
              </a:ext>
            </a:extLst>
          </p:cNvPr>
          <p:cNvSpPr>
            <a:spLocks xmlns:a="http://schemas.openxmlformats.org/drawingml/2006/main" noGrp="1"/>
          </p:cNvSpPr>
          <p:nvPr/>
        </p:nvSpPr>
        <p:spPr>
          <a:xfrm xmlns:a="http://schemas.openxmlformats.org/drawingml/2006/main">
            <a:off x="1070596" y="3895725"/>
            <a:ext cx="3626263" cy="78247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975" b="0">
                <a:solidFill>
                  <a:srgbClr val="D89474"/>
                </a:solidFill>
                <a:latin typeface="Georgia"/>
                <a:ea typeface="Georgia"/>
                <a:cs typeface="Georgia"/>
              </a:defRPr>
            </a:defPPr>
          </a:lstStyle>
          <a:p xmlns:a="http://schemas.openxmlformats.org/drawingml/2006/main">
            <a:pPr>
              <a:defRPr sz="3975" b="0">
                <a:solidFill>
                  <a:srgbClr val="D89474"/>
                </a:solidFill>
                <a:latin typeface="Georgia"/>
                <a:ea typeface="Georgia"/>
                <a:cs typeface="Georgia"/>
              </a:defRPr>
            </a:pPr>
            <a:r>
              <a:rPr sz="3975" b="0">
                <a:solidFill>
                  <a:srgbClr val="D89474"/>
                </a:solidFill>
                <a:latin typeface="Georgia"/>
                <a:ea typeface="Georgia"/>
                <a:cs typeface="Georgia"/>
              </a:rPr>
              <a:t> = −2 ln(|h| / |h</a:t>
            </a:r>
          </a:p>
        </p:txBody>
      </p:sp>
      <p:sp>
        <p:nvSpPr>
          <p:cNvPr id="12" name="0">
            <a:extLst xmlns:a="http://schemas.openxmlformats.org/drawingml/2006/main">
              <a:ext uri="{FF2B5EF4-FFF2-40B4-BE49-F238E27FC236}">
                <a16:creationId xmlns:a16="http://schemas.microsoft.com/office/drawing/2014/main" id="{12A1889D-B43F-4078-965A-72B03D066CEA}"/>
              </a:ext>
            </a:extLst>
          </p:cNvPr>
          <p:cNvSpPr>
            <a:spLocks xmlns:a="http://schemas.openxmlformats.org/drawingml/2006/main" noGrp="1"/>
          </p:cNvSpPr>
          <p:nvPr/>
        </p:nvSpPr>
        <p:spPr>
          <a:xfrm xmlns:a="http://schemas.openxmlformats.org/drawingml/2006/main">
            <a:off x="4658758" y="4138041"/>
            <a:ext cx="244995" cy="78247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425" b="0">
                <a:solidFill>
                  <a:srgbClr val="D89474"/>
                </a:solidFill>
                <a:latin typeface="Georgia"/>
                <a:ea typeface="Georgia"/>
                <a:cs typeface="Georgia"/>
              </a:defRPr>
            </a:defPPr>
          </a:lstStyle>
          <a:p xmlns:a="http://schemas.openxmlformats.org/drawingml/2006/main">
            <a:pPr>
              <a:defRPr sz="2425" b="0">
                <a:solidFill>
                  <a:srgbClr val="D89474"/>
                </a:solidFill>
                <a:latin typeface="Georgia"/>
                <a:ea typeface="Georgia"/>
                <a:cs typeface="Georgia"/>
              </a:defRPr>
            </a:pPr>
            <a:r>
              <a:rPr sz="2425" b="0">
                <a:solidFill>
                  <a:srgbClr val="D89474"/>
                </a:solidFill>
                <a:latin typeface="Georgia"/>
                <a:ea typeface="Georgia"/>
                <a:cs typeface="Georgia"/>
              </a:rPr>
              <a:t>0</a:t>
            </a:r>
          </a:p>
        </p:txBody>
      </p:sp>
      <p:sp>
        <p:nvSpPr>
          <p:cNvPr id="13" name="|)">
            <a:extLst xmlns:a="http://schemas.openxmlformats.org/drawingml/2006/main">
              <a:ext uri="{FF2B5EF4-FFF2-40B4-BE49-F238E27FC236}">
                <a16:creationId xmlns:a16="http://schemas.microsoft.com/office/drawing/2014/main" id="{5BDF6CD8-CA5C-4B12-B4CF-500D14237305}"/>
              </a:ext>
            </a:extLst>
          </p:cNvPr>
          <p:cNvSpPr>
            <a:spLocks xmlns:a="http://schemas.openxmlformats.org/drawingml/2006/main" noGrp="1"/>
          </p:cNvSpPr>
          <p:nvPr/>
        </p:nvSpPr>
        <p:spPr>
          <a:xfrm xmlns:a="http://schemas.openxmlformats.org/drawingml/2006/main">
            <a:off x="4865654" y="3895725"/>
            <a:ext cx="440817" cy="78247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975" b="0">
                <a:solidFill>
                  <a:srgbClr val="D89474"/>
                </a:solidFill>
                <a:latin typeface="Georgia"/>
                <a:ea typeface="Georgia"/>
                <a:cs typeface="Georgia"/>
              </a:defRPr>
            </a:defPPr>
          </a:lstStyle>
          <a:p xmlns:a="http://schemas.openxmlformats.org/drawingml/2006/main">
            <a:pPr>
              <a:defRPr sz="3975" b="0">
                <a:solidFill>
                  <a:srgbClr val="D89474"/>
                </a:solidFill>
                <a:latin typeface="Georgia"/>
                <a:ea typeface="Georgia"/>
                <a:cs typeface="Georgia"/>
              </a:defRPr>
            </a:pPr>
            <a:r>
              <a:rPr sz="3975" b="0">
                <a:solidFill>
                  <a:srgbClr val="D89474"/>
                </a:solidFill>
                <a:latin typeface="Georgia"/>
                <a:ea typeface="Georgia"/>
                <a:cs typeface="Georgia"/>
              </a:rPr>
              <a:t>|)</a:t>
            </a:r>
          </a:p>
        </p:txBody>
      </p:sp>
      <p:sp>
        <p:nvSpPr>
          <p:cNvPr id="14" name="The reference must preserve geometry, background atmosphere&#10;and instru">
            <a:extLst xmlns:a="http://schemas.openxmlformats.org/drawingml/2006/main">
              <a:ext uri="{FF2B5EF4-FFF2-40B4-BE49-F238E27FC236}">
                <a16:creationId xmlns:a16="http://schemas.microsoft.com/office/drawing/2014/main" id="{2F905436-8FF4-4108-9D89-7713BCD6CE34}"/>
              </a:ext>
            </a:extLst>
          </p:cNvPr>
          <p:cNvSpPr>
            <a:spLocks xmlns:a="http://schemas.openxmlformats.org/drawingml/2006/main" noGrp="1"/>
          </p:cNvSpPr>
          <p:nvPr/>
        </p:nvSpPr>
        <p:spPr>
          <a:xfrm xmlns:a="http://schemas.openxmlformats.org/drawingml/2006/main">
            <a:off x="704850" y="5343525"/>
            <a:ext cx="1071562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F5F1E9"/>
                </a:solidFill>
                <a:latin typeface="Georgia"/>
                <a:ea typeface="Georgia"/>
                <a:cs typeface="Georgia"/>
              </a:defRPr>
            </a:defPPr>
          </a:lstStyle>
          <a:p xmlns:a="http://schemas.openxmlformats.org/drawingml/2006/main">
            <a:pPr>
              <a:defRPr sz="2025" b="0">
                <a:solidFill>
                  <a:srgbClr val="F5F1E9"/>
                </a:solidFill>
                <a:latin typeface="Georgia"/>
                <a:ea typeface="Georgia"/>
                <a:cs typeface="Georgia"/>
              </a:defRPr>
            </a:pPr>
            <a:r>
              <a:rPr sz="2025" b="0">
                <a:solidFill>
                  <a:srgbClr val="F5F1E9"/>
                </a:solidFill>
                <a:latin typeface="Georgia"/>
                <a:ea typeface="Georgia"/>
                <a:cs typeface="Georgia"/>
              </a:rPr>
              <a:t>The reference must preserve geometry, background atmosphere</a:t>
            </a:r>
          </a:p>
          <a:p xmlns:a="http://schemas.openxmlformats.org/drawingml/2006/main">
            <a:pPr>
              <a:defRPr sz="2025" b="0">
                <a:solidFill>
                  <a:srgbClr val="F5F1E9"/>
                </a:solidFill>
                <a:latin typeface="Georgia"/>
                <a:ea typeface="Georgia"/>
                <a:cs typeface="Georgia"/>
              </a:defRPr>
            </a:pPr>
            <a:r>
              <a:rPr sz="2025" b="0">
                <a:solidFill>
                  <a:srgbClr val="F5F1E9"/>
                </a:solidFill>
                <a:latin typeface="Georgia"/>
                <a:ea typeface="Georgia"/>
                <a:cs typeface="Georgia"/>
              </a:rPr>
              <a:t>and instrument response. It excludes the added CO.</a:t>
            </a:r>
          </a:p>
        </p:txBody>
      </p:sp>
    </p:spTree>
    <p:extLst>
      <p:ext uri="{BB962C8B-B14F-4D97-AF65-F5344CB8AC3E}">
        <p14:creationId xmlns:p14="http://schemas.microsoft.com/office/powerpoint/2010/main" val="761690932"/>
      </p:ext>
    </p:extLst>
  </p:cSld>
</p:sld>
</file>

<file path=ppt/slides/slide11.xml><?xml version="1.0" encoding="utf-8"?>
<p:sld xmlns:p="http://schemas.openxmlformats.org/presentationml/2006/main">
  <p:cSld>
    <p:bg>
      <p:bgPr>
        <a:solidFill xmlns:a="http://schemas.openxmlformats.org/drawingml/2006/main">
          <a:srgbClr val="F4F0E8"/>
        </a:solidFill>
      </p:bgPr>
    </p:bg>
    <p:spTree>
      <p:nvGrpSpPr>
        <p:cNvPr id="1" name=""/>
        <p:cNvGrpSpPr/>
        <p:nvPr/>
      </p:nvGrpSpPr>
      <p:grpSpPr>
        <a:xfrm xmlns:a="http://schemas.openxmlformats.org/drawingml/2006/main"/>
      </p:grpSpPr>
      <p:sp>
        <p:nvSpPr>
          <p:cNvPr id="6" name="Path length changes the gas column that the wave crosses">
            <a:extLst xmlns:a="http://schemas.openxmlformats.org/drawingml/2006/main">
              <a:ext uri="{FF2B5EF4-FFF2-40B4-BE49-F238E27FC236}">
                <a16:creationId xmlns:a16="http://schemas.microsoft.com/office/drawing/2014/main" id="{323487FD-3AC4-4AD1-B119-5E76D74A5962}"/>
              </a:ext>
            </a:extLst>
          </p:cNvPr>
          <p:cNvSpPr>
            <a:spLocks xmlns:a="http://schemas.openxmlformats.org/drawingml/2006/main" noGrp="1"/>
          </p:cNvSpPr>
          <p:nvPr/>
        </p:nvSpPr>
        <p:spPr>
          <a:xfrm xmlns:a="http://schemas.openxmlformats.org/drawingml/2006/main">
            <a:off x="609600" y="409575"/>
            <a:ext cx="109728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0">
                <a:solidFill>
                  <a:srgbClr val="242421"/>
                </a:solidFill>
                <a:latin typeface="Georgia"/>
                <a:ea typeface="Georgia"/>
                <a:cs typeface="Georgia"/>
              </a:defRPr>
            </a:defPPr>
          </a:lstStyle>
          <a:p xmlns:a="http://schemas.openxmlformats.org/drawingml/2006/main">
            <a:pPr>
              <a:defRPr sz="3300" b="0">
                <a:solidFill>
                  <a:srgbClr val="242421"/>
                </a:solidFill>
                <a:latin typeface="Georgia"/>
                <a:ea typeface="Georgia"/>
                <a:cs typeface="Georgia"/>
              </a:defRPr>
            </a:pPr>
            <a:r>
              <a:rPr sz="3300" b="0">
                <a:solidFill>
                  <a:srgbClr val="242421"/>
                </a:solidFill>
                <a:latin typeface="Georgia"/>
                <a:ea typeface="Georgia"/>
                <a:cs typeface="Georgia"/>
              </a:rPr>
              <a:t>Path length changes the gas column that the wave crosses</a:t>
            </a:r>
          </a:p>
        </p:txBody>
      </p:sp>
      <p:sp>
        <p:nvSpPr>
          <p:cNvPr id="2" name="h(f,l): frequency × atmospheric path length. Nested paths through one ">
            <a:extLst xmlns:a="http://schemas.openxmlformats.org/drawingml/2006/main">
              <a:ext uri="{FF2B5EF4-FFF2-40B4-BE49-F238E27FC236}">
                <a16:creationId xmlns:a16="http://schemas.microsoft.com/office/drawing/2014/main" id="{D1AB4530-1121-4819-AB2C-AA1734284362}"/>
              </a:ext>
            </a:extLst>
          </p:cNvPr>
          <p:cNvSpPr>
            <a:spLocks xmlns:a="http://schemas.openxmlformats.org/drawingml/2006/main" noGrp="1"/>
          </p:cNvSpPr>
          <p:nvPr/>
        </p:nvSpPr>
        <p:spPr>
          <a:xfrm xmlns:a="http://schemas.openxmlformats.org/drawingml/2006/main">
            <a:off x="609600" y="6362700"/>
            <a:ext cx="1038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E6A61"/>
                </a:solidFill>
                <a:latin typeface="Georgia"/>
                <a:ea typeface="Georgia"/>
                <a:cs typeface="Georgia"/>
              </a:defRPr>
            </a:defPPr>
          </a:lstStyle>
          <a:p xmlns:a="http://schemas.openxmlformats.org/drawingml/2006/main">
            <a:pPr>
              <a:defRPr sz="1200" b="0">
                <a:solidFill>
                  <a:srgbClr val="6E6A61"/>
                </a:solidFill>
                <a:latin typeface="Georgia"/>
                <a:ea typeface="Georgia"/>
                <a:cs typeface="Georgia"/>
              </a:defRPr>
            </a:pPr>
            <a:r>
              <a:rPr sz="1200" b="0">
                <a:solidFill>
                  <a:srgbClr val="6E6A61"/>
                </a:solidFill>
                <a:latin typeface="Georgia"/>
                <a:ea typeface="Georgia"/>
                <a:cs typeface="Georgia"/>
              </a:rPr>
              <a:t>h(f,l): frequency × atmospheric path length. Nested paths through one stationary medium.</a:t>
            </a:r>
          </a:p>
        </p:txBody>
      </p:sp>
      <p:sp>
        <p:nvSpPr>
          <p:cNvPr id="3" name="11">
            <a:extLst xmlns:a="http://schemas.openxmlformats.org/drawingml/2006/main">
              <a:ext uri="{FF2B5EF4-FFF2-40B4-BE49-F238E27FC236}">
                <a16:creationId xmlns:a16="http://schemas.microsoft.com/office/drawing/2014/main" id="{61AEEFBB-C65D-4E74-A59B-479407DBEE3C}"/>
              </a:ext>
            </a:extLst>
          </p:cNvPr>
          <p:cNvSpPr>
            <a:spLocks xmlns:a="http://schemas.openxmlformats.org/drawingml/2006/main" noGrp="1"/>
          </p:cNvSpPr>
          <p:nvPr/>
        </p:nvSpPr>
        <p:spPr>
          <a:xfrm xmlns:a="http://schemas.openxmlformats.org/drawingml/2006/main">
            <a:off x="1114425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6E6A61"/>
                </a:solidFill>
                <a:latin typeface="Georgia"/>
                <a:ea typeface="Georgia"/>
                <a:cs typeface="Georgia"/>
              </a:defRPr>
            </a:defPPr>
          </a:lstStyle>
          <a:p xmlns:a="http://schemas.openxmlformats.org/drawingml/2006/main">
            <a:pPr algn="r">
              <a:defRPr sz="1275" b="0">
                <a:solidFill>
                  <a:srgbClr val="6E6A61"/>
                </a:solidFill>
                <a:latin typeface="Georgia"/>
                <a:ea typeface="Georgia"/>
                <a:cs typeface="Georgia"/>
              </a:defRPr>
            </a:pPr>
            <a:r>
              <a:rPr sz="1275" b="0">
                <a:solidFill>
                  <a:srgbClr val="6E6A61"/>
                </a:solidFill>
                <a:latin typeface="Georgia"/>
                <a:ea typeface="Georgia"/>
                <a:cs typeface="Georgia"/>
              </a:rPr>
              <a:t>11</a:t>
            </a:r>
          </a:p>
        </p:txBody>
      </p:sp>
      <p:graphicFrame>
        <p:nvGraphicFramePr>
          <p:cNvPr id="4" name="Chart">
            <a:extLst xmlns:a="http://schemas.openxmlformats.org/drawingml/2006/main">
              <a:ext uri="{FF2B5EF4-FFF2-40B4-BE49-F238E27FC236}">
                <a16:creationId xmlns:a16="http://schemas.microsoft.com/office/drawing/2014/main" id="{833AFE10-07F4-451D-885B-0837CFF7A57C}"/>
              </a:ext>
            </a:extLst>
          </p:cNvPr>
          <p:cNvGraphicFramePr/>
          <p:nvPr/>
        </p:nvGraphicFramePr>
        <p:xfrm>
          <a:off xmlns:a="http://schemas.openxmlformats.org/drawingml/2006/main" x="609600" y="1543050"/>
          <a:ext xmlns:a="http://schemas.openxmlformats.org/drawingml/2006/main" cx="10972800" cy="4114800"/>
        </p:xfrm>
        <a:graphic xmlns:a="http://schemas.openxmlformats.org/drawingml/2006/main">
          <a:graphicData uri="http://schemas.openxmlformats.org/drawingml/2006/chart">
            <c:chart xmlns:r="http://schemas.openxmlformats.org/officeDocument/2006/relationships" xmlns:c="http://schemas.openxmlformats.org/drawingml/2006/chart" r:id="R98f6a1b21d744b4b"/>
          </a:graphicData>
        </a:graphic>
      </p:graphicFrame>
      <p:sp>
        <p:nvSpPr>
          <p:cNvPr id="5" name="CO between 20 and 40 m: loss grows inside the cloud, then stops growin">
            <a:extLst xmlns:a="http://schemas.openxmlformats.org/drawingml/2006/main">
              <a:ext uri="{FF2B5EF4-FFF2-40B4-BE49-F238E27FC236}">
                <a16:creationId xmlns:a16="http://schemas.microsoft.com/office/drawing/2014/main" id="{7000FE37-F5A2-4177-B877-4513C9F33854}"/>
              </a:ext>
            </a:extLst>
          </p:cNvPr>
          <p:cNvSpPr>
            <a:spLocks xmlns:a="http://schemas.openxmlformats.org/drawingml/2006/main" noGrp="1"/>
          </p:cNvSpPr>
          <p:nvPr/>
        </p:nvSpPr>
        <p:spPr>
          <a:xfrm xmlns:a="http://schemas.openxmlformats.org/drawingml/2006/main">
            <a:off x="609600" y="581977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6E6A61"/>
                </a:solidFill>
                <a:latin typeface="Georgia"/>
                <a:ea typeface="Georgia"/>
                <a:cs typeface="Georgia"/>
              </a:defRPr>
            </a:defPPr>
          </a:lstStyle>
          <a:p xmlns:a="http://schemas.openxmlformats.org/drawingml/2006/main">
            <a:pPr>
              <a:defRPr sz="1875" b="0">
                <a:solidFill>
                  <a:srgbClr val="6E6A61"/>
                </a:solidFill>
                <a:latin typeface="Georgia"/>
                <a:ea typeface="Georgia"/>
                <a:cs typeface="Georgia"/>
              </a:defRPr>
            </a:pPr>
            <a:r>
              <a:rPr sz="1875" b="0">
                <a:solidFill>
                  <a:srgbClr val="6E6A61"/>
                </a:solidFill>
                <a:latin typeface="Georgia"/>
                <a:ea typeface="Georgia"/>
                <a:cs typeface="Georgia"/>
              </a:rPr>
              <a:t>CO between 20 and 40 m: loss grows inside the cloud, then stops growing.</a:t>
            </a:r>
          </a:p>
        </p:txBody>
      </p:sp>
    </p:spTree>
    <p:extLst>
      <p:ext uri="{BB962C8B-B14F-4D97-AF65-F5344CB8AC3E}">
        <p14:creationId xmlns:p14="http://schemas.microsoft.com/office/powerpoint/2010/main" val="1871201124"/>
      </p:ext>
    </p:extLst>
  </p:cSld>
</p:sld>
</file>

<file path=ppt/slides/slide12.xml><?xml version="1.0" encoding="utf-8"?>
<p:sld xmlns:p="http://schemas.openxmlformats.org/presentationml/2006/main">
  <p:cSld>
    <p:bg>
      <p:bgPr>
        <a:solidFill xmlns:a="http://schemas.openxmlformats.org/drawingml/2006/main">
          <a:srgbClr val="F4F0E8"/>
        </a:solidFill>
      </p:bgPr>
    </p:bg>
    <p:spTree>
      <p:nvGrpSpPr>
        <p:cNvPr id="1" name=""/>
        <p:cNvGrpSpPr/>
        <p:nvPr/>
      </p:nvGrpSpPr>
      <p:grpSpPr>
        <a:xfrm xmlns:a="http://schemas.openxmlformats.org/drawingml/2006/main"/>
      </p:grpSpPr>
      <p:sp>
        <p:nvSpPr>
          <p:cNvPr id="7" name="The predicted signal is small, even when it is identifiable">
            <a:extLst xmlns:a="http://schemas.openxmlformats.org/drawingml/2006/main">
              <a:ext uri="{FF2B5EF4-FFF2-40B4-BE49-F238E27FC236}">
                <a16:creationId xmlns:a16="http://schemas.microsoft.com/office/drawing/2014/main" id="{3171A6A2-B909-48B5-9077-76A2959D070C}"/>
              </a:ext>
            </a:extLst>
          </p:cNvPr>
          <p:cNvSpPr>
            <a:spLocks xmlns:a="http://schemas.openxmlformats.org/drawingml/2006/main" noGrp="1"/>
          </p:cNvSpPr>
          <p:nvPr/>
        </p:nvSpPr>
        <p:spPr>
          <a:xfrm xmlns:a="http://schemas.openxmlformats.org/drawingml/2006/main">
            <a:off x="609600" y="409575"/>
            <a:ext cx="109728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0">
                <a:solidFill>
                  <a:srgbClr val="242421"/>
                </a:solidFill>
                <a:latin typeface="Georgia"/>
                <a:ea typeface="Georgia"/>
                <a:cs typeface="Georgia"/>
              </a:defRPr>
            </a:defPPr>
          </a:lstStyle>
          <a:p xmlns:a="http://schemas.openxmlformats.org/drawingml/2006/main">
            <a:pPr>
              <a:defRPr sz="3300" b="0">
                <a:solidFill>
                  <a:srgbClr val="242421"/>
                </a:solidFill>
                <a:latin typeface="Georgia"/>
                <a:ea typeface="Georgia"/>
                <a:cs typeface="Georgia"/>
              </a:defRPr>
            </a:pPr>
            <a:r>
              <a:rPr sz="3300" b="0">
                <a:solidFill>
                  <a:srgbClr val="242421"/>
                </a:solidFill>
                <a:latin typeface="Georgia"/>
                <a:ea typeface="Georgia"/>
                <a:cs typeface="Georgia"/>
              </a:rPr>
              <a:t>The predicted signal is small, even when it is identifiable</a:t>
            </a:r>
          </a:p>
        </p:txBody>
      </p:sp>
      <p:sp>
        <p:nvSpPr>
          <p:cNvPr id="2" name="1 ppm added CO over 20 m. Atmospheric path 200 m, 296 K, 1 atm, water ">
            <a:extLst xmlns:a="http://schemas.openxmlformats.org/drawingml/2006/main">
              <a:ext uri="{FF2B5EF4-FFF2-40B4-BE49-F238E27FC236}">
                <a16:creationId xmlns:a16="http://schemas.microsoft.com/office/drawing/2014/main" id="{0A4D04A0-7054-4D25-8FBF-C1241AD5C299}"/>
              </a:ext>
            </a:extLst>
          </p:cNvPr>
          <p:cNvSpPr>
            <a:spLocks xmlns:a="http://schemas.openxmlformats.org/drawingml/2006/main" noGrp="1"/>
          </p:cNvSpPr>
          <p:nvPr/>
        </p:nvSpPr>
        <p:spPr>
          <a:xfrm xmlns:a="http://schemas.openxmlformats.org/drawingml/2006/main">
            <a:off x="609600" y="6362700"/>
            <a:ext cx="1038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E6A61"/>
                </a:solidFill>
                <a:latin typeface="Georgia"/>
                <a:ea typeface="Georgia"/>
                <a:cs typeface="Georgia"/>
              </a:defRPr>
            </a:defPPr>
          </a:lstStyle>
          <a:p xmlns:a="http://schemas.openxmlformats.org/drawingml/2006/main">
            <a:pPr>
              <a:defRPr sz="1200" b="0">
                <a:solidFill>
                  <a:srgbClr val="6E6A61"/>
                </a:solidFill>
                <a:latin typeface="Georgia"/>
                <a:ea typeface="Georgia"/>
                <a:cs typeface="Georgia"/>
              </a:defRPr>
            </a:pPr>
            <a:r>
              <a:rPr sz="1200" b="0">
                <a:solidFill>
                  <a:srgbClr val="6E6A61"/>
                </a:solidFill>
                <a:latin typeface="Georgia"/>
                <a:ea typeface="Georgia"/>
                <a:cs typeface="Georgia"/>
              </a:rPr>
              <a:t>1 ppm added CO over 20 m. Atmospheric path 200 m, 296 K, 1 atm, water partial pressure 1000 Pa.</a:t>
            </a:r>
          </a:p>
        </p:txBody>
      </p:sp>
      <p:sp>
        <p:nvSpPr>
          <p:cNvPr id="3" name="12">
            <a:extLst xmlns:a="http://schemas.openxmlformats.org/drawingml/2006/main">
              <a:ext uri="{FF2B5EF4-FFF2-40B4-BE49-F238E27FC236}">
                <a16:creationId xmlns:a16="http://schemas.microsoft.com/office/drawing/2014/main" id="{AD74241A-C127-4FE2-A999-FF093B2ED9B0}"/>
              </a:ext>
            </a:extLst>
          </p:cNvPr>
          <p:cNvSpPr>
            <a:spLocks xmlns:a="http://schemas.openxmlformats.org/drawingml/2006/main" noGrp="1"/>
          </p:cNvSpPr>
          <p:nvPr/>
        </p:nvSpPr>
        <p:spPr>
          <a:xfrm xmlns:a="http://schemas.openxmlformats.org/drawingml/2006/main">
            <a:off x="1114425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6E6A61"/>
                </a:solidFill>
                <a:latin typeface="Georgia"/>
                <a:ea typeface="Georgia"/>
                <a:cs typeface="Georgia"/>
              </a:defRPr>
            </a:defPPr>
          </a:lstStyle>
          <a:p xmlns:a="http://schemas.openxmlformats.org/drawingml/2006/main">
            <a:pPr algn="r">
              <a:defRPr sz="1275" b="0">
                <a:solidFill>
                  <a:srgbClr val="6E6A61"/>
                </a:solidFill>
                <a:latin typeface="Georgia"/>
                <a:ea typeface="Georgia"/>
                <a:cs typeface="Georgia"/>
              </a:defRPr>
            </a:pPr>
            <a:r>
              <a:rPr sz="1275" b="0">
                <a:solidFill>
                  <a:srgbClr val="6E6A61"/>
                </a:solidFill>
                <a:latin typeface="Georgia"/>
                <a:ea typeface="Georgia"/>
                <a:cs typeface="Georgia"/>
              </a:rPr>
              <a:t>12</a:t>
            </a:r>
          </a:p>
        </p:txBody>
      </p:sp>
      <p:sp>
        <p:nvSpPr>
          <p:cNvPr id="4" name="Relative drop in channel amplitude, before receiver errors">
            <a:extLst xmlns:a="http://schemas.openxmlformats.org/drawingml/2006/main">
              <a:ext uri="{FF2B5EF4-FFF2-40B4-BE49-F238E27FC236}">
                <a16:creationId xmlns:a16="http://schemas.microsoft.com/office/drawing/2014/main" id="{13C3854E-49C3-439A-BAEA-71C1518C3D20}"/>
              </a:ext>
            </a:extLst>
          </p:cNvPr>
          <p:cNvSpPr>
            <a:spLocks xmlns:a="http://schemas.openxmlformats.org/drawingml/2006/main" noGrp="1"/>
          </p:cNvSpPr>
          <p:nvPr/>
        </p:nvSpPr>
        <p:spPr>
          <a:xfrm xmlns:a="http://schemas.openxmlformats.org/drawingml/2006/main">
            <a:off x="609600" y="1562100"/>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B4472B"/>
                </a:solidFill>
                <a:latin typeface="Georgia"/>
                <a:ea typeface="Georgia"/>
                <a:cs typeface="Georgia"/>
              </a:defRPr>
            </a:defPPr>
          </a:lstStyle>
          <a:p xmlns:a="http://schemas.openxmlformats.org/drawingml/2006/main">
            <a:pPr>
              <a:defRPr sz="2175" b="0">
                <a:solidFill>
                  <a:srgbClr val="B4472B"/>
                </a:solidFill>
                <a:latin typeface="Georgia"/>
                <a:ea typeface="Georgia"/>
                <a:cs typeface="Georgia"/>
              </a:defRPr>
            </a:pPr>
            <a:r>
              <a:rPr sz="2175" b="0">
                <a:solidFill>
                  <a:srgbClr val="B4472B"/>
                </a:solidFill>
                <a:latin typeface="Georgia"/>
                <a:ea typeface="Georgia"/>
                <a:cs typeface="Georgia"/>
              </a:rPr>
              <a:t>Relative drop in channel amplitude, before receiver errors</a:t>
            </a:r>
          </a:p>
        </p:txBody>
      </p:sp>
      <p:graphicFrame>
        <p:nvGraphicFramePr>
          <p:cNvPr id="5" name="">
            <a:extLst xmlns:a="http://schemas.openxmlformats.org/drawingml/2006/main">
              <a:ext uri="{FF2B5EF4-FFF2-40B4-BE49-F238E27FC236}">
                <a16:creationId xmlns:a16="http://schemas.microsoft.com/office/drawing/2014/main" id="{10719BC6-B938-495B-A3FF-CD34CE5AF041}"/>
              </a:ext>
            </a:extLst>
          </p:cNvPr>
          <p:cNvGraphicFramePr/>
          <p:nvPr/>
        </p:nvGraphicFramePr>
        <p:xfrm>
          <a:off xmlns:a="http://schemas.openxmlformats.org/drawingml/2006/main" x="609600" y="2400300"/>
          <a:ext xmlns:a="http://schemas.openxmlformats.org/drawingml/2006/main" cx="10972800" cy="3048000"/>
        </p:xfrm>
        <a:graphic xmlns:a="http://schemas.openxmlformats.org/drawingml/2006/main">
          <a:graphicData uri="http://schemas.openxmlformats.org/drawingml/2006/table">
            <a:tbl>
              <a:tblPr/>
              <a:tblGrid>
                <a:gridCol w="3291840"/>
                <a:gridCol w="3950208"/>
                <a:gridCol w="3730752"/>
              </a:tblGrid>
              <a:tr h="609600">
                <a:tc>
                  <a:txBody>
                    <a:bodyPr/>
                    <a:lstStyle/>
                    <a:p>
                      <a:r>
                        <a:rPr sz="2025" b="1">
                          <a:solidFill>
                            <a:srgbClr val="F5F1E9"/>
                          </a:solidFill>
                          <a:latin typeface="Georgia"/>
                          <a:ea typeface="Georgia"/>
                          <a:cs typeface="Georgia"/>
                        </a:rPr>
                        <a:t>Frequency</a:t>
                      </a:r>
                    </a:p>
                  </a:txBody>
                  <a:tcPr marL="142875" marR="142875" marT="95250" marB="95250" anchor="ctr">
                    <a:lnL w="6668">
                      <a:solidFill>
                        <a:srgbClr val="D5CEC1"/>
                      </a:solidFill>
                    </a:lnL>
                    <a:lnR w="6668">
                      <a:solidFill>
                        <a:srgbClr val="D5CEC1"/>
                      </a:solidFill>
                    </a:lnR>
                    <a:lnT w="6668">
                      <a:solidFill>
                        <a:srgbClr val="D5CEC1"/>
                      </a:solidFill>
                    </a:lnT>
                    <a:lnB w="6668">
                      <a:solidFill>
                        <a:srgbClr val="D5CEC1"/>
                      </a:solidFill>
                    </a:lnB>
                    <a:solidFill>
                      <a:srgbClr val="242421"/>
                    </a:solidFill>
                  </a:tcPr>
                </a:tc>
                <a:tc>
                  <a:txBody>
                    <a:bodyPr/>
                    <a:lstStyle/>
                    <a:p>
                      <a:r>
                        <a:rPr sz="2025" b="1">
                          <a:solidFill>
                            <a:srgbClr val="F5F1E9"/>
                          </a:solidFill>
                          <a:latin typeface="Georgia"/>
                          <a:ea typeface="Georgia"/>
                          <a:cs typeface="Georgia"/>
                        </a:rPr>
                        <a:t>Amplitude change</a:t>
                      </a:r>
                    </a:p>
                  </a:txBody>
                  <a:tcPr marL="142875" marR="142875" marT="95250" marB="95250" anchor="ctr">
                    <a:lnR w="6668">
                      <a:solidFill>
                        <a:srgbClr val="D5CEC1"/>
                      </a:solidFill>
                    </a:lnR>
                    <a:lnT w="6668">
                      <a:solidFill>
                        <a:srgbClr val="D5CEC1"/>
                      </a:solidFill>
                    </a:lnT>
                    <a:lnB w="6668">
                      <a:solidFill>
                        <a:srgbClr val="D5CEC1"/>
                      </a:solidFill>
                    </a:lnB>
                    <a:solidFill>
                      <a:srgbClr val="242421"/>
                    </a:solidFill>
                  </a:tcPr>
                </a:tc>
                <a:tc>
                  <a:txBody>
                    <a:bodyPr/>
                    <a:lstStyle/>
                    <a:p>
                      <a:r>
                        <a:rPr sz="2025" b="1">
                          <a:solidFill>
                            <a:srgbClr val="F5F1E9"/>
                          </a:solidFill>
                          <a:latin typeface="Georgia"/>
                          <a:ea typeface="Georgia"/>
                          <a:cs typeface="Georgia"/>
                        </a:rPr>
                        <a:t>Atmospheric loss</a:t>
                      </a:r>
                    </a:p>
                  </a:txBody>
                  <a:tcPr marL="142875" marR="142875" marT="95250" marB="95250" anchor="ctr">
                    <a:lnR w="6668">
                      <a:solidFill>
                        <a:srgbClr val="D5CEC1"/>
                      </a:solidFill>
                    </a:lnR>
                    <a:lnT w="6668">
                      <a:solidFill>
                        <a:srgbClr val="D5CEC1"/>
                      </a:solidFill>
                    </a:lnT>
                    <a:lnB w="6668">
                      <a:solidFill>
                        <a:srgbClr val="D5CEC1"/>
                      </a:solidFill>
                    </a:lnB>
                    <a:solidFill>
                      <a:srgbClr val="242421"/>
                    </a:solidFill>
                  </a:tcPr>
                </a:tc>
              </a:tr>
              <a:tr h="609600">
                <a:tc>
                  <a:txBody>
                    <a:bodyPr/>
                    <a:lstStyle/>
                    <a:p>
                      <a:r>
                        <a:rPr sz="2025" b="0">
                          <a:solidFill>
                            <a:srgbClr val="242421"/>
                          </a:solidFill>
                          <a:latin typeface="Georgia"/>
                          <a:ea typeface="Georgia"/>
                          <a:cs typeface="Georgia"/>
                        </a:rPr>
                        <a:t>115.271 GHz</a:t>
                      </a:r>
                    </a:p>
                  </a:txBody>
                  <a:tcPr marL="142875" marR="142875" marT="95250" marB="95250" anchor="ctr">
                    <a:lnL w="6668">
                      <a:solidFill>
                        <a:srgbClr val="D5CEC1"/>
                      </a:solidFill>
                    </a:lnL>
                    <a:lnR w="6668">
                      <a:solidFill>
                        <a:srgbClr val="D5CEC1"/>
                      </a:solidFill>
                    </a:lnR>
                    <a:lnB w="6668">
                      <a:solidFill>
                        <a:srgbClr val="D5CEC1"/>
                      </a:solidFill>
                    </a:lnB>
                    <a:solidFill>
                      <a:srgbClr val="F4F0E8"/>
                    </a:solidFill>
                  </a:tcPr>
                </a:tc>
                <a:tc>
                  <a:txBody>
                    <a:bodyPr/>
                    <a:lstStyle/>
                    <a:p>
                      <a:r>
                        <a:rPr sz="2025" b="0">
                          <a:solidFill>
                            <a:srgbClr val="242421"/>
                          </a:solidFill>
                          <a:latin typeface="Georgia"/>
                          <a:ea typeface="Georgia"/>
                          <a:cs typeface="Georgia"/>
                        </a:rPr>
                        <a:t>0.33 ppm</a:t>
                      </a:r>
                    </a:p>
                  </a:txBody>
                  <a:tcPr marL="142875" marR="142875" marT="95250" marB="95250" anchor="ctr">
                    <a:lnR w="6668">
                      <a:solidFill>
                        <a:srgbClr val="D5CEC1"/>
                      </a:solidFill>
                    </a:lnR>
                    <a:lnB w="6668">
                      <a:solidFill>
                        <a:srgbClr val="D5CEC1"/>
                      </a:solidFill>
                    </a:lnB>
                    <a:solidFill>
                      <a:srgbClr val="F4F0E8"/>
                    </a:solidFill>
                  </a:tcPr>
                </a:tc>
                <a:tc>
                  <a:txBody>
                    <a:bodyPr/>
                    <a:lstStyle/>
                    <a:p>
                      <a:r>
                        <a:rPr sz="2025" b="0">
                          <a:solidFill>
                            <a:srgbClr val="242421"/>
                          </a:solidFill>
                          <a:latin typeface="Georgia"/>
                          <a:ea typeface="Georgia"/>
                          <a:cs typeface="Georgia"/>
                        </a:rPr>
                        <a:t>0.15 dB</a:t>
                      </a:r>
                    </a:p>
                  </a:txBody>
                  <a:tcPr marL="142875" marR="142875" marT="95250" marB="95250" anchor="ctr">
                    <a:lnR w="6668">
                      <a:solidFill>
                        <a:srgbClr val="D5CEC1"/>
                      </a:solidFill>
                    </a:lnR>
                    <a:lnB w="6668">
                      <a:solidFill>
                        <a:srgbClr val="D5CEC1"/>
                      </a:solidFill>
                    </a:lnB>
                    <a:solidFill>
                      <a:srgbClr val="F4F0E8"/>
                    </a:solidFill>
                  </a:tcPr>
                </a:tc>
              </a:tr>
              <a:tr h="609600">
                <a:tc>
                  <a:txBody>
                    <a:bodyPr/>
                    <a:lstStyle/>
                    <a:p>
                      <a:r>
                        <a:rPr sz="2025" b="0">
                          <a:solidFill>
                            <a:srgbClr val="242421"/>
                          </a:solidFill>
                          <a:latin typeface="Georgia"/>
                          <a:ea typeface="Georgia"/>
                          <a:cs typeface="Georgia"/>
                        </a:rPr>
                        <a:t>345.796 GHz</a:t>
                      </a:r>
                    </a:p>
                  </a:txBody>
                  <a:tcPr marL="142875" marR="142875" marT="95250" marB="95250" anchor="ctr">
                    <a:lnL w="6668">
                      <a:solidFill>
                        <a:srgbClr val="D5CEC1"/>
                      </a:solidFill>
                    </a:lnL>
                    <a:lnR w="6668">
                      <a:solidFill>
                        <a:srgbClr val="D5CEC1"/>
                      </a:solidFill>
                    </a:lnR>
                    <a:lnB w="6668">
                      <a:solidFill>
                        <a:srgbClr val="D5CEC1"/>
                      </a:solidFill>
                    </a:lnB>
                    <a:solidFill>
                      <a:srgbClr val="F4F0E8"/>
                    </a:solidFill>
                  </a:tcPr>
                </a:tc>
                <a:tc>
                  <a:txBody>
                    <a:bodyPr/>
                    <a:lstStyle/>
                    <a:p>
                      <a:r>
                        <a:rPr sz="2025" b="0">
                          <a:solidFill>
                            <a:srgbClr val="242421"/>
                          </a:solidFill>
                          <a:latin typeface="Georgia"/>
                          <a:ea typeface="Georgia"/>
                          <a:cs typeface="Georgia"/>
                        </a:rPr>
                        <a:t>9.17 ppm</a:t>
                      </a:r>
                    </a:p>
                  </a:txBody>
                  <a:tcPr marL="142875" marR="142875" marT="95250" marB="95250" anchor="ctr">
                    <a:lnR w="6668">
                      <a:solidFill>
                        <a:srgbClr val="D5CEC1"/>
                      </a:solidFill>
                    </a:lnR>
                    <a:lnB w="6668">
                      <a:solidFill>
                        <a:srgbClr val="D5CEC1"/>
                      </a:solidFill>
                    </a:lnB>
                    <a:solidFill>
                      <a:srgbClr val="F4F0E8"/>
                    </a:solidFill>
                  </a:tcPr>
                </a:tc>
                <a:tc>
                  <a:txBody>
                    <a:bodyPr/>
                    <a:lstStyle/>
                    <a:p>
                      <a:r>
                        <a:rPr sz="2025" b="0">
                          <a:solidFill>
                            <a:srgbClr val="242421"/>
                          </a:solidFill>
                          <a:latin typeface="Georgia"/>
                          <a:ea typeface="Georgia"/>
                          <a:cs typeface="Georgia"/>
                        </a:rPr>
                        <a:t>1.69 dB</a:t>
                      </a:r>
                    </a:p>
                  </a:txBody>
                  <a:tcPr marL="142875" marR="142875" marT="95250" marB="95250" anchor="ctr">
                    <a:lnR w="6668">
                      <a:solidFill>
                        <a:srgbClr val="D5CEC1"/>
                      </a:solidFill>
                    </a:lnR>
                    <a:lnB w="6668">
                      <a:solidFill>
                        <a:srgbClr val="D5CEC1"/>
                      </a:solidFill>
                    </a:lnB>
                    <a:solidFill>
                      <a:srgbClr val="F4F0E8"/>
                    </a:solidFill>
                  </a:tcPr>
                </a:tc>
              </a:tr>
              <a:tr h="609600">
                <a:tc>
                  <a:txBody>
                    <a:bodyPr/>
                    <a:lstStyle/>
                    <a:p>
                      <a:r>
                        <a:rPr sz="2025" b="0">
                          <a:solidFill>
                            <a:srgbClr val="242421"/>
                          </a:solidFill>
                          <a:latin typeface="Georgia"/>
                          <a:ea typeface="Georgia"/>
                          <a:cs typeface="Georgia"/>
                        </a:rPr>
                        <a:t>576.268 GHz</a:t>
                      </a:r>
                    </a:p>
                  </a:txBody>
                  <a:tcPr marL="142875" marR="142875" marT="95250" marB="95250" anchor="ctr">
                    <a:lnL w="6668">
                      <a:solidFill>
                        <a:srgbClr val="D5CEC1"/>
                      </a:solidFill>
                    </a:lnL>
                    <a:lnR w="6668">
                      <a:solidFill>
                        <a:srgbClr val="D5CEC1"/>
                      </a:solidFill>
                    </a:lnR>
                    <a:lnB w="6668">
                      <a:solidFill>
                        <a:srgbClr val="D5CEC1"/>
                      </a:solidFill>
                    </a:lnB>
                    <a:solidFill>
                      <a:srgbClr val="F4F0E8"/>
                    </a:solidFill>
                  </a:tcPr>
                </a:tc>
                <a:tc>
                  <a:txBody>
                    <a:bodyPr/>
                    <a:lstStyle/>
                    <a:p>
                      <a:r>
                        <a:rPr sz="2025" b="0">
                          <a:solidFill>
                            <a:srgbClr val="242421"/>
                          </a:solidFill>
                          <a:latin typeface="Georgia"/>
                          <a:ea typeface="Georgia"/>
                          <a:cs typeface="Georgia"/>
                        </a:rPr>
                        <a:t>39.80 ppm</a:t>
                      </a:r>
                    </a:p>
                  </a:txBody>
                  <a:tcPr marL="142875" marR="142875" marT="95250" marB="95250" anchor="ctr">
                    <a:lnR w="6668">
                      <a:solidFill>
                        <a:srgbClr val="D5CEC1"/>
                      </a:solidFill>
                    </a:lnR>
                    <a:lnB w="6668">
                      <a:solidFill>
                        <a:srgbClr val="D5CEC1"/>
                      </a:solidFill>
                    </a:lnB>
                    <a:solidFill>
                      <a:srgbClr val="F4F0E8"/>
                    </a:solidFill>
                  </a:tcPr>
                </a:tc>
                <a:tc>
                  <a:txBody>
                    <a:bodyPr/>
                    <a:lstStyle/>
                    <a:p>
                      <a:r>
                        <a:rPr sz="2025" b="0">
                          <a:solidFill>
                            <a:srgbClr val="242421"/>
                          </a:solidFill>
                          <a:latin typeface="Georgia"/>
                          <a:ea typeface="Georgia"/>
                          <a:cs typeface="Georgia"/>
                        </a:rPr>
                        <a:t>99.53 dB</a:t>
                      </a:r>
                    </a:p>
                  </a:txBody>
                  <a:tcPr marL="142875" marR="142875" marT="95250" marB="95250" anchor="ctr">
                    <a:lnR w="6668">
                      <a:solidFill>
                        <a:srgbClr val="D5CEC1"/>
                      </a:solidFill>
                    </a:lnR>
                    <a:lnB w="6668">
                      <a:solidFill>
                        <a:srgbClr val="D5CEC1"/>
                      </a:solidFill>
                    </a:lnB>
                    <a:solidFill>
                      <a:srgbClr val="F4F0E8"/>
                    </a:solidFill>
                  </a:tcPr>
                </a:tc>
              </a:tr>
              <a:tr h="609600">
                <a:tc>
                  <a:txBody>
                    <a:bodyPr/>
                    <a:lstStyle/>
                    <a:p>
                      <a:r>
                        <a:rPr sz="2025" b="0">
                          <a:solidFill>
                            <a:srgbClr val="242421"/>
                          </a:solidFill>
                          <a:latin typeface="Georgia"/>
                          <a:ea typeface="Georgia"/>
                          <a:cs typeface="Georgia"/>
                        </a:rPr>
                        <a:t>921.800 GHz</a:t>
                      </a:r>
                    </a:p>
                  </a:txBody>
                  <a:tcPr marL="142875" marR="142875" marT="95250" marB="95250" anchor="ctr">
                    <a:lnL w="6668">
                      <a:solidFill>
                        <a:srgbClr val="D5CEC1"/>
                      </a:solidFill>
                    </a:lnL>
                    <a:lnR w="6668">
                      <a:solidFill>
                        <a:srgbClr val="D5CEC1"/>
                      </a:solidFill>
                    </a:lnR>
                    <a:lnB w="6668">
                      <a:solidFill>
                        <a:srgbClr val="D5CEC1"/>
                      </a:solidFill>
                    </a:lnB>
                    <a:solidFill>
                      <a:srgbClr val="F4F0E8"/>
                    </a:solidFill>
                  </a:tcPr>
                </a:tc>
                <a:tc>
                  <a:txBody>
                    <a:bodyPr/>
                    <a:lstStyle/>
                    <a:p>
                      <a:r>
                        <a:rPr sz="2025" b="0">
                          <a:solidFill>
                            <a:srgbClr val="242421"/>
                          </a:solidFill>
                          <a:latin typeface="Georgia"/>
                          <a:ea typeface="Georgia"/>
                          <a:cs typeface="Georgia"/>
                        </a:rPr>
                        <a:t>120.65 ppm</a:t>
                      </a:r>
                    </a:p>
                  </a:txBody>
                  <a:tcPr marL="142875" marR="142875" marT="95250" marB="95250" anchor="ctr">
                    <a:lnR w="6668">
                      <a:solidFill>
                        <a:srgbClr val="D5CEC1"/>
                      </a:solidFill>
                    </a:lnR>
                    <a:lnB w="6668">
                      <a:solidFill>
                        <a:srgbClr val="D5CEC1"/>
                      </a:solidFill>
                    </a:lnB>
                    <a:solidFill>
                      <a:srgbClr val="F4F0E8"/>
                    </a:solidFill>
                  </a:tcPr>
                </a:tc>
                <a:tc>
                  <a:txBody>
                    <a:bodyPr/>
                    <a:lstStyle/>
                    <a:p>
                      <a:r>
                        <a:rPr sz="2025" b="0">
                          <a:solidFill>
                            <a:srgbClr val="242421"/>
                          </a:solidFill>
                          <a:latin typeface="Georgia"/>
                          <a:ea typeface="Georgia"/>
                          <a:cs typeface="Georgia"/>
                        </a:rPr>
                        <a:t>38.46 dB</a:t>
                      </a:r>
                    </a:p>
                  </a:txBody>
                  <a:tcPr marL="142875" marR="142875" marT="95250" marB="95250" anchor="ctr">
                    <a:lnR w="6668">
                      <a:solidFill>
                        <a:srgbClr val="D5CEC1"/>
                      </a:solidFill>
                    </a:lnR>
                    <a:lnB w="6668">
                      <a:solidFill>
                        <a:srgbClr val="D5CEC1"/>
                      </a:solidFill>
                    </a:lnB>
                    <a:solidFill>
                      <a:srgbClr val="F4F0E8"/>
                    </a:solidFill>
                  </a:tcPr>
                </a:tc>
              </a:tr>
            </a:tbl>
          </a:graphicData>
        </a:graphic>
      </p:graphicFrame>
      <p:sp>
        <p:nvSpPr>
          <p:cNvPr id="6" name="These ppm describe amplitude change, not gas concentration.&#10;A larger c">
            <a:extLst xmlns:a="http://schemas.openxmlformats.org/drawingml/2006/main">
              <a:ext uri="{FF2B5EF4-FFF2-40B4-BE49-F238E27FC236}">
                <a16:creationId xmlns:a16="http://schemas.microsoft.com/office/drawing/2014/main" id="{3521C478-C31D-4634-B06D-A7CEEAC8C90E}"/>
              </a:ext>
            </a:extLst>
          </p:cNvPr>
          <p:cNvSpPr>
            <a:spLocks xmlns:a="http://schemas.openxmlformats.org/drawingml/2006/main" noGrp="1"/>
          </p:cNvSpPr>
          <p:nvPr/>
        </p:nvSpPr>
        <p:spPr>
          <a:xfrm xmlns:a="http://schemas.openxmlformats.org/drawingml/2006/main">
            <a:off x="609600" y="56578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6E6A61"/>
                </a:solidFill>
                <a:latin typeface="Georgia"/>
                <a:ea typeface="Georgia"/>
                <a:cs typeface="Georgia"/>
              </a:defRPr>
            </a:defPPr>
          </a:lstStyle>
          <a:p xmlns:a="http://schemas.openxmlformats.org/drawingml/2006/main">
            <a:pPr>
              <a:defRPr sz="1875" b="0">
                <a:solidFill>
                  <a:srgbClr val="6E6A61"/>
                </a:solidFill>
                <a:latin typeface="Georgia"/>
                <a:ea typeface="Georgia"/>
                <a:cs typeface="Georgia"/>
              </a:defRPr>
            </a:pPr>
            <a:r>
              <a:rPr sz="1875" b="0">
                <a:solidFill>
                  <a:srgbClr val="6E6A61"/>
                </a:solidFill>
                <a:latin typeface="Georgia"/>
                <a:ea typeface="Georgia"/>
                <a:cs typeface="Georgia"/>
              </a:rPr>
              <a:t>These ppm describe amplitude change, not gas concentration.</a:t>
            </a:r>
          </a:p>
          <a:p xmlns:a="http://schemas.openxmlformats.org/drawingml/2006/main">
            <a:pPr>
              <a:defRPr sz="1875" b="0">
                <a:solidFill>
                  <a:srgbClr val="6E6A61"/>
                </a:solidFill>
                <a:latin typeface="Georgia"/>
                <a:ea typeface="Georgia"/>
                <a:cs typeface="Georgia"/>
              </a:defRPr>
            </a:pPr>
            <a:r>
              <a:rPr sz="1875" b="0">
                <a:solidFill>
                  <a:srgbClr val="6E6A61"/>
                </a:solidFill>
                <a:latin typeface="Georgia"/>
                <a:ea typeface="Georgia"/>
                <a:cs typeface="Georgia"/>
              </a:rPr>
              <a:t>A larger chemical peak can come with much greater background loss.</a:t>
            </a:r>
          </a:p>
        </p:txBody>
      </p:sp>
    </p:spTree>
    <p:extLst>
      <p:ext uri="{BB962C8B-B14F-4D97-AF65-F5344CB8AC3E}">
        <p14:creationId xmlns:p14="http://schemas.microsoft.com/office/powerpoint/2010/main" val="764977374"/>
      </p:ext>
    </p:extLst>
  </p:cSld>
</p:sld>
</file>

<file path=ppt/slides/slide13.xml><?xml version="1.0" encoding="utf-8"?>
<p:sld xmlns:p="http://schemas.openxmlformats.org/presentationml/2006/main">
  <p:cSld>
    <p:bg>
      <p:bgPr>
        <a:solidFill xmlns:a="http://schemas.openxmlformats.org/drawingml/2006/main">
          <a:srgbClr val="F4F0E8"/>
        </a:solidFill>
      </p:bgPr>
    </p:bg>
    <p:spTree>
      <p:nvGrpSpPr>
        <p:cNvPr id="1" name=""/>
        <p:cNvGrpSpPr/>
        <p:nvPr/>
      </p:nvGrpSpPr>
      <p:grpSpPr>
        <a:xfrm xmlns:a="http://schemas.openxmlformats.org/drawingml/2006/main"/>
      </p:grpSpPr>
      <p:sp>
        <p:nvSpPr>
          <p:cNvPr id="9" name="A small atmospheric mismatch can dominate the CO loss">
            <a:extLst xmlns:a="http://schemas.openxmlformats.org/drawingml/2006/main">
              <a:ext uri="{FF2B5EF4-FFF2-40B4-BE49-F238E27FC236}">
                <a16:creationId xmlns:a16="http://schemas.microsoft.com/office/drawing/2014/main" id="{C6D89A8E-EFFA-460D-AEFD-D923FAA29C55}"/>
              </a:ext>
            </a:extLst>
          </p:cNvPr>
          <p:cNvSpPr>
            <a:spLocks xmlns:a="http://schemas.openxmlformats.org/drawingml/2006/main" noGrp="1"/>
          </p:cNvSpPr>
          <p:nvPr/>
        </p:nvSpPr>
        <p:spPr>
          <a:xfrm xmlns:a="http://schemas.openxmlformats.org/drawingml/2006/main">
            <a:off x="609600" y="409575"/>
            <a:ext cx="109728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0">
                <a:solidFill>
                  <a:srgbClr val="242421"/>
                </a:solidFill>
                <a:latin typeface="Georgia"/>
                <a:ea typeface="Georgia"/>
                <a:cs typeface="Georgia"/>
              </a:defRPr>
            </a:defPPr>
          </a:lstStyle>
          <a:p xmlns:a="http://schemas.openxmlformats.org/drawingml/2006/main">
            <a:pPr>
              <a:defRPr sz="3300" b="0">
                <a:solidFill>
                  <a:srgbClr val="242421"/>
                </a:solidFill>
                <a:latin typeface="Georgia"/>
                <a:ea typeface="Georgia"/>
                <a:cs typeface="Georgia"/>
              </a:defRPr>
            </a:pPr>
            <a:r>
              <a:rPr sz="3300" b="0">
                <a:solidFill>
                  <a:srgbClr val="242421"/>
                </a:solidFill>
                <a:latin typeface="Georgia"/>
                <a:ea typeface="Georgia"/>
                <a:cs typeface="Georgia"/>
              </a:rPr>
              <a:t>A small atmospheric mismatch can dominate the CO loss</a:t>
            </a:r>
          </a:p>
        </p:txBody>
      </p:sp>
      <p:sp>
        <p:nvSpPr>
          <p:cNvPr id="2" name="Chosen sensitivity example at 345.796 GHz. Fixed 296 K and 1 atm. No r">
            <a:extLst xmlns:a="http://schemas.openxmlformats.org/drawingml/2006/main">
              <a:ext uri="{FF2B5EF4-FFF2-40B4-BE49-F238E27FC236}">
                <a16:creationId xmlns:a16="http://schemas.microsoft.com/office/drawing/2014/main" id="{37A7957E-4085-43B3-830D-57C58A5B2C70}"/>
              </a:ext>
            </a:extLst>
          </p:cNvPr>
          <p:cNvSpPr>
            <a:spLocks xmlns:a="http://schemas.openxmlformats.org/drawingml/2006/main" noGrp="1"/>
          </p:cNvSpPr>
          <p:nvPr/>
        </p:nvSpPr>
        <p:spPr>
          <a:xfrm xmlns:a="http://schemas.openxmlformats.org/drawingml/2006/main">
            <a:off x="609600" y="6362700"/>
            <a:ext cx="1038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E6A61"/>
                </a:solidFill>
                <a:latin typeface="Georgia"/>
                <a:ea typeface="Georgia"/>
                <a:cs typeface="Georgia"/>
              </a:defRPr>
            </a:defPPr>
          </a:lstStyle>
          <a:p xmlns:a="http://schemas.openxmlformats.org/drawingml/2006/main">
            <a:pPr>
              <a:defRPr sz="1200" b="0">
                <a:solidFill>
                  <a:srgbClr val="6E6A61"/>
                </a:solidFill>
                <a:latin typeface="Georgia"/>
                <a:ea typeface="Georgia"/>
                <a:cs typeface="Georgia"/>
              </a:defRPr>
            </a:pPr>
            <a:r>
              <a:rPr sz="1200" b="0">
                <a:solidFill>
                  <a:srgbClr val="6E6A61"/>
                </a:solidFill>
                <a:latin typeface="Georgia"/>
                <a:ea typeface="Georgia"/>
                <a:cs typeface="Georgia"/>
              </a:rPr>
              <a:t>Chosen sensitivity example at 345.796 GHz. Fixed 296 K and 1 atm. No receiver noise.</a:t>
            </a:r>
          </a:p>
        </p:txBody>
      </p:sp>
      <p:sp>
        <p:nvSpPr>
          <p:cNvPr id="3" name="13">
            <a:extLst xmlns:a="http://schemas.openxmlformats.org/drawingml/2006/main">
              <a:ext uri="{FF2B5EF4-FFF2-40B4-BE49-F238E27FC236}">
                <a16:creationId xmlns:a16="http://schemas.microsoft.com/office/drawing/2014/main" id="{DF9F01E3-6913-4B60-BF5B-E2C0D55EC187}"/>
              </a:ext>
            </a:extLst>
          </p:cNvPr>
          <p:cNvSpPr>
            <a:spLocks xmlns:a="http://schemas.openxmlformats.org/drawingml/2006/main" noGrp="1"/>
          </p:cNvSpPr>
          <p:nvPr/>
        </p:nvSpPr>
        <p:spPr>
          <a:xfrm xmlns:a="http://schemas.openxmlformats.org/drawingml/2006/main">
            <a:off x="1114425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6E6A61"/>
                </a:solidFill>
                <a:latin typeface="Georgia"/>
                <a:ea typeface="Georgia"/>
                <a:cs typeface="Georgia"/>
              </a:defRPr>
            </a:defPPr>
          </a:lstStyle>
          <a:p xmlns:a="http://schemas.openxmlformats.org/drawingml/2006/main">
            <a:pPr algn="r">
              <a:defRPr sz="1275" b="0">
                <a:solidFill>
                  <a:srgbClr val="6E6A61"/>
                </a:solidFill>
                <a:latin typeface="Georgia"/>
                <a:ea typeface="Georgia"/>
                <a:cs typeface="Georgia"/>
              </a:defRPr>
            </a:pPr>
            <a:r>
              <a:rPr sz="1275" b="0">
                <a:solidFill>
                  <a:srgbClr val="6E6A61"/>
                </a:solidFill>
                <a:latin typeface="Georgia"/>
                <a:ea typeface="Georgia"/>
                <a:cs typeface="Georgia"/>
              </a:rPr>
              <a:t>13</a:t>
            </a:r>
          </a:p>
        </p:txBody>
      </p:sp>
      <p:sp>
        <p:nvSpPr>
          <p:cNvPr id="4" name="1 ppm CO across 20 m">
            <a:extLst xmlns:a="http://schemas.openxmlformats.org/drawingml/2006/main">
              <a:ext uri="{FF2B5EF4-FFF2-40B4-BE49-F238E27FC236}">
                <a16:creationId xmlns:a16="http://schemas.microsoft.com/office/drawing/2014/main" id="{A7B2A031-6F68-46DC-925A-EDB7B3CF0B69}"/>
              </a:ext>
            </a:extLst>
          </p:cNvPr>
          <p:cNvSpPr>
            <a:spLocks xmlns:a="http://schemas.openxmlformats.org/drawingml/2006/main" noGrp="1"/>
          </p:cNvSpPr>
          <p:nvPr/>
        </p:nvSpPr>
        <p:spPr>
          <a:xfrm xmlns:a="http://schemas.openxmlformats.org/drawingml/2006/main">
            <a:off x="609600" y="1733550"/>
            <a:ext cx="5238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6E6A61"/>
                </a:solidFill>
                <a:latin typeface="Georgia"/>
                <a:ea typeface="Georgia"/>
                <a:cs typeface="Georgia"/>
              </a:defRPr>
            </a:defPPr>
          </a:lstStyle>
          <a:p xmlns:a="http://schemas.openxmlformats.org/drawingml/2006/main">
            <a:pPr>
              <a:defRPr sz="2250" b="0">
                <a:solidFill>
                  <a:srgbClr val="6E6A61"/>
                </a:solidFill>
                <a:latin typeface="Georgia"/>
                <a:ea typeface="Georgia"/>
                <a:cs typeface="Georgia"/>
              </a:defRPr>
            </a:pPr>
            <a:r>
              <a:rPr sz="2250" b="0">
                <a:solidFill>
                  <a:srgbClr val="6E6A61"/>
                </a:solidFill>
                <a:latin typeface="Georgia"/>
                <a:ea typeface="Georgia"/>
                <a:cs typeface="Georgia"/>
              </a:rPr>
              <a:t>1 ppm CO across 20 m</a:t>
            </a:r>
          </a:p>
        </p:txBody>
      </p:sp>
      <p:sp>
        <p:nvSpPr>
          <p:cNvPr id="5" name="0.0000797 dB">
            <a:extLst xmlns:a="http://schemas.openxmlformats.org/drawingml/2006/main">
              <a:ext uri="{FF2B5EF4-FFF2-40B4-BE49-F238E27FC236}">
                <a16:creationId xmlns:a16="http://schemas.microsoft.com/office/drawing/2014/main" id="{C7FA5C2F-853B-4EC8-84FD-E05981F300F0}"/>
              </a:ext>
            </a:extLst>
          </p:cNvPr>
          <p:cNvSpPr>
            <a:spLocks xmlns:a="http://schemas.openxmlformats.org/drawingml/2006/main" noGrp="1"/>
          </p:cNvSpPr>
          <p:nvPr/>
        </p:nvSpPr>
        <p:spPr>
          <a:xfrm xmlns:a="http://schemas.openxmlformats.org/drawingml/2006/main">
            <a:off x="609600" y="2457450"/>
            <a:ext cx="104775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575" b="0">
                <a:solidFill>
                  <a:srgbClr val="B4472B"/>
                </a:solidFill>
                <a:latin typeface="Georgia"/>
                <a:ea typeface="Georgia"/>
                <a:cs typeface="Georgia"/>
              </a:defRPr>
            </a:defPPr>
          </a:lstStyle>
          <a:p xmlns:a="http://schemas.openxmlformats.org/drawingml/2006/main">
            <a:pPr>
              <a:defRPr sz="4575" b="0">
                <a:solidFill>
                  <a:srgbClr val="B4472B"/>
                </a:solidFill>
                <a:latin typeface="Georgia"/>
                <a:ea typeface="Georgia"/>
                <a:cs typeface="Georgia"/>
              </a:defRPr>
            </a:pPr>
            <a:r>
              <a:rPr sz="4575" b="0">
                <a:solidFill>
                  <a:srgbClr val="B4472B"/>
                </a:solidFill>
                <a:latin typeface="Georgia"/>
                <a:ea typeface="Georgia"/>
                <a:cs typeface="Georgia"/>
              </a:rPr>
              <a:t>0.0000797 dB</a:t>
            </a:r>
          </a:p>
        </p:txBody>
      </p:sp>
      <p:sp>
        <p:nvSpPr>
          <p:cNvPr id="6" name="Water partial pressure changes from 1000 to 1010 Pa across 200 m">
            <a:extLst xmlns:a="http://schemas.openxmlformats.org/drawingml/2006/main">
              <a:ext uri="{FF2B5EF4-FFF2-40B4-BE49-F238E27FC236}">
                <a16:creationId xmlns:a16="http://schemas.microsoft.com/office/drawing/2014/main" id="{9947EF69-3C69-4095-BE84-16CA4F3ABF15}"/>
              </a:ext>
            </a:extLst>
          </p:cNvPr>
          <p:cNvSpPr>
            <a:spLocks xmlns:a="http://schemas.openxmlformats.org/drawingml/2006/main" noGrp="1"/>
          </p:cNvSpPr>
          <p:nvPr/>
        </p:nvSpPr>
        <p:spPr>
          <a:xfrm xmlns:a="http://schemas.openxmlformats.org/drawingml/2006/main">
            <a:off x="609600" y="3638550"/>
            <a:ext cx="109347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6E6A61"/>
                </a:solidFill>
                <a:latin typeface="Georgia"/>
                <a:ea typeface="Georgia"/>
                <a:cs typeface="Georgia"/>
              </a:defRPr>
            </a:defPPr>
          </a:lstStyle>
          <a:p xmlns:a="http://schemas.openxmlformats.org/drawingml/2006/main">
            <a:pPr>
              <a:defRPr sz="2175" b="0">
                <a:solidFill>
                  <a:srgbClr val="6E6A61"/>
                </a:solidFill>
                <a:latin typeface="Georgia"/>
                <a:ea typeface="Georgia"/>
                <a:cs typeface="Georgia"/>
              </a:defRPr>
            </a:pPr>
            <a:r>
              <a:rPr sz="2175" b="0">
                <a:solidFill>
                  <a:srgbClr val="6E6A61"/>
                </a:solidFill>
                <a:latin typeface="Georgia"/>
                <a:ea typeface="Georgia"/>
                <a:cs typeface="Georgia"/>
              </a:rPr>
              <a:t>Water partial pressure changes from 1000 to 1010 Pa across 200 m</a:t>
            </a:r>
          </a:p>
        </p:txBody>
      </p:sp>
      <p:sp>
        <p:nvSpPr>
          <p:cNvPr id="7" name="0.0187 dB">
            <a:extLst xmlns:a="http://schemas.openxmlformats.org/drawingml/2006/main">
              <a:ext uri="{FF2B5EF4-FFF2-40B4-BE49-F238E27FC236}">
                <a16:creationId xmlns:a16="http://schemas.microsoft.com/office/drawing/2014/main" id="{A563BC4B-93C5-460B-806C-1BBE723D000D}"/>
              </a:ext>
            </a:extLst>
          </p:cNvPr>
          <p:cNvSpPr>
            <a:spLocks xmlns:a="http://schemas.openxmlformats.org/drawingml/2006/main" noGrp="1"/>
          </p:cNvSpPr>
          <p:nvPr/>
        </p:nvSpPr>
        <p:spPr>
          <a:xfrm xmlns:a="http://schemas.openxmlformats.org/drawingml/2006/main">
            <a:off x="609600" y="4457700"/>
            <a:ext cx="104775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575" b="0">
                <a:solidFill>
                  <a:srgbClr val="242421"/>
                </a:solidFill>
                <a:latin typeface="Georgia"/>
                <a:ea typeface="Georgia"/>
                <a:cs typeface="Georgia"/>
              </a:defRPr>
            </a:defPPr>
          </a:lstStyle>
          <a:p xmlns:a="http://schemas.openxmlformats.org/drawingml/2006/main">
            <a:pPr>
              <a:defRPr sz="4575" b="0">
                <a:solidFill>
                  <a:srgbClr val="242421"/>
                </a:solidFill>
                <a:latin typeface="Georgia"/>
                <a:ea typeface="Georgia"/>
                <a:cs typeface="Georgia"/>
              </a:defRPr>
            </a:pPr>
            <a:r>
              <a:rPr sz="4575" b="0">
                <a:solidFill>
                  <a:srgbClr val="242421"/>
                </a:solidFill>
                <a:latin typeface="Georgia"/>
                <a:ea typeface="Georgia"/>
                <a:cs typeface="Georgia"/>
              </a:rPr>
              <a:t>0.0187 dB</a:t>
            </a:r>
          </a:p>
        </p:txBody>
      </p:sp>
      <p:sp>
        <p:nvSpPr>
          <p:cNvPr id="8" name="About 235 × larger. Their spectral shapes may still allow separation.">
            <a:extLst xmlns:a="http://schemas.openxmlformats.org/drawingml/2006/main">
              <a:ext uri="{FF2B5EF4-FFF2-40B4-BE49-F238E27FC236}">
                <a16:creationId xmlns:a16="http://schemas.microsoft.com/office/drawing/2014/main" id="{A274A363-077B-4376-92F1-9A84123AB8F9}"/>
              </a:ext>
            </a:extLst>
          </p:cNvPr>
          <p:cNvSpPr>
            <a:spLocks xmlns:a="http://schemas.openxmlformats.org/drawingml/2006/main" noGrp="1"/>
          </p:cNvSpPr>
          <p:nvPr/>
        </p:nvSpPr>
        <p:spPr>
          <a:xfrm xmlns:a="http://schemas.openxmlformats.org/drawingml/2006/main">
            <a:off x="609600" y="5629275"/>
            <a:ext cx="109728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B4472B"/>
                </a:solidFill>
                <a:latin typeface="Georgia"/>
                <a:ea typeface="Georgia"/>
                <a:cs typeface="Georgia"/>
              </a:defRPr>
            </a:defPPr>
          </a:lstStyle>
          <a:p xmlns:a="http://schemas.openxmlformats.org/drawingml/2006/main">
            <a:pPr>
              <a:defRPr sz="2100" b="0">
                <a:solidFill>
                  <a:srgbClr val="B4472B"/>
                </a:solidFill>
                <a:latin typeface="Georgia"/>
                <a:ea typeface="Georgia"/>
                <a:cs typeface="Georgia"/>
              </a:defRPr>
            </a:pPr>
            <a:r>
              <a:rPr sz="2100" b="0">
                <a:solidFill>
                  <a:srgbClr val="B4472B"/>
                </a:solidFill>
                <a:latin typeface="Georgia"/>
                <a:ea typeface="Georgia"/>
                <a:cs typeface="Georgia"/>
              </a:rPr>
              <a:t>About 235 × larger. Their spectral shapes may still allow separation.</a:t>
            </a:r>
          </a:p>
        </p:txBody>
      </p:sp>
    </p:spTree>
    <p:extLst>
      <p:ext uri="{BB962C8B-B14F-4D97-AF65-F5344CB8AC3E}">
        <p14:creationId xmlns:p14="http://schemas.microsoft.com/office/powerpoint/2010/main" val="637741767"/>
      </p:ext>
    </p:extLst>
  </p:cSld>
</p:sld>
</file>

<file path=ppt/slides/slide14.xml><?xml version="1.0" encoding="utf-8"?>
<p:sld xmlns:p="http://schemas.openxmlformats.org/presentationml/2006/main">
  <p:cSld>
    <p:bg>
      <p:bgPr>
        <a:solidFill xmlns:a="http://schemas.openxmlformats.org/drawingml/2006/main">
          <a:srgbClr val="F4F0E8"/>
        </a:solidFill>
      </p:bgPr>
    </p:bg>
    <p:spTree>
      <p:nvGrpSpPr>
        <p:cNvPr id="1" name=""/>
        <p:cNvGrpSpPr/>
        <p:nvPr/>
      </p:nvGrpSpPr>
      <p:grpSpPr>
        <a:xfrm xmlns:a="http://schemas.openxmlformats.org/drawingml/2006/main"/>
      </p:grpSpPr>
      <p:sp>
        <p:nvSpPr>
          <p:cNvPr id="13" name="CO must be distinguishable from atmospheric changes">
            <a:extLst xmlns:a="http://schemas.openxmlformats.org/drawingml/2006/main">
              <a:ext uri="{FF2B5EF4-FFF2-40B4-BE49-F238E27FC236}">
                <a16:creationId xmlns:a16="http://schemas.microsoft.com/office/drawing/2014/main" id="{6B9269CC-85F9-4037-8DF3-8BB825B08A55}"/>
              </a:ext>
            </a:extLst>
          </p:cNvPr>
          <p:cNvSpPr>
            <a:spLocks xmlns:a="http://schemas.openxmlformats.org/drawingml/2006/main" noGrp="1"/>
          </p:cNvSpPr>
          <p:nvPr/>
        </p:nvSpPr>
        <p:spPr>
          <a:xfrm xmlns:a="http://schemas.openxmlformats.org/drawingml/2006/main">
            <a:off x="609600" y="409575"/>
            <a:ext cx="109728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0">
                <a:solidFill>
                  <a:srgbClr val="242421"/>
                </a:solidFill>
                <a:latin typeface="Georgia"/>
                <a:ea typeface="Georgia"/>
                <a:cs typeface="Georgia"/>
              </a:defRPr>
            </a:defPPr>
          </a:lstStyle>
          <a:p xmlns:a="http://schemas.openxmlformats.org/drawingml/2006/main">
            <a:pPr>
              <a:defRPr sz="3300" b="0">
                <a:solidFill>
                  <a:srgbClr val="242421"/>
                </a:solidFill>
                <a:latin typeface="Georgia"/>
                <a:ea typeface="Georgia"/>
                <a:cs typeface="Georgia"/>
              </a:defRPr>
            </a:pPr>
            <a:r>
              <a:rPr sz="3300" b="0">
                <a:solidFill>
                  <a:srgbClr val="242421"/>
                </a:solidFill>
                <a:latin typeface="Georgia"/>
                <a:ea typeface="Georgia"/>
                <a:cs typeface="Georgia"/>
              </a:rPr>
              <a:t>CO must be distinguishable from atmospheric changes</a:t>
            </a:r>
          </a:p>
        </p:txBody>
      </p:sp>
      <p:sp>
        <p:nvSpPr>
          <p:cNvPr id="2" name="14">
            <a:extLst xmlns:a="http://schemas.openxmlformats.org/drawingml/2006/main">
              <a:ext uri="{FF2B5EF4-FFF2-40B4-BE49-F238E27FC236}">
                <a16:creationId xmlns:a16="http://schemas.microsoft.com/office/drawing/2014/main" id="{FF9FCA76-FD5B-4596-AEDE-7F20DEE9A972}"/>
              </a:ext>
            </a:extLst>
          </p:cNvPr>
          <p:cNvSpPr>
            <a:spLocks xmlns:a="http://schemas.openxmlformats.org/drawingml/2006/main" noGrp="1"/>
          </p:cNvSpPr>
          <p:nvPr/>
        </p:nvSpPr>
        <p:spPr>
          <a:xfrm xmlns:a="http://schemas.openxmlformats.org/drawingml/2006/main">
            <a:off x="1114425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6E6A61"/>
                </a:solidFill>
                <a:latin typeface="Georgia"/>
                <a:ea typeface="Georgia"/>
                <a:cs typeface="Georgia"/>
              </a:defRPr>
            </a:defPPr>
          </a:lstStyle>
          <a:p xmlns:a="http://schemas.openxmlformats.org/drawingml/2006/main">
            <a:pPr algn="r">
              <a:defRPr sz="1275" b="0">
                <a:solidFill>
                  <a:srgbClr val="6E6A61"/>
                </a:solidFill>
                <a:latin typeface="Georgia"/>
                <a:ea typeface="Georgia"/>
                <a:cs typeface="Georgia"/>
              </a:defRPr>
            </a:pPr>
            <a:r>
              <a:rPr sz="1275" b="0">
                <a:solidFill>
                  <a:srgbClr val="6E6A61"/>
                </a:solidFill>
                <a:latin typeface="Georgia"/>
                <a:ea typeface="Georgia"/>
                <a:cs typeface="Georgia"/>
              </a:rPr>
              <a:t>14</a:t>
            </a:r>
          </a:p>
        </p:txBody>
      </p:sp>
      <p:sp>
        <p:nvSpPr>
          <p:cNvPr id="3" name="r(f,l) = τ">
            <a:extLst xmlns:a="http://schemas.openxmlformats.org/drawingml/2006/main">
              <a:ext uri="{FF2B5EF4-FFF2-40B4-BE49-F238E27FC236}">
                <a16:creationId xmlns:a16="http://schemas.microsoft.com/office/drawing/2014/main" id="{E56E44D7-046C-4F61-A7F1-4CF64754D06D}"/>
              </a:ext>
            </a:extLst>
          </p:cNvPr>
          <p:cNvSpPr>
            <a:spLocks xmlns:a="http://schemas.openxmlformats.org/drawingml/2006/main" noGrp="1"/>
          </p:cNvSpPr>
          <p:nvPr/>
        </p:nvSpPr>
        <p:spPr>
          <a:xfrm xmlns:a="http://schemas.openxmlformats.org/drawingml/2006/main">
            <a:off x="609600" y="1714500"/>
            <a:ext cx="1543907" cy="6348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225" b="0">
                <a:solidFill>
                  <a:srgbClr val="242421"/>
                </a:solidFill>
                <a:latin typeface="Georgia"/>
                <a:ea typeface="Georgia"/>
                <a:cs typeface="Georgia"/>
              </a:defRPr>
            </a:defPPr>
          </a:lstStyle>
          <a:p xmlns:a="http://schemas.openxmlformats.org/drawingml/2006/main">
            <a:pPr>
              <a:defRPr sz="3225" b="0">
                <a:solidFill>
                  <a:srgbClr val="242421"/>
                </a:solidFill>
                <a:latin typeface="Georgia"/>
                <a:ea typeface="Georgia"/>
                <a:cs typeface="Georgia"/>
              </a:defRPr>
            </a:pPr>
            <a:r>
              <a:rPr sz="3225" b="0">
                <a:solidFill>
                  <a:srgbClr val="242421"/>
                </a:solidFill>
                <a:latin typeface="Georgia"/>
                <a:ea typeface="Georgia"/>
                <a:cs typeface="Georgia"/>
              </a:rPr>
              <a:t>r(f,l) = τ</a:t>
            </a:r>
          </a:p>
        </p:txBody>
      </p:sp>
      <p:sp>
        <p:nvSpPr>
          <p:cNvPr id="4" name="m">
            <a:extLst xmlns:a="http://schemas.openxmlformats.org/drawingml/2006/main">
              <a:ext uri="{FF2B5EF4-FFF2-40B4-BE49-F238E27FC236}">
                <a16:creationId xmlns:a16="http://schemas.microsoft.com/office/drawing/2014/main" id="{02A846A1-E3A9-4592-8207-63EA3D2B0C16}"/>
              </a:ext>
            </a:extLst>
          </p:cNvPr>
          <p:cNvSpPr>
            <a:spLocks xmlns:a="http://schemas.openxmlformats.org/drawingml/2006/main" noGrp="1"/>
          </p:cNvSpPr>
          <p:nvPr/>
        </p:nvSpPr>
        <p:spPr>
          <a:xfrm xmlns:a="http://schemas.openxmlformats.org/drawingml/2006/main">
            <a:off x="2115407" y="1911096"/>
            <a:ext cx="277010" cy="6348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967" b="0">
                <a:solidFill>
                  <a:srgbClr val="242421"/>
                </a:solidFill>
                <a:latin typeface="Georgia"/>
                <a:ea typeface="Georgia"/>
                <a:cs typeface="Georgia"/>
              </a:defRPr>
            </a:defPPr>
          </a:lstStyle>
          <a:p xmlns:a="http://schemas.openxmlformats.org/drawingml/2006/main">
            <a:pPr>
              <a:defRPr sz="1967" b="0">
                <a:solidFill>
                  <a:srgbClr val="242421"/>
                </a:solidFill>
                <a:latin typeface="Georgia"/>
                <a:ea typeface="Georgia"/>
                <a:cs typeface="Georgia"/>
              </a:defRPr>
            </a:pPr>
            <a:r>
              <a:rPr sz="1967" b="0">
                <a:solidFill>
                  <a:srgbClr val="242421"/>
                </a:solidFill>
                <a:latin typeface="Georgia"/>
                <a:ea typeface="Georgia"/>
                <a:cs typeface="Georgia"/>
              </a:rPr>
              <a:t>m</a:t>
            </a:r>
          </a:p>
        </p:txBody>
      </p:sp>
      <p:sp>
        <p:nvSpPr>
          <p:cNvPr id="5" name="(f,l) + τ">
            <a:extLst xmlns:a="http://schemas.openxmlformats.org/drawingml/2006/main">
              <a:ext uri="{FF2B5EF4-FFF2-40B4-BE49-F238E27FC236}">
                <a16:creationId xmlns:a16="http://schemas.microsoft.com/office/drawing/2014/main" id="{61AB112D-6203-4DA4-A9E2-31F05C0EF579}"/>
              </a:ext>
            </a:extLst>
          </p:cNvPr>
          <p:cNvSpPr>
            <a:spLocks xmlns:a="http://schemas.openxmlformats.org/drawingml/2006/main" noGrp="1"/>
          </p:cNvSpPr>
          <p:nvPr/>
        </p:nvSpPr>
        <p:spPr>
          <a:xfrm xmlns:a="http://schemas.openxmlformats.org/drawingml/2006/main">
            <a:off x="2354317" y="1714500"/>
            <a:ext cx="1375982" cy="6348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225" b="0">
                <a:solidFill>
                  <a:srgbClr val="242421"/>
                </a:solidFill>
                <a:latin typeface="Georgia"/>
                <a:ea typeface="Georgia"/>
                <a:cs typeface="Georgia"/>
              </a:defRPr>
            </a:defPPr>
          </a:lstStyle>
          <a:p xmlns:a="http://schemas.openxmlformats.org/drawingml/2006/main">
            <a:pPr>
              <a:defRPr sz="3225" b="0">
                <a:solidFill>
                  <a:srgbClr val="242421"/>
                </a:solidFill>
                <a:latin typeface="Georgia"/>
                <a:ea typeface="Georgia"/>
                <a:cs typeface="Georgia"/>
              </a:defRPr>
            </a:pPr>
            <a:r>
              <a:rPr sz="3225" b="0">
                <a:solidFill>
                  <a:srgbClr val="242421"/>
                </a:solidFill>
                <a:latin typeface="Georgia"/>
                <a:ea typeface="Georgia"/>
                <a:cs typeface="Georgia"/>
              </a:rPr>
              <a:t>(f,l) + τ</a:t>
            </a:r>
          </a:p>
        </p:txBody>
      </p:sp>
      <p:sp>
        <p:nvSpPr>
          <p:cNvPr id="6" name="c">
            <a:extLst xmlns:a="http://schemas.openxmlformats.org/drawingml/2006/main">
              <a:ext uri="{FF2B5EF4-FFF2-40B4-BE49-F238E27FC236}">
                <a16:creationId xmlns:a16="http://schemas.microsoft.com/office/drawing/2014/main" id="{33A8DB6D-7165-479D-A45D-8EAA2F2788A1}"/>
              </a:ext>
            </a:extLst>
          </p:cNvPr>
          <p:cNvSpPr>
            <a:spLocks xmlns:a="http://schemas.openxmlformats.org/drawingml/2006/main" noGrp="1"/>
          </p:cNvSpPr>
          <p:nvPr/>
        </p:nvSpPr>
        <p:spPr>
          <a:xfrm xmlns:a="http://schemas.openxmlformats.org/drawingml/2006/main">
            <a:off x="3692199" y="1911096"/>
            <a:ext cx="169578" cy="6348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967" b="0">
                <a:solidFill>
                  <a:srgbClr val="242421"/>
                </a:solidFill>
                <a:latin typeface="Georgia"/>
                <a:ea typeface="Georgia"/>
                <a:cs typeface="Georgia"/>
              </a:defRPr>
            </a:defPPr>
          </a:lstStyle>
          <a:p xmlns:a="http://schemas.openxmlformats.org/drawingml/2006/main">
            <a:pPr>
              <a:defRPr sz="1967" b="0">
                <a:solidFill>
                  <a:srgbClr val="242421"/>
                </a:solidFill>
                <a:latin typeface="Georgia"/>
                <a:ea typeface="Georgia"/>
                <a:cs typeface="Georgia"/>
              </a:defRPr>
            </a:pPr>
            <a:r>
              <a:rPr sz="1967" b="0">
                <a:solidFill>
                  <a:srgbClr val="242421"/>
                </a:solidFill>
                <a:latin typeface="Georgia"/>
                <a:ea typeface="Georgia"/>
                <a:cs typeface="Georgia"/>
              </a:rPr>
              <a:t>c</a:t>
            </a:r>
          </a:p>
        </p:txBody>
      </p:sp>
      <p:sp>
        <p:nvSpPr>
          <p:cNvPr id="7" name="(f,l)">
            <a:extLst xmlns:a="http://schemas.openxmlformats.org/drawingml/2006/main">
              <a:ext uri="{FF2B5EF4-FFF2-40B4-BE49-F238E27FC236}">
                <a16:creationId xmlns:a16="http://schemas.microsoft.com/office/drawing/2014/main" id="{05633841-794C-4D60-901F-66664FCF435C}"/>
              </a:ext>
            </a:extLst>
          </p:cNvPr>
          <p:cNvSpPr>
            <a:spLocks xmlns:a="http://schemas.openxmlformats.org/drawingml/2006/main" noGrp="1"/>
          </p:cNvSpPr>
          <p:nvPr/>
        </p:nvSpPr>
        <p:spPr>
          <a:xfrm xmlns:a="http://schemas.openxmlformats.org/drawingml/2006/main">
            <a:off x="3823677" y="1714500"/>
            <a:ext cx="732949" cy="6348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225" b="0">
                <a:solidFill>
                  <a:srgbClr val="242421"/>
                </a:solidFill>
                <a:latin typeface="Georgia"/>
                <a:ea typeface="Georgia"/>
                <a:cs typeface="Georgia"/>
              </a:defRPr>
            </a:defPPr>
          </a:lstStyle>
          <a:p xmlns:a="http://schemas.openxmlformats.org/drawingml/2006/main">
            <a:pPr>
              <a:defRPr sz="3225" b="0">
                <a:solidFill>
                  <a:srgbClr val="242421"/>
                </a:solidFill>
                <a:latin typeface="Georgia"/>
                <a:ea typeface="Georgia"/>
                <a:cs typeface="Georgia"/>
              </a:defRPr>
            </a:pPr>
            <a:r>
              <a:rPr sz="3225" b="0">
                <a:solidFill>
                  <a:srgbClr val="242421"/>
                </a:solidFill>
                <a:latin typeface="Georgia"/>
                <a:ea typeface="Georgia"/>
                <a:cs typeface="Georgia"/>
              </a:rPr>
              <a:t>(f,l)</a:t>
            </a:r>
          </a:p>
        </p:txBody>
      </p:sp>
      <p:sp>
        <p:nvSpPr>
          <p:cNvPr id="8" name="Unknown, unrestricted atmosphere">
            <a:extLst xmlns:a="http://schemas.openxmlformats.org/drawingml/2006/main">
              <a:ext uri="{FF2B5EF4-FFF2-40B4-BE49-F238E27FC236}">
                <a16:creationId xmlns:a16="http://schemas.microsoft.com/office/drawing/2014/main" id="{FB56E4F0-85DC-4E84-8E24-E8126D680657}"/>
              </a:ext>
            </a:extLst>
          </p:cNvPr>
          <p:cNvSpPr>
            <a:spLocks xmlns:a="http://schemas.openxmlformats.org/drawingml/2006/main" noGrp="1"/>
          </p:cNvSpPr>
          <p:nvPr/>
        </p:nvSpPr>
        <p:spPr>
          <a:xfrm xmlns:a="http://schemas.openxmlformats.org/drawingml/2006/main">
            <a:off x="609600" y="2924175"/>
            <a:ext cx="5048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B4472B"/>
                </a:solidFill>
                <a:latin typeface="Georgia"/>
                <a:ea typeface="Georgia"/>
                <a:cs typeface="Georgia"/>
              </a:defRPr>
            </a:defPPr>
          </a:lstStyle>
          <a:p xmlns:a="http://schemas.openxmlformats.org/drawingml/2006/main">
            <a:pPr>
              <a:defRPr sz="2175" b="0">
                <a:solidFill>
                  <a:srgbClr val="B4472B"/>
                </a:solidFill>
                <a:latin typeface="Georgia"/>
                <a:ea typeface="Georgia"/>
                <a:cs typeface="Georgia"/>
              </a:defRPr>
            </a:pPr>
            <a:r>
              <a:rPr sz="2175" b="0">
                <a:solidFill>
                  <a:srgbClr val="B4472B"/>
                </a:solidFill>
                <a:latin typeface="Georgia"/>
                <a:ea typeface="Georgia"/>
                <a:cs typeface="Georgia"/>
              </a:rPr>
              <a:t>Unknown, unrestricted atmosphere</a:t>
            </a:r>
          </a:p>
        </p:txBody>
      </p:sp>
      <p:sp>
        <p:nvSpPr>
          <p:cNvPr id="9" name="Many splits of the same total loss&#10;produce the same channel.">
            <a:extLst xmlns:a="http://schemas.openxmlformats.org/drawingml/2006/main">
              <a:ext uri="{FF2B5EF4-FFF2-40B4-BE49-F238E27FC236}">
                <a16:creationId xmlns:a16="http://schemas.microsoft.com/office/drawing/2014/main" id="{8021A1F1-DB97-4594-B464-6775D5488208}"/>
              </a:ext>
            </a:extLst>
          </p:cNvPr>
          <p:cNvSpPr>
            <a:spLocks xmlns:a="http://schemas.openxmlformats.org/drawingml/2006/main" noGrp="1"/>
          </p:cNvSpPr>
          <p:nvPr/>
        </p:nvSpPr>
        <p:spPr>
          <a:xfrm xmlns:a="http://schemas.openxmlformats.org/drawingml/2006/main">
            <a:off x="609600" y="3810000"/>
            <a:ext cx="504825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242421"/>
                </a:solidFill>
                <a:latin typeface="Georgia"/>
                <a:ea typeface="Georgia"/>
                <a:cs typeface="Georgia"/>
              </a:defRPr>
            </a:defPPr>
          </a:lstStyle>
          <a:p xmlns:a="http://schemas.openxmlformats.org/drawingml/2006/main">
            <a:pPr>
              <a:defRPr sz="2325" b="0">
                <a:solidFill>
                  <a:srgbClr val="242421"/>
                </a:solidFill>
                <a:latin typeface="Georgia"/>
                <a:ea typeface="Georgia"/>
                <a:cs typeface="Georgia"/>
              </a:defRPr>
            </a:pPr>
            <a:r>
              <a:rPr sz="2325" b="0">
                <a:solidFill>
                  <a:srgbClr val="242421"/>
                </a:solidFill>
                <a:latin typeface="Georgia"/>
                <a:ea typeface="Georgia"/>
                <a:cs typeface="Georgia"/>
              </a:rPr>
              <a:t>Many splits of the same total loss</a:t>
            </a:r>
          </a:p>
          <a:p xmlns:a="http://schemas.openxmlformats.org/drawingml/2006/main">
            <a:pPr>
              <a:defRPr sz="2325" b="0">
                <a:solidFill>
                  <a:srgbClr val="242421"/>
                </a:solidFill>
                <a:latin typeface="Georgia"/>
                <a:ea typeface="Georgia"/>
                <a:cs typeface="Georgia"/>
              </a:defRPr>
            </a:pPr>
            <a:r>
              <a:rPr sz="2325" b="0">
                <a:solidFill>
                  <a:srgbClr val="242421"/>
                </a:solidFill>
                <a:latin typeface="Georgia"/>
                <a:ea typeface="Georgia"/>
                <a:cs typeface="Georgia"/>
              </a:rPr>
              <a:t>produce the same channel.</a:t>
            </a:r>
          </a:p>
        </p:txBody>
      </p:sp>
      <p:sp>
        <p:nvSpPr>
          <p:cNvPr id="10" name="Constrained atmosphere">
            <a:extLst xmlns:a="http://schemas.openxmlformats.org/drawingml/2006/main">
              <a:ext uri="{FF2B5EF4-FFF2-40B4-BE49-F238E27FC236}">
                <a16:creationId xmlns:a16="http://schemas.microsoft.com/office/drawing/2014/main" id="{EB71C317-75FE-4725-BDAB-1DA6EC92F774}"/>
              </a:ext>
            </a:extLst>
          </p:cNvPr>
          <p:cNvSpPr>
            <a:spLocks xmlns:a="http://schemas.openxmlformats.org/drawingml/2006/main" noGrp="1"/>
          </p:cNvSpPr>
          <p:nvPr/>
        </p:nvSpPr>
        <p:spPr>
          <a:xfrm xmlns:a="http://schemas.openxmlformats.org/drawingml/2006/main">
            <a:off x="6515100" y="2924175"/>
            <a:ext cx="5067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B4472B"/>
                </a:solidFill>
                <a:latin typeface="Georgia"/>
                <a:ea typeface="Georgia"/>
                <a:cs typeface="Georgia"/>
              </a:defRPr>
            </a:defPPr>
          </a:lstStyle>
          <a:p xmlns:a="http://schemas.openxmlformats.org/drawingml/2006/main">
            <a:pPr>
              <a:defRPr sz="2175" b="0">
                <a:solidFill>
                  <a:srgbClr val="B4472B"/>
                </a:solidFill>
                <a:latin typeface="Georgia"/>
                <a:ea typeface="Georgia"/>
                <a:cs typeface="Georgia"/>
              </a:defRPr>
            </a:pPr>
            <a:r>
              <a:rPr sz="2175" b="0">
                <a:solidFill>
                  <a:srgbClr val="B4472B"/>
                </a:solidFill>
                <a:latin typeface="Georgia"/>
                <a:ea typeface="Georgia"/>
                <a:cs typeface="Georgia"/>
              </a:rPr>
              <a:t>Constrained atmosphere</a:t>
            </a:r>
          </a:p>
        </p:txBody>
      </p:sp>
      <p:sp>
        <p:nvSpPr>
          <p:cNvPr id="11" name="Fit the frequency pattern jointly.&#10;CO must add a response that the&#10;all">
            <a:extLst xmlns:a="http://schemas.openxmlformats.org/drawingml/2006/main">
              <a:ext uri="{FF2B5EF4-FFF2-40B4-BE49-F238E27FC236}">
                <a16:creationId xmlns:a16="http://schemas.microsoft.com/office/drawing/2014/main" id="{1AD7228B-5F7A-485C-A4C6-84FDF1559541}"/>
              </a:ext>
            </a:extLst>
          </p:cNvPr>
          <p:cNvSpPr>
            <a:spLocks xmlns:a="http://schemas.openxmlformats.org/drawingml/2006/main" noGrp="1"/>
          </p:cNvSpPr>
          <p:nvPr/>
        </p:nvSpPr>
        <p:spPr>
          <a:xfrm xmlns:a="http://schemas.openxmlformats.org/drawingml/2006/main">
            <a:off x="6515100" y="3810000"/>
            <a:ext cx="5067300" cy="1457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242421"/>
                </a:solidFill>
                <a:latin typeface="Georgia"/>
                <a:ea typeface="Georgia"/>
                <a:cs typeface="Georgia"/>
              </a:defRPr>
            </a:defPPr>
          </a:lstStyle>
          <a:p xmlns:a="http://schemas.openxmlformats.org/drawingml/2006/main">
            <a:pPr>
              <a:defRPr sz="2175" b="0">
                <a:solidFill>
                  <a:srgbClr val="242421"/>
                </a:solidFill>
                <a:latin typeface="Georgia"/>
                <a:ea typeface="Georgia"/>
                <a:cs typeface="Georgia"/>
              </a:defRPr>
            </a:pPr>
            <a:r>
              <a:rPr sz="2175" b="0">
                <a:solidFill>
                  <a:srgbClr val="242421"/>
                </a:solidFill>
                <a:latin typeface="Georgia"/>
                <a:ea typeface="Georgia"/>
                <a:cs typeface="Georgia"/>
              </a:rPr>
              <a:t>Fit the frequency pattern jointly.</a:t>
            </a:r>
          </a:p>
          <a:p xmlns:a="http://schemas.openxmlformats.org/drawingml/2006/main">
            <a:pPr>
              <a:defRPr sz="2175" b="0">
                <a:solidFill>
                  <a:srgbClr val="242421"/>
                </a:solidFill>
                <a:latin typeface="Georgia"/>
                <a:ea typeface="Georgia"/>
                <a:cs typeface="Georgia"/>
              </a:defRPr>
            </a:pPr>
            <a:r>
              <a:rPr sz="2175" b="0">
                <a:solidFill>
                  <a:srgbClr val="242421"/>
                </a:solidFill>
                <a:latin typeface="Georgia"/>
                <a:ea typeface="Georgia"/>
                <a:cs typeface="Georgia"/>
              </a:rPr>
              <a:t>CO must add a response that the</a:t>
            </a:r>
          </a:p>
          <a:p xmlns:a="http://schemas.openxmlformats.org/drawingml/2006/main">
            <a:pPr>
              <a:defRPr sz="2175" b="0">
                <a:solidFill>
                  <a:srgbClr val="242421"/>
                </a:solidFill>
                <a:latin typeface="Georgia"/>
                <a:ea typeface="Georgia"/>
                <a:cs typeface="Georgia"/>
              </a:defRPr>
            </a:pPr>
            <a:r>
              <a:rPr sz="2175" b="0">
                <a:solidFill>
                  <a:srgbClr val="242421"/>
                </a:solidFill>
                <a:latin typeface="Georgia"/>
                <a:ea typeface="Georgia"/>
                <a:cs typeface="Georgia"/>
              </a:rPr>
              <a:t>allowed background cannot reproduce.</a:t>
            </a:r>
          </a:p>
        </p:txBody>
      </p:sp>
      <p:sp>
        <p:nvSpPr>
          <p:cNvPr id="12" name="We need temperature, pressure, humidity, reference CO and instrument r">
            <a:extLst xmlns:a="http://schemas.openxmlformats.org/drawingml/2006/main">
              <a:ext uri="{FF2B5EF4-FFF2-40B4-BE49-F238E27FC236}">
                <a16:creationId xmlns:a16="http://schemas.microsoft.com/office/drawing/2014/main" id="{9922B54A-57D1-4475-9C2D-733ED2EC7854}"/>
              </a:ext>
            </a:extLst>
          </p:cNvPr>
          <p:cNvSpPr>
            <a:spLocks xmlns:a="http://schemas.openxmlformats.org/drawingml/2006/main" noGrp="1"/>
          </p:cNvSpPr>
          <p:nvPr/>
        </p:nvSpPr>
        <p:spPr>
          <a:xfrm xmlns:a="http://schemas.openxmlformats.org/drawingml/2006/main">
            <a:off x="609600" y="5753100"/>
            <a:ext cx="10972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6E6A61"/>
                </a:solidFill>
                <a:latin typeface="Georgia"/>
                <a:ea typeface="Georgia"/>
                <a:cs typeface="Georgia"/>
              </a:defRPr>
            </a:defPPr>
          </a:lstStyle>
          <a:p xmlns:a="http://schemas.openxmlformats.org/drawingml/2006/main">
            <a:pPr>
              <a:defRPr sz="1875" b="0">
                <a:solidFill>
                  <a:srgbClr val="6E6A61"/>
                </a:solidFill>
                <a:latin typeface="Georgia"/>
                <a:ea typeface="Georgia"/>
                <a:cs typeface="Georgia"/>
              </a:defRPr>
            </a:pPr>
            <a:r>
              <a:rPr sz="1875" b="0">
                <a:solidFill>
                  <a:srgbClr val="6E6A61"/>
                </a:solidFill>
                <a:latin typeface="Georgia"/>
                <a:ea typeface="Georgia"/>
                <a:cs typeface="Georgia"/>
              </a:rPr>
              <a:t>We need temperature, pressure, humidity, reference CO and instrument response.</a:t>
            </a:r>
          </a:p>
        </p:txBody>
      </p:sp>
    </p:spTree>
    <p:extLst>
      <p:ext uri="{BB962C8B-B14F-4D97-AF65-F5344CB8AC3E}">
        <p14:creationId xmlns:p14="http://schemas.microsoft.com/office/powerpoint/2010/main" val="1451569081"/>
      </p:ext>
    </p:extLst>
  </p:cSld>
</p:sld>
</file>

<file path=ppt/slides/slide15.xml><?xml version="1.0" encoding="utf-8"?>
<p:sld xmlns:p="http://schemas.openxmlformats.org/presentationml/2006/main">
  <p:cSld>
    <p:bg>
      <p:bgPr>
        <a:solidFill xmlns:a="http://schemas.openxmlformats.org/drawingml/2006/main">
          <a:srgbClr val="242421"/>
        </a:solidFill>
      </p:bgPr>
    </p:bg>
    <p:spTree>
      <p:nvGrpSpPr>
        <p:cNvPr id="1" name=""/>
        <p:cNvGrpSpPr/>
        <p:nvPr/>
      </p:nvGrpSpPr>
      <p:grpSpPr>
        <a:xfrm xmlns:a="http://schemas.openxmlformats.org/drawingml/2006/main"/>
      </p:grpSpPr>
      <p:sp>
        <p:nvSpPr>
          <p:cNvPr id="6" name="What we can conclude now">
            <a:extLst xmlns:a="http://schemas.openxmlformats.org/drawingml/2006/main">
              <a:ext uri="{FF2B5EF4-FFF2-40B4-BE49-F238E27FC236}">
                <a16:creationId xmlns:a16="http://schemas.microsoft.com/office/drawing/2014/main" id="{041DE834-C939-49B1-BC3E-3D9E85FEDD4E}"/>
              </a:ext>
            </a:extLst>
          </p:cNvPr>
          <p:cNvSpPr>
            <a:spLocks xmlns:a="http://schemas.openxmlformats.org/drawingml/2006/main" noGrp="1"/>
          </p:cNvSpPr>
          <p:nvPr/>
        </p:nvSpPr>
        <p:spPr>
          <a:xfrm xmlns:a="http://schemas.openxmlformats.org/drawingml/2006/main">
            <a:off x="609600" y="409575"/>
            <a:ext cx="109728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0">
                <a:solidFill>
                  <a:srgbClr val="F5F1E9"/>
                </a:solidFill>
                <a:latin typeface="Georgia"/>
                <a:ea typeface="Georgia"/>
                <a:cs typeface="Georgia"/>
              </a:defRPr>
            </a:defPPr>
          </a:lstStyle>
          <a:p xmlns:a="http://schemas.openxmlformats.org/drawingml/2006/main">
            <a:pPr>
              <a:defRPr sz="3300" b="0">
                <a:solidFill>
                  <a:srgbClr val="F5F1E9"/>
                </a:solidFill>
                <a:latin typeface="Georgia"/>
                <a:ea typeface="Georgia"/>
                <a:cs typeface="Georgia"/>
              </a:defRPr>
            </a:pPr>
            <a:r>
              <a:rPr sz="3300" b="0">
                <a:solidFill>
                  <a:srgbClr val="F5F1E9"/>
                </a:solidFill>
                <a:latin typeface="Georgia"/>
                <a:ea typeface="Georgia"/>
                <a:cs typeface="Georgia"/>
              </a:rPr>
              <a:t>What we can conclude now</a:t>
            </a:r>
          </a:p>
        </p:txBody>
      </p:sp>
      <p:sp>
        <p:nvSpPr>
          <p:cNvPr id="2" name="15">
            <a:extLst xmlns:a="http://schemas.openxmlformats.org/drawingml/2006/main">
              <a:ext uri="{FF2B5EF4-FFF2-40B4-BE49-F238E27FC236}">
                <a16:creationId xmlns:a16="http://schemas.microsoft.com/office/drawing/2014/main" id="{03F1FDBF-30AF-4B04-8350-BC18A892EB1B}"/>
              </a:ext>
            </a:extLst>
          </p:cNvPr>
          <p:cNvSpPr>
            <a:spLocks xmlns:a="http://schemas.openxmlformats.org/drawingml/2006/main" noGrp="1"/>
          </p:cNvSpPr>
          <p:nvPr/>
        </p:nvSpPr>
        <p:spPr>
          <a:xfrm xmlns:a="http://schemas.openxmlformats.org/drawingml/2006/main">
            <a:off x="1114425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C6BFB3"/>
                </a:solidFill>
                <a:latin typeface="Georgia"/>
                <a:ea typeface="Georgia"/>
                <a:cs typeface="Georgia"/>
              </a:defRPr>
            </a:defPPr>
          </a:lstStyle>
          <a:p xmlns:a="http://schemas.openxmlformats.org/drawingml/2006/main">
            <a:pPr algn="r">
              <a:defRPr sz="1275" b="0">
                <a:solidFill>
                  <a:srgbClr val="C6BFB3"/>
                </a:solidFill>
                <a:latin typeface="Georgia"/>
                <a:ea typeface="Georgia"/>
                <a:cs typeface="Georgia"/>
              </a:defRPr>
            </a:pPr>
            <a:r>
              <a:rPr sz="1275" b="0">
                <a:solidFill>
                  <a:srgbClr val="C6BFB3"/>
                </a:solidFill>
                <a:latin typeface="Georgia"/>
                <a:ea typeface="Georgia"/>
                <a:cs typeface="Georgia"/>
              </a:rPr>
              <a:t>15</a:t>
            </a:r>
          </a:p>
        </p:txBody>
      </p:sp>
      <p:sp>
        <p:nvSpPr>
          <p:cNvPr id="3" name="CO is observable in the ideal matched case.">
            <a:extLst xmlns:a="http://schemas.openxmlformats.org/drawingml/2006/main">
              <a:ext uri="{FF2B5EF4-FFF2-40B4-BE49-F238E27FC236}">
                <a16:creationId xmlns:a16="http://schemas.microsoft.com/office/drawing/2014/main" id="{58E07B89-D69B-437F-8B84-AACBF2C742CE}"/>
              </a:ext>
            </a:extLst>
          </p:cNvPr>
          <p:cNvSpPr>
            <a:spLocks xmlns:a="http://schemas.openxmlformats.org/drawingml/2006/main" noGrp="1"/>
          </p:cNvSpPr>
          <p:nvPr/>
        </p:nvSpPr>
        <p:spPr>
          <a:xfrm xmlns:a="http://schemas.openxmlformats.org/drawingml/2006/main">
            <a:off x="666750" y="1704975"/>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0">
                <a:solidFill>
                  <a:srgbClr val="F5F1E9"/>
                </a:solidFill>
                <a:latin typeface="Georgia"/>
                <a:ea typeface="Georgia"/>
                <a:cs typeface="Georgia"/>
              </a:defRPr>
            </a:defPPr>
          </a:lstStyle>
          <a:p xmlns:a="http://schemas.openxmlformats.org/drawingml/2006/main">
            <a:pPr>
              <a:defRPr sz="3450" b="0">
                <a:solidFill>
                  <a:srgbClr val="F5F1E9"/>
                </a:solidFill>
                <a:latin typeface="Georgia"/>
                <a:ea typeface="Georgia"/>
                <a:cs typeface="Georgia"/>
              </a:defRPr>
            </a:pPr>
            <a:r>
              <a:rPr sz="3450" b="0">
                <a:solidFill>
                  <a:srgbClr val="F5F1E9"/>
                </a:solidFill>
                <a:latin typeface="Georgia"/>
                <a:ea typeface="Georgia"/>
                <a:cs typeface="Georgia"/>
              </a:rPr>
              <a:t>CO is observable in the ideal matched case.</a:t>
            </a:r>
          </a:p>
        </p:txBody>
      </p:sp>
      <p:sp>
        <p:nvSpPr>
          <p:cNvPr id="4" name="Its smooth spectrum follows from molecular transitions,&#10;finite coheren">
            <a:extLst xmlns:a="http://schemas.openxmlformats.org/drawingml/2006/main">
              <a:ext uri="{FF2B5EF4-FFF2-40B4-BE49-F238E27FC236}">
                <a16:creationId xmlns:a16="http://schemas.microsoft.com/office/drawing/2014/main" id="{6EE66F20-17C5-4BC8-A4BC-268BAC9A840D}"/>
              </a:ext>
            </a:extLst>
          </p:cNvPr>
          <p:cNvSpPr>
            <a:spLocks xmlns:a="http://schemas.openxmlformats.org/drawingml/2006/main" noGrp="1"/>
          </p:cNvSpPr>
          <p:nvPr/>
        </p:nvSpPr>
        <p:spPr>
          <a:xfrm xmlns:a="http://schemas.openxmlformats.org/drawingml/2006/main">
            <a:off x="704850" y="3267075"/>
            <a:ext cx="10620375"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625" b="0">
                <a:solidFill>
                  <a:srgbClr val="D89474"/>
                </a:solidFill>
                <a:latin typeface="Georgia"/>
                <a:ea typeface="Georgia"/>
                <a:cs typeface="Georgia"/>
              </a:defRPr>
            </a:defPPr>
          </a:lstStyle>
          <a:p xmlns:a="http://schemas.openxmlformats.org/drawingml/2006/main">
            <a:pPr>
              <a:defRPr sz="2625" b="0">
                <a:solidFill>
                  <a:srgbClr val="D89474"/>
                </a:solidFill>
                <a:latin typeface="Georgia"/>
                <a:ea typeface="Georgia"/>
                <a:cs typeface="Georgia"/>
              </a:defRPr>
            </a:pPr>
            <a:r>
              <a:rPr sz="2625" b="0">
                <a:solidFill>
                  <a:srgbClr val="D89474"/>
                </a:solidFill>
                <a:latin typeface="Georgia"/>
                <a:ea typeface="Georgia"/>
                <a:cs typeface="Georgia"/>
              </a:rPr>
              <a:t>Its smooth spectrum follows from molecular transitions,</a:t>
            </a:r>
          </a:p>
          <a:p xmlns:a="http://schemas.openxmlformats.org/drawingml/2006/main">
            <a:pPr>
              <a:defRPr sz="2625" b="0">
                <a:solidFill>
                  <a:srgbClr val="D89474"/>
                </a:solidFill>
                <a:latin typeface="Georgia"/>
                <a:ea typeface="Georgia"/>
                <a:cs typeface="Georgia"/>
              </a:defRPr>
            </a:pPr>
            <a:r>
              <a:rPr sz="2625" b="0">
                <a:solidFill>
                  <a:srgbClr val="D89474"/>
                </a:solidFill>
                <a:latin typeface="Georgia"/>
                <a:ea typeface="Georgia"/>
                <a:cs typeface="Georgia"/>
              </a:rPr>
              <a:t>finite coherence and thermal motion.</a:t>
            </a:r>
          </a:p>
        </p:txBody>
      </p:sp>
      <p:sp>
        <p:nvSpPr>
          <p:cNvPr id="5" name="To claim practical detection, establish the reference accuracy&#10;and tes">
            <a:extLst xmlns:a="http://schemas.openxmlformats.org/drawingml/2006/main">
              <a:ext uri="{FF2B5EF4-FFF2-40B4-BE49-F238E27FC236}">
                <a16:creationId xmlns:a16="http://schemas.microsoft.com/office/drawing/2014/main" id="{3AA75F2C-3A3A-4039-9066-9A349C577F30}"/>
              </a:ext>
            </a:extLst>
          </p:cNvPr>
          <p:cNvSpPr>
            <a:spLocks xmlns:a="http://schemas.openxmlformats.org/drawingml/2006/main" noGrp="1"/>
          </p:cNvSpPr>
          <p:nvPr/>
        </p:nvSpPr>
        <p:spPr>
          <a:xfrm xmlns:a="http://schemas.openxmlformats.org/drawingml/2006/main">
            <a:off x="704850" y="5153025"/>
            <a:ext cx="10620375"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F5F1E9"/>
                </a:solidFill>
                <a:latin typeface="Georgia"/>
                <a:ea typeface="Georgia"/>
                <a:cs typeface="Georgia"/>
              </a:defRPr>
            </a:defPPr>
          </a:lstStyle>
          <a:p xmlns:a="http://schemas.openxmlformats.org/drawingml/2006/main">
            <a:pPr>
              <a:defRPr sz="2175" b="0">
                <a:solidFill>
                  <a:srgbClr val="F5F1E9"/>
                </a:solidFill>
                <a:latin typeface="Georgia"/>
                <a:ea typeface="Georgia"/>
                <a:cs typeface="Georgia"/>
              </a:defRPr>
            </a:pPr>
            <a:r>
              <a:rPr sz="2175" b="0">
                <a:solidFill>
                  <a:srgbClr val="F5F1E9"/>
                </a:solidFill>
                <a:latin typeface="Georgia"/>
                <a:ea typeface="Georgia"/>
                <a:cs typeface="Georgia"/>
              </a:rPr>
              <a:t>To claim practical detection, establish the reference accuracy</a:t>
            </a:r>
          </a:p>
          <a:p xmlns:a="http://schemas.openxmlformats.org/drawingml/2006/main">
            <a:pPr>
              <a:defRPr sz="2175" b="0">
                <a:solidFill>
                  <a:srgbClr val="F5F1E9"/>
                </a:solidFill>
                <a:latin typeface="Georgia"/>
                <a:ea typeface="Georgia"/>
                <a:cs typeface="Georgia"/>
              </a:defRPr>
            </a:pPr>
            <a:r>
              <a:rPr sz="2175" b="0">
                <a:solidFill>
                  <a:srgbClr val="F5F1E9"/>
                </a:solidFill>
                <a:latin typeface="Georgia"/>
                <a:ea typeface="Georgia"/>
                <a:cs typeface="Georgia"/>
              </a:rPr>
              <a:t>and test whether the CO response survives the allowed errors.</a:t>
            </a:r>
          </a:p>
        </p:txBody>
      </p:sp>
    </p:spTree>
    <p:extLst>
      <p:ext uri="{BB962C8B-B14F-4D97-AF65-F5344CB8AC3E}">
        <p14:creationId xmlns:p14="http://schemas.microsoft.com/office/powerpoint/2010/main" val="31168994"/>
      </p:ext>
    </p:extLst>
  </p:cSld>
</p:sld>
</file>

<file path=ppt/slides/slide16.xml><?xml version="1.0" encoding="utf-8"?>
<p:sld xmlns:p="http://schemas.openxmlformats.org/presentationml/2006/main">
  <p:cSld>
    <p:bg>
      <p:bgPr>
        <a:solidFill xmlns:a="http://schemas.openxmlformats.org/drawingml/2006/main">
          <a:srgbClr val="F4F0E8"/>
        </a:solidFill>
      </p:bgPr>
    </p:bg>
    <p:spTree>
      <p:nvGrpSpPr>
        <p:cNvPr id="1" name=""/>
        <p:cNvGrpSpPr/>
        <p:nvPr/>
      </p:nvGrpSpPr>
      <p:grpSpPr>
        <a:xfrm xmlns:a="http://schemas.openxmlformats.org/drawingml/2006/main"/>
      </p:grpSpPr>
      <p:sp>
        <p:nvSpPr>
          <p:cNvPr id="19" name="Appendix: the law behind the smooth line">
            <a:extLst xmlns:a="http://schemas.openxmlformats.org/drawingml/2006/main">
              <a:ext uri="{FF2B5EF4-FFF2-40B4-BE49-F238E27FC236}">
                <a16:creationId xmlns:a16="http://schemas.microsoft.com/office/drawing/2014/main" id="{0F018771-3FE7-4718-89AB-FA680DF9D438}"/>
              </a:ext>
            </a:extLst>
          </p:cNvPr>
          <p:cNvSpPr>
            <a:spLocks xmlns:a="http://schemas.openxmlformats.org/drawingml/2006/main" noGrp="1"/>
          </p:cNvSpPr>
          <p:nvPr/>
        </p:nvSpPr>
        <p:spPr>
          <a:xfrm xmlns:a="http://schemas.openxmlformats.org/drawingml/2006/main">
            <a:off x="609600" y="409575"/>
            <a:ext cx="109728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0">
                <a:solidFill>
                  <a:srgbClr val="242421"/>
                </a:solidFill>
                <a:latin typeface="Georgia"/>
                <a:ea typeface="Georgia"/>
                <a:cs typeface="Georgia"/>
              </a:defRPr>
            </a:defPPr>
          </a:lstStyle>
          <a:p xmlns:a="http://schemas.openxmlformats.org/drawingml/2006/main">
            <a:pPr>
              <a:defRPr sz="3300" b="0">
                <a:solidFill>
                  <a:srgbClr val="242421"/>
                </a:solidFill>
                <a:latin typeface="Georgia"/>
                <a:ea typeface="Georgia"/>
                <a:cs typeface="Georgia"/>
              </a:defRPr>
            </a:pPr>
            <a:r>
              <a:rPr sz="3300" b="0">
                <a:solidFill>
                  <a:srgbClr val="242421"/>
                </a:solidFill>
                <a:latin typeface="Georgia"/>
                <a:ea typeface="Georgia"/>
                <a:cs typeface="Georgia"/>
              </a:rPr>
              <a:t>Appendix: the law behind the smooth line</a:t>
            </a:r>
          </a:p>
        </p:txBody>
      </p:sp>
      <p:sp>
        <p:nvSpPr>
          <p:cNvPr id="2" name="16">
            <a:extLst xmlns:a="http://schemas.openxmlformats.org/drawingml/2006/main">
              <a:ext uri="{FF2B5EF4-FFF2-40B4-BE49-F238E27FC236}">
                <a16:creationId xmlns:a16="http://schemas.microsoft.com/office/drawing/2014/main" id="{F93EA87F-CE76-4E57-95BD-F6BAFAC3815B}"/>
              </a:ext>
            </a:extLst>
          </p:cNvPr>
          <p:cNvSpPr>
            <a:spLocks xmlns:a="http://schemas.openxmlformats.org/drawingml/2006/main" noGrp="1"/>
          </p:cNvSpPr>
          <p:nvPr/>
        </p:nvSpPr>
        <p:spPr>
          <a:xfrm xmlns:a="http://schemas.openxmlformats.org/drawingml/2006/main">
            <a:off x="1114425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6E6A61"/>
                </a:solidFill>
                <a:latin typeface="Georgia"/>
                <a:ea typeface="Georgia"/>
                <a:cs typeface="Georgia"/>
              </a:defRPr>
            </a:defPPr>
          </a:lstStyle>
          <a:p xmlns:a="http://schemas.openxmlformats.org/drawingml/2006/main">
            <a:pPr algn="r">
              <a:defRPr sz="1275" b="0">
                <a:solidFill>
                  <a:srgbClr val="6E6A61"/>
                </a:solidFill>
                <a:latin typeface="Georgia"/>
                <a:ea typeface="Georgia"/>
                <a:cs typeface="Georgia"/>
              </a:defRPr>
            </a:pPr>
            <a:r>
              <a:rPr sz="1275" b="0">
                <a:solidFill>
                  <a:srgbClr val="6E6A61"/>
                </a:solidFill>
                <a:latin typeface="Georgia"/>
                <a:ea typeface="Georgia"/>
                <a:cs typeface="Georgia"/>
              </a:rPr>
              <a:t>16</a:t>
            </a:r>
          </a:p>
        </p:txBody>
      </p:sp>
      <p:sp>
        <p:nvSpPr>
          <p:cNvPr id="3" name="Exponentially decaying molecular coherence">
            <a:extLst xmlns:a="http://schemas.openxmlformats.org/drawingml/2006/main">
              <a:ext uri="{FF2B5EF4-FFF2-40B4-BE49-F238E27FC236}">
                <a16:creationId xmlns:a16="http://schemas.microsoft.com/office/drawing/2014/main" id="{BD2E6C11-D339-4E40-B4D4-E444E6F6DEDD}"/>
              </a:ext>
            </a:extLst>
          </p:cNvPr>
          <p:cNvSpPr>
            <a:spLocks xmlns:a="http://schemas.openxmlformats.org/drawingml/2006/main" noGrp="1"/>
          </p:cNvSpPr>
          <p:nvPr/>
        </p:nvSpPr>
        <p:spPr>
          <a:xfrm xmlns:a="http://schemas.openxmlformats.org/drawingml/2006/main">
            <a:off x="609600" y="1647825"/>
            <a:ext cx="1076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B4472B"/>
                </a:solidFill>
                <a:latin typeface="Georgia"/>
                <a:ea typeface="Georgia"/>
                <a:cs typeface="Georgia"/>
              </a:defRPr>
            </a:defPPr>
          </a:lstStyle>
          <a:p xmlns:a="http://schemas.openxmlformats.org/drawingml/2006/main">
            <a:pPr>
              <a:defRPr sz="2025" b="0">
                <a:solidFill>
                  <a:srgbClr val="B4472B"/>
                </a:solidFill>
                <a:latin typeface="Georgia"/>
                <a:ea typeface="Georgia"/>
                <a:cs typeface="Georgia"/>
              </a:defRPr>
            </a:pPr>
            <a:r>
              <a:rPr sz="2025" b="0">
                <a:solidFill>
                  <a:srgbClr val="B4472B"/>
                </a:solidFill>
                <a:latin typeface="Georgia"/>
                <a:ea typeface="Georgia"/>
                <a:cs typeface="Georgia"/>
              </a:rPr>
              <a:t>Exponentially decaying molecular coherence</a:t>
            </a:r>
          </a:p>
        </p:txBody>
      </p:sp>
      <p:sp>
        <p:nvSpPr>
          <p:cNvPr id="4" name="C(t) = exp(−t / T">
            <a:extLst xmlns:a="http://schemas.openxmlformats.org/drawingml/2006/main">
              <a:ext uri="{FF2B5EF4-FFF2-40B4-BE49-F238E27FC236}">
                <a16:creationId xmlns:a16="http://schemas.microsoft.com/office/drawing/2014/main" id="{F02F3D22-523E-43B3-93DF-A92D21BB6CC5}"/>
              </a:ext>
            </a:extLst>
          </p:cNvPr>
          <p:cNvSpPr>
            <a:spLocks xmlns:a="http://schemas.openxmlformats.org/drawingml/2006/main" noGrp="1"/>
          </p:cNvSpPr>
          <p:nvPr/>
        </p:nvSpPr>
        <p:spPr>
          <a:xfrm xmlns:a="http://schemas.openxmlformats.org/drawingml/2006/main">
            <a:off x="609600" y="2257425"/>
            <a:ext cx="2791206" cy="5757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925" b="0">
                <a:solidFill>
                  <a:srgbClr val="242421"/>
                </a:solidFill>
                <a:latin typeface="Georgia"/>
                <a:ea typeface="Georgia"/>
                <a:cs typeface="Georgia"/>
              </a:defRPr>
            </a:defPPr>
          </a:lstStyle>
          <a:p xmlns:a="http://schemas.openxmlformats.org/drawingml/2006/main">
            <a:pPr>
              <a:defRPr sz="2925" b="0">
                <a:solidFill>
                  <a:srgbClr val="242421"/>
                </a:solidFill>
                <a:latin typeface="Georgia"/>
                <a:ea typeface="Georgia"/>
                <a:cs typeface="Georgia"/>
              </a:defRPr>
            </a:pPr>
            <a:r>
              <a:rPr sz="2925" b="0">
                <a:solidFill>
                  <a:srgbClr val="242421"/>
                </a:solidFill>
                <a:latin typeface="Georgia"/>
                <a:ea typeface="Georgia"/>
                <a:cs typeface="Georgia"/>
              </a:rPr>
              <a:t>C(t) = exp(−t / T</a:t>
            </a:r>
          </a:p>
        </p:txBody>
      </p:sp>
      <p:sp>
        <p:nvSpPr>
          <p:cNvPr id="5" name="2">
            <a:extLst xmlns:a="http://schemas.openxmlformats.org/drawingml/2006/main">
              <a:ext uri="{FF2B5EF4-FFF2-40B4-BE49-F238E27FC236}">
                <a16:creationId xmlns:a16="http://schemas.microsoft.com/office/drawing/2014/main" id="{DF0448A1-44E7-4209-A8D1-25081C58B472}"/>
              </a:ext>
            </a:extLst>
          </p:cNvPr>
          <p:cNvSpPr>
            <a:spLocks xmlns:a="http://schemas.openxmlformats.org/drawingml/2006/main" noGrp="1"/>
          </p:cNvSpPr>
          <p:nvPr/>
        </p:nvSpPr>
        <p:spPr>
          <a:xfrm xmlns:a="http://schemas.openxmlformats.org/drawingml/2006/main">
            <a:off x="3362706" y="2435733"/>
            <a:ext cx="184046" cy="5757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784" b="0">
                <a:solidFill>
                  <a:srgbClr val="242421"/>
                </a:solidFill>
                <a:latin typeface="Georgia"/>
                <a:ea typeface="Georgia"/>
                <a:cs typeface="Georgia"/>
              </a:defRPr>
            </a:defPPr>
          </a:lstStyle>
          <a:p xmlns:a="http://schemas.openxmlformats.org/drawingml/2006/main">
            <a:pPr>
              <a:defRPr sz="1784" b="0">
                <a:solidFill>
                  <a:srgbClr val="242421"/>
                </a:solidFill>
                <a:latin typeface="Georgia"/>
                <a:ea typeface="Georgia"/>
                <a:cs typeface="Georgia"/>
              </a:defRPr>
            </a:pPr>
            <a:r>
              <a:rPr sz="1784" b="0">
                <a:solidFill>
                  <a:srgbClr val="242421"/>
                </a:solidFill>
                <a:latin typeface="Georgia"/>
                <a:ea typeface="Georgia"/>
                <a:cs typeface="Georgia"/>
              </a:rPr>
              <a:t>2</a:t>
            </a:r>
          </a:p>
        </p:txBody>
      </p:sp>
      <p:sp>
        <p:nvSpPr>
          <p:cNvPr id="6" name=") exp(i 2π f">
            <a:extLst xmlns:a="http://schemas.openxmlformats.org/drawingml/2006/main">
              <a:ext uri="{FF2B5EF4-FFF2-40B4-BE49-F238E27FC236}">
                <a16:creationId xmlns:a16="http://schemas.microsoft.com/office/drawing/2014/main" id="{DCA33F73-9895-43A6-B220-105C56C73BBF}"/>
              </a:ext>
            </a:extLst>
          </p:cNvPr>
          <p:cNvSpPr>
            <a:spLocks xmlns:a="http://schemas.openxmlformats.org/drawingml/2006/main" noGrp="1"/>
          </p:cNvSpPr>
          <p:nvPr/>
        </p:nvSpPr>
        <p:spPr>
          <a:xfrm xmlns:a="http://schemas.openxmlformats.org/drawingml/2006/main">
            <a:off x="3508652" y="2257425"/>
            <a:ext cx="1843945" cy="5757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925" b="0">
                <a:solidFill>
                  <a:srgbClr val="242421"/>
                </a:solidFill>
                <a:latin typeface="Georgia"/>
                <a:ea typeface="Georgia"/>
                <a:cs typeface="Georgia"/>
              </a:defRPr>
            </a:defPPr>
          </a:lstStyle>
          <a:p xmlns:a="http://schemas.openxmlformats.org/drawingml/2006/main">
            <a:pPr>
              <a:defRPr sz="2925" b="0">
                <a:solidFill>
                  <a:srgbClr val="242421"/>
                </a:solidFill>
                <a:latin typeface="Georgia"/>
                <a:ea typeface="Georgia"/>
                <a:cs typeface="Georgia"/>
              </a:defRPr>
            </a:pPr>
            <a:r>
              <a:rPr sz="2925" b="0">
                <a:solidFill>
                  <a:srgbClr val="242421"/>
                </a:solidFill>
                <a:latin typeface="Georgia"/>
                <a:ea typeface="Georgia"/>
                <a:cs typeface="Georgia"/>
              </a:rPr>
              <a:t>) exp(i 2π f</a:t>
            </a:r>
          </a:p>
        </p:txBody>
      </p:sp>
      <p:sp>
        <p:nvSpPr>
          <p:cNvPr id="7" name="0">
            <a:extLst xmlns:a="http://schemas.openxmlformats.org/drawingml/2006/main">
              <a:ext uri="{FF2B5EF4-FFF2-40B4-BE49-F238E27FC236}">
                <a16:creationId xmlns:a16="http://schemas.microsoft.com/office/drawing/2014/main" id="{88A95E58-DE51-4072-A3D2-21542B45E0C0}"/>
              </a:ext>
            </a:extLst>
          </p:cNvPr>
          <p:cNvSpPr>
            <a:spLocks xmlns:a="http://schemas.openxmlformats.org/drawingml/2006/main" noGrp="1"/>
          </p:cNvSpPr>
          <p:nvPr/>
        </p:nvSpPr>
        <p:spPr>
          <a:xfrm xmlns:a="http://schemas.openxmlformats.org/drawingml/2006/main">
            <a:off x="5314497" y="2435733"/>
            <a:ext cx="195376" cy="5757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784" b="0">
                <a:solidFill>
                  <a:srgbClr val="242421"/>
                </a:solidFill>
                <a:latin typeface="Georgia"/>
                <a:ea typeface="Georgia"/>
                <a:cs typeface="Georgia"/>
              </a:defRPr>
            </a:defPPr>
          </a:lstStyle>
          <a:p xmlns:a="http://schemas.openxmlformats.org/drawingml/2006/main">
            <a:pPr>
              <a:defRPr sz="1784" b="0">
                <a:solidFill>
                  <a:srgbClr val="242421"/>
                </a:solidFill>
                <a:latin typeface="Georgia"/>
                <a:ea typeface="Georgia"/>
                <a:cs typeface="Georgia"/>
              </a:defRPr>
            </a:pPr>
            <a:r>
              <a:rPr sz="1784" b="0">
                <a:solidFill>
                  <a:srgbClr val="242421"/>
                </a:solidFill>
                <a:latin typeface="Georgia"/>
                <a:ea typeface="Georgia"/>
                <a:cs typeface="Georgia"/>
              </a:rPr>
              <a:t>0</a:t>
            </a:r>
          </a:p>
        </p:txBody>
      </p:sp>
      <p:sp>
        <p:nvSpPr>
          <p:cNvPr id="8" name=" t)">
            <a:extLst xmlns:a="http://schemas.openxmlformats.org/drawingml/2006/main">
              <a:ext uri="{FF2B5EF4-FFF2-40B4-BE49-F238E27FC236}">
                <a16:creationId xmlns:a16="http://schemas.microsoft.com/office/drawing/2014/main" id="{D763D5E6-3641-4407-906E-6733D04028C9}"/>
              </a:ext>
            </a:extLst>
          </p:cNvPr>
          <p:cNvSpPr>
            <a:spLocks xmlns:a="http://schemas.openxmlformats.org/drawingml/2006/main" noGrp="1"/>
          </p:cNvSpPr>
          <p:nvPr/>
        </p:nvSpPr>
        <p:spPr>
          <a:xfrm xmlns:a="http://schemas.openxmlformats.org/drawingml/2006/main">
            <a:off x="5471772" y="2257425"/>
            <a:ext cx="417481" cy="5757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925" b="0">
                <a:solidFill>
                  <a:srgbClr val="242421"/>
                </a:solidFill>
                <a:latin typeface="Georgia"/>
                <a:ea typeface="Georgia"/>
                <a:cs typeface="Georgia"/>
              </a:defRPr>
            </a:defPPr>
          </a:lstStyle>
          <a:p xmlns:a="http://schemas.openxmlformats.org/drawingml/2006/main">
            <a:pPr>
              <a:defRPr sz="2925" b="0">
                <a:solidFill>
                  <a:srgbClr val="242421"/>
                </a:solidFill>
                <a:latin typeface="Georgia"/>
                <a:ea typeface="Georgia"/>
                <a:cs typeface="Georgia"/>
              </a:defRPr>
            </a:pPr>
            <a:r>
              <a:rPr sz="2925" b="0">
                <a:solidFill>
                  <a:srgbClr val="242421"/>
                </a:solidFill>
                <a:latin typeface="Georgia"/>
                <a:ea typeface="Georgia"/>
                <a:cs typeface="Georgia"/>
              </a:rPr>
              <a:t> t)</a:t>
            </a:r>
          </a:p>
        </p:txBody>
      </p:sp>
      <p:sp>
        <p:nvSpPr>
          <p:cNvPr id="9" name="Its frequency response has a Lorentz absorption profile">
            <a:extLst xmlns:a="http://schemas.openxmlformats.org/drawingml/2006/main">
              <a:ext uri="{FF2B5EF4-FFF2-40B4-BE49-F238E27FC236}">
                <a16:creationId xmlns:a16="http://schemas.microsoft.com/office/drawing/2014/main" id="{F9FC9123-02C7-4BD5-ABDF-4F0141FDB1A5}"/>
              </a:ext>
            </a:extLst>
          </p:cNvPr>
          <p:cNvSpPr>
            <a:spLocks xmlns:a="http://schemas.openxmlformats.org/drawingml/2006/main" noGrp="1"/>
          </p:cNvSpPr>
          <p:nvPr/>
        </p:nvSpPr>
        <p:spPr>
          <a:xfrm xmlns:a="http://schemas.openxmlformats.org/drawingml/2006/main">
            <a:off x="609600" y="3257550"/>
            <a:ext cx="1076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B4472B"/>
                </a:solidFill>
                <a:latin typeface="Georgia"/>
                <a:ea typeface="Georgia"/>
                <a:cs typeface="Georgia"/>
              </a:defRPr>
            </a:defPPr>
          </a:lstStyle>
          <a:p xmlns:a="http://schemas.openxmlformats.org/drawingml/2006/main">
            <a:pPr>
              <a:defRPr sz="2025" b="0">
                <a:solidFill>
                  <a:srgbClr val="B4472B"/>
                </a:solidFill>
                <a:latin typeface="Georgia"/>
                <a:ea typeface="Georgia"/>
                <a:cs typeface="Georgia"/>
              </a:defRPr>
            </a:pPr>
            <a:r>
              <a:rPr sz="2025" b="0">
                <a:solidFill>
                  <a:srgbClr val="B4472B"/>
                </a:solidFill>
                <a:latin typeface="Georgia"/>
                <a:ea typeface="Georgia"/>
                <a:cs typeface="Georgia"/>
              </a:rPr>
              <a:t>Its frequency response has a Lorentz absorption profile</a:t>
            </a:r>
          </a:p>
        </p:txBody>
      </p:sp>
      <p:sp>
        <p:nvSpPr>
          <p:cNvPr id="10" name="L(Δf) = γ / [π(Δf">
            <a:extLst xmlns:a="http://schemas.openxmlformats.org/drawingml/2006/main">
              <a:ext uri="{FF2B5EF4-FFF2-40B4-BE49-F238E27FC236}">
                <a16:creationId xmlns:a16="http://schemas.microsoft.com/office/drawing/2014/main" id="{7AFA2353-6B3D-49CA-9D0C-C50E8E8F919A}"/>
              </a:ext>
            </a:extLst>
          </p:cNvPr>
          <p:cNvSpPr>
            <a:spLocks xmlns:a="http://schemas.openxmlformats.org/drawingml/2006/main" noGrp="1"/>
          </p:cNvSpPr>
          <p:nvPr/>
        </p:nvSpPr>
        <p:spPr>
          <a:xfrm xmlns:a="http://schemas.openxmlformats.org/drawingml/2006/main">
            <a:off x="609600" y="3838575"/>
            <a:ext cx="3108198" cy="6496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300" b="0">
                <a:solidFill>
                  <a:srgbClr val="242421"/>
                </a:solidFill>
                <a:latin typeface="Georgia"/>
                <a:ea typeface="Georgia"/>
                <a:cs typeface="Georgia"/>
              </a:defRPr>
            </a:defPPr>
          </a:lstStyle>
          <a:p xmlns:a="http://schemas.openxmlformats.org/drawingml/2006/main">
            <a:pPr>
              <a:defRPr sz="3300" b="0">
                <a:solidFill>
                  <a:srgbClr val="242421"/>
                </a:solidFill>
                <a:latin typeface="Georgia"/>
                <a:ea typeface="Georgia"/>
                <a:cs typeface="Georgia"/>
              </a:defRPr>
            </a:pPr>
            <a:r>
              <a:rPr sz="3300" b="0">
                <a:solidFill>
                  <a:srgbClr val="242421"/>
                </a:solidFill>
                <a:latin typeface="Georgia"/>
                <a:ea typeface="Georgia"/>
                <a:cs typeface="Georgia"/>
              </a:rPr>
              <a:t>L(Δf) = γ / [π(Δf</a:t>
            </a:r>
          </a:p>
        </p:txBody>
      </p:sp>
      <p:sp>
        <p:nvSpPr>
          <p:cNvPr id="11" name="2">
            <a:extLst xmlns:a="http://schemas.openxmlformats.org/drawingml/2006/main">
              <a:ext uri="{FF2B5EF4-FFF2-40B4-BE49-F238E27FC236}">
                <a16:creationId xmlns:a16="http://schemas.microsoft.com/office/drawing/2014/main" id="{11FA885B-168D-4C20-A5FE-C2B278D408BE}"/>
              </a:ext>
            </a:extLst>
          </p:cNvPr>
          <p:cNvSpPr>
            <a:spLocks xmlns:a="http://schemas.openxmlformats.org/drawingml/2006/main" noGrp="1"/>
          </p:cNvSpPr>
          <p:nvPr/>
        </p:nvSpPr>
        <p:spPr>
          <a:xfrm xmlns:a="http://schemas.openxmlformats.org/drawingml/2006/main">
            <a:off x="3679698" y="3805047"/>
            <a:ext cx="200315" cy="6496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013" b="0">
                <a:solidFill>
                  <a:srgbClr val="242421"/>
                </a:solidFill>
                <a:latin typeface="Georgia"/>
                <a:ea typeface="Georgia"/>
                <a:cs typeface="Georgia"/>
              </a:defRPr>
            </a:defPPr>
          </a:lstStyle>
          <a:p xmlns:a="http://schemas.openxmlformats.org/drawingml/2006/main">
            <a:pPr>
              <a:defRPr sz="2013" b="0">
                <a:solidFill>
                  <a:srgbClr val="242421"/>
                </a:solidFill>
                <a:latin typeface="Georgia"/>
                <a:ea typeface="Georgia"/>
                <a:cs typeface="Georgia"/>
              </a:defRPr>
            </a:pPr>
            <a:r>
              <a:rPr sz="2013" b="0">
                <a:solidFill>
                  <a:srgbClr val="242421"/>
                </a:solidFill>
                <a:latin typeface="Georgia"/>
                <a:ea typeface="Georgia"/>
                <a:cs typeface="Georgia"/>
              </a:rPr>
              <a:t>2</a:t>
            </a:r>
          </a:p>
        </p:txBody>
      </p:sp>
      <p:sp>
        <p:nvSpPr>
          <p:cNvPr id="12" name=" + γ">
            <a:extLst xmlns:a="http://schemas.openxmlformats.org/drawingml/2006/main">
              <a:ext uri="{FF2B5EF4-FFF2-40B4-BE49-F238E27FC236}">
                <a16:creationId xmlns:a16="http://schemas.microsoft.com/office/drawing/2014/main" id="{192CD1BD-5373-4A44-9A53-9AF22AE8D197}"/>
              </a:ext>
            </a:extLst>
          </p:cNvPr>
          <p:cNvSpPr>
            <a:spLocks xmlns:a="http://schemas.openxmlformats.org/drawingml/2006/main" noGrp="1"/>
          </p:cNvSpPr>
          <p:nvPr/>
        </p:nvSpPr>
        <p:spPr>
          <a:xfrm xmlns:a="http://schemas.openxmlformats.org/drawingml/2006/main">
            <a:off x="3841913" y="3838575"/>
            <a:ext cx="740283" cy="6496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300" b="0">
                <a:solidFill>
                  <a:srgbClr val="242421"/>
                </a:solidFill>
                <a:latin typeface="Georgia"/>
                <a:ea typeface="Georgia"/>
                <a:cs typeface="Georgia"/>
              </a:defRPr>
            </a:defPPr>
          </a:lstStyle>
          <a:p xmlns:a="http://schemas.openxmlformats.org/drawingml/2006/main">
            <a:pPr>
              <a:defRPr sz="3300" b="0">
                <a:solidFill>
                  <a:srgbClr val="242421"/>
                </a:solidFill>
                <a:latin typeface="Georgia"/>
                <a:ea typeface="Georgia"/>
                <a:cs typeface="Georgia"/>
              </a:defRPr>
            </a:pPr>
            <a:r>
              <a:rPr sz="3300" b="0">
                <a:solidFill>
                  <a:srgbClr val="242421"/>
                </a:solidFill>
                <a:latin typeface="Georgia"/>
                <a:ea typeface="Georgia"/>
                <a:cs typeface="Georgia"/>
              </a:rPr>
              <a:t> + γ</a:t>
            </a:r>
          </a:p>
        </p:txBody>
      </p:sp>
      <p:sp>
        <p:nvSpPr>
          <p:cNvPr id="13" name="2">
            <a:extLst xmlns:a="http://schemas.openxmlformats.org/drawingml/2006/main">
              <a:ext uri="{FF2B5EF4-FFF2-40B4-BE49-F238E27FC236}">
                <a16:creationId xmlns:a16="http://schemas.microsoft.com/office/drawing/2014/main" id="{3E1C3555-7880-4E64-8988-EEFB7E1B7DB0}"/>
              </a:ext>
            </a:extLst>
          </p:cNvPr>
          <p:cNvSpPr>
            <a:spLocks xmlns:a="http://schemas.openxmlformats.org/drawingml/2006/main" noGrp="1"/>
          </p:cNvSpPr>
          <p:nvPr/>
        </p:nvSpPr>
        <p:spPr>
          <a:xfrm xmlns:a="http://schemas.openxmlformats.org/drawingml/2006/main">
            <a:off x="4544096" y="3805047"/>
            <a:ext cx="200315" cy="6496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013" b="0">
                <a:solidFill>
                  <a:srgbClr val="242421"/>
                </a:solidFill>
                <a:latin typeface="Georgia"/>
                <a:ea typeface="Georgia"/>
                <a:cs typeface="Georgia"/>
              </a:defRPr>
            </a:defPPr>
          </a:lstStyle>
          <a:p xmlns:a="http://schemas.openxmlformats.org/drawingml/2006/main">
            <a:pPr>
              <a:defRPr sz="2013" b="0">
                <a:solidFill>
                  <a:srgbClr val="242421"/>
                </a:solidFill>
                <a:latin typeface="Georgia"/>
                <a:ea typeface="Georgia"/>
                <a:cs typeface="Georgia"/>
              </a:defRPr>
            </a:pPr>
            <a:r>
              <a:rPr sz="2013" b="0">
                <a:solidFill>
                  <a:srgbClr val="242421"/>
                </a:solidFill>
                <a:latin typeface="Georgia"/>
                <a:ea typeface="Georgia"/>
                <a:cs typeface="Georgia"/>
              </a:rPr>
              <a:t>2</a:t>
            </a:r>
          </a:p>
        </p:txBody>
      </p:sp>
      <p:sp>
        <p:nvSpPr>
          <p:cNvPr id="14" name=")]">
            <a:extLst xmlns:a="http://schemas.openxmlformats.org/drawingml/2006/main">
              <a:ext uri="{FF2B5EF4-FFF2-40B4-BE49-F238E27FC236}">
                <a16:creationId xmlns:a16="http://schemas.microsoft.com/office/drawing/2014/main" id="{885B56BD-B449-4705-A589-487246E3EE97}"/>
              </a:ext>
            </a:extLst>
          </p:cNvPr>
          <p:cNvSpPr>
            <a:spLocks xmlns:a="http://schemas.openxmlformats.org/drawingml/2006/main" noGrp="1"/>
          </p:cNvSpPr>
          <p:nvPr/>
        </p:nvSpPr>
        <p:spPr>
          <a:xfrm xmlns:a="http://schemas.openxmlformats.org/drawingml/2006/main">
            <a:off x="4706310" y="3838575"/>
            <a:ext cx="375666" cy="6496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300" b="0">
                <a:solidFill>
                  <a:srgbClr val="242421"/>
                </a:solidFill>
                <a:latin typeface="Georgia"/>
                <a:ea typeface="Georgia"/>
                <a:cs typeface="Georgia"/>
              </a:defRPr>
            </a:defPPr>
          </a:lstStyle>
          <a:p xmlns:a="http://schemas.openxmlformats.org/drawingml/2006/main">
            <a:pPr>
              <a:defRPr sz="3300" b="0">
                <a:solidFill>
                  <a:srgbClr val="242421"/>
                </a:solidFill>
                <a:latin typeface="Georgia"/>
                <a:ea typeface="Georgia"/>
                <a:cs typeface="Georgia"/>
              </a:defRPr>
            </a:pPr>
            <a:r>
              <a:rPr sz="3300" b="0">
                <a:solidFill>
                  <a:srgbClr val="242421"/>
                </a:solidFill>
                <a:latin typeface="Georgia"/>
                <a:ea typeface="Georgia"/>
                <a:cs typeface="Georgia"/>
              </a:rPr>
              <a:t>)]</a:t>
            </a:r>
          </a:p>
        </p:txBody>
      </p:sp>
      <p:sp>
        <p:nvSpPr>
          <p:cNvPr id="15" name="γ = 1 / (2π T">
            <a:extLst xmlns:a="http://schemas.openxmlformats.org/drawingml/2006/main">
              <a:ext uri="{FF2B5EF4-FFF2-40B4-BE49-F238E27FC236}">
                <a16:creationId xmlns:a16="http://schemas.microsoft.com/office/drawing/2014/main" id="{DE965C65-C641-4E2C-B583-5CEA8267AFFD}"/>
              </a:ext>
            </a:extLst>
          </p:cNvPr>
          <p:cNvSpPr>
            <a:spLocks xmlns:a="http://schemas.openxmlformats.org/drawingml/2006/main" noGrp="1"/>
          </p:cNvSpPr>
          <p:nvPr/>
        </p:nvSpPr>
        <p:spPr>
          <a:xfrm xmlns:a="http://schemas.openxmlformats.org/drawingml/2006/main">
            <a:off x="609600" y="4772025"/>
            <a:ext cx="2015300" cy="5610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850" b="0">
                <a:solidFill>
                  <a:srgbClr val="242421"/>
                </a:solidFill>
                <a:latin typeface="Georgia"/>
                <a:ea typeface="Georgia"/>
                <a:cs typeface="Georgia"/>
              </a:defRPr>
            </a:defPPr>
          </a:lstStyle>
          <a:p xmlns:a="http://schemas.openxmlformats.org/drawingml/2006/main">
            <a:pPr>
              <a:defRPr sz="2850" b="0">
                <a:solidFill>
                  <a:srgbClr val="242421"/>
                </a:solidFill>
                <a:latin typeface="Georgia"/>
                <a:ea typeface="Georgia"/>
                <a:cs typeface="Georgia"/>
              </a:defRPr>
            </a:pPr>
            <a:r>
              <a:rPr sz="2850" b="0">
                <a:solidFill>
                  <a:srgbClr val="242421"/>
                </a:solidFill>
                <a:latin typeface="Georgia"/>
                <a:ea typeface="Georgia"/>
                <a:cs typeface="Georgia"/>
              </a:rPr>
              <a:t>γ = 1 / (2π T</a:t>
            </a:r>
          </a:p>
        </p:txBody>
      </p:sp>
      <p:sp>
        <p:nvSpPr>
          <p:cNvPr id="16" name="2">
            <a:extLst xmlns:a="http://schemas.openxmlformats.org/drawingml/2006/main">
              <a:ext uri="{FF2B5EF4-FFF2-40B4-BE49-F238E27FC236}">
                <a16:creationId xmlns:a16="http://schemas.microsoft.com/office/drawing/2014/main" id="{D3312D50-7944-444C-806F-3FDDEA834BAB}"/>
              </a:ext>
            </a:extLst>
          </p:cNvPr>
          <p:cNvSpPr>
            <a:spLocks xmlns:a="http://schemas.openxmlformats.org/drawingml/2006/main" noGrp="1"/>
          </p:cNvSpPr>
          <p:nvPr/>
        </p:nvSpPr>
        <p:spPr>
          <a:xfrm xmlns:a="http://schemas.openxmlformats.org/drawingml/2006/main">
            <a:off x="2586800" y="4945761"/>
            <a:ext cx="180792" cy="5610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739" b="0">
                <a:solidFill>
                  <a:srgbClr val="242421"/>
                </a:solidFill>
                <a:latin typeface="Georgia"/>
                <a:ea typeface="Georgia"/>
                <a:cs typeface="Georgia"/>
              </a:defRPr>
            </a:defPPr>
          </a:lstStyle>
          <a:p xmlns:a="http://schemas.openxmlformats.org/drawingml/2006/main">
            <a:pPr>
              <a:defRPr sz="1739" b="0">
                <a:solidFill>
                  <a:srgbClr val="242421"/>
                </a:solidFill>
                <a:latin typeface="Georgia"/>
                <a:ea typeface="Georgia"/>
                <a:cs typeface="Georgia"/>
              </a:defRPr>
            </a:pPr>
            <a:r>
              <a:rPr sz="1739" b="0">
                <a:solidFill>
                  <a:srgbClr val="242421"/>
                </a:solidFill>
                <a:latin typeface="Georgia"/>
                <a:ea typeface="Georgia"/>
                <a:cs typeface="Georgia"/>
              </a:rPr>
              <a:t>2</a:t>
            </a:r>
          </a:p>
        </p:txBody>
      </p:sp>
      <p:sp>
        <p:nvSpPr>
          <p:cNvPr id="17" name=")">
            <a:extLst xmlns:a="http://schemas.openxmlformats.org/drawingml/2006/main">
              <a:ext uri="{FF2B5EF4-FFF2-40B4-BE49-F238E27FC236}">
                <a16:creationId xmlns:a16="http://schemas.microsoft.com/office/drawing/2014/main" id="{A943532B-022B-4B67-9650-CC215E2EF6E0}"/>
              </a:ext>
            </a:extLst>
          </p:cNvPr>
          <p:cNvSpPr>
            <a:spLocks xmlns:a="http://schemas.openxmlformats.org/drawingml/2006/main" noGrp="1"/>
          </p:cNvSpPr>
          <p:nvPr/>
        </p:nvSpPr>
        <p:spPr>
          <a:xfrm xmlns:a="http://schemas.openxmlformats.org/drawingml/2006/main">
            <a:off x="2729492" y="4772025"/>
            <a:ext cx="194691" cy="5610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850" b="0">
                <a:solidFill>
                  <a:srgbClr val="242421"/>
                </a:solidFill>
                <a:latin typeface="Georgia"/>
                <a:ea typeface="Georgia"/>
                <a:cs typeface="Georgia"/>
              </a:defRPr>
            </a:defPPr>
          </a:lstStyle>
          <a:p xmlns:a="http://schemas.openxmlformats.org/drawingml/2006/main">
            <a:pPr>
              <a:defRPr sz="2850" b="0">
                <a:solidFill>
                  <a:srgbClr val="242421"/>
                </a:solidFill>
                <a:latin typeface="Georgia"/>
                <a:ea typeface="Georgia"/>
                <a:cs typeface="Georgia"/>
              </a:defRPr>
            </a:pPr>
            <a:r>
              <a:rPr sz="2850" b="0">
                <a:solidFill>
                  <a:srgbClr val="242421"/>
                </a:solidFill>
                <a:latin typeface="Georgia"/>
                <a:ea typeface="Georgia"/>
                <a:cs typeface="Georgia"/>
              </a:rPr>
              <a:t>)</a:t>
            </a:r>
          </a:p>
        </p:txBody>
      </p:sp>
      <p:sp>
        <p:nvSpPr>
          <p:cNvPr id="18" name="Finite coherence gives finite width. Doppler shifts convolve this line">
            <a:extLst xmlns:a="http://schemas.openxmlformats.org/drawingml/2006/main">
              <a:ext uri="{FF2B5EF4-FFF2-40B4-BE49-F238E27FC236}">
                <a16:creationId xmlns:a16="http://schemas.microsoft.com/office/drawing/2014/main" id="{CAB64EF4-1680-4968-8FE1-5684932D4121}"/>
              </a:ext>
            </a:extLst>
          </p:cNvPr>
          <p:cNvSpPr>
            <a:spLocks xmlns:a="http://schemas.openxmlformats.org/drawingml/2006/main" noGrp="1"/>
          </p:cNvSpPr>
          <p:nvPr/>
        </p:nvSpPr>
        <p:spPr>
          <a:xfrm xmlns:a="http://schemas.openxmlformats.org/drawingml/2006/main">
            <a:off x="609600" y="5724525"/>
            <a:ext cx="109728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6E6A61"/>
                </a:solidFill>
                <a:latin typeface="Georgia"/>
                <a:ea typeface="Georgia"/>
                <a:cs typeface="Georgia"/>
              </a:defRPr>
            </a:defPPr>
          </a:lstStyle>
          <a:p xmlns:a="http://schemas.openxmlformats.org/drawingml/2006/main">
            <a:pPr>
              <a:defRPr sz="1800" b="0">
                <a:solidFill>
                  <a:srgbClr val="6E6A61"/>
                </a:solidFill>
                <a:latin typeface="Georgia"/>
                <a:ea typeface="Georgia"/>
                <a:cs typeface="Georgia"/>
              </a:defRPr>
            </a:pPr>
            <a:r>
              <a:rPr sz="1800" b="0">
                <a:solidFill>
                  <a:srgbClr val="6E6A61"/>
                </a:solidFill>
                <a:latin typeface="Georgia"/>
                <a:ea typeface="Georgia"/>
                <a:cs typeface="Georgia"/>
              </a:rPr>
              <a:t>Finite coherence gives finite width. Doppler shifts convolve this line with a Gaussian.</a:t>
            </a:r>
          </a:p>
          <a:p xmlns:a="http://schemas.openxmlformats.org/drawingml/2006/main">
            <a:pPr>
              <a:defRPr sz="1800" b="0">
                <a:solidFill>
                  <a:srgbClr val="6E6A61"/>
                </a:solidFill>
                <a:latin typeface="Georgia"/>
                <a:ea typeface="Georgia"/>
                <a:cs typeface="Georgia"/>
              </a:defRPr>
            </a:pPr>
            <a:r>
              <a:rPr sz="1800" b="0">
                <a:solidFill>
                  <a:srgbClr val="6E6A61"/>
                </a:solidFill>
                <a:latin typeface="Georgia"/>
                <a:ea typeface="Georgia"/>
                <a:cs typeface="Georgia"/>
              </a:rPr>
              <a:t>An infinitely sharp ideal transition would be a delta peak, not a rectangular band.</a:t>
            </a:r>
          </a:p>
        </p:txBody>
      </p:sp>
    </p:spTree>
    <p:extLst>
      <p:ext uri="{BB962C8B-B14F-4D97-AF65-F5344CB8AC3E}">
        <p14:creationId xmlns:p14="http://schemas.microsoft.com/office/powerpoint/2010/main" val="2134006242"/>
      </p:ext>
    </p:extLst>
  </p:cSld>
</p:sld>
</file>

<file path=ppt/slides/slide17.xml><?xml version="1.0" encoding="utf-8"?>
<p:sld xmlns:p="http://schemas.openxmlformats.org/presentationml/2006/main">
  <p:cSld>
    <p:bg>
      <p:bgPr>
        <a:solidFill xmlns:a="http://schemas.openxmlformats.org/drawingml/2006/main">
          <a:srgbClr val="F4F0E8"/>
        </a:solidFill>
      </p:bgPr>
    </p:bg>
    <p:spTree>
      <p:nvGrpSpPr>
        <p:cNvPr id="1" name=""/>
        <p:cNvGrpSpPr/>
        <p:nvPr/>
      </p:nvGrpSpPr>
      <p:grpSpPr>
        <a:xfrm xmlns:a="http://schemas.openxmlformats.org/drawingml/2006/main"/>
      </p:grpSpPr>
      <p:sp>
        <p:nvSpPr>
          <p:cNvPr id="16" name="Sources and numerical evidence">
            <a:extLst xmlns:a="http://schemas.openxmlformats.org/drawingml/2006/main">
              <a:ext uri="{FF2B5EF4-FFF2-40B4-BE49-F238E27FC236}">
                <a16:creationId xmlns:a16="http://schemas.microsoft.com/office/drawing/2014/main" id="{58F326C5-A3E4-4D38-9CCA-12E8FF93D74B}"/>
              </a:ext>
            </a:extLst>
          </p:cNvPr>
          <p:cNvSpPr>
            <a:spLocks xmlns:a="http://schemas.openxmlformats.org/drawingml/2006/main" noGrp="1"/>
          </p:cNvSpPr>
          <p:nvPr/>
        </p:nvSpPr>
        <p:spPr>
          <a:xfrm xmlns:a="http://schemas.openxmlformats.org/drawingml/2006/main">
            <a:off x="609600" y="409575"/>
            <a:ext cx="109728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0">
                <a:solidFill>
                  <a:srgbClr val="242421"/>
                </a:solidFill>
                <a:latin typeface="Georgia"/>
                <a:ea typeface="Georgia"/>
                <a:cs typeface="Georgia"/>
              </a:defRPr>
            </a:defPPr>
          </a:lstStyle>
          <a:p xmlns:a="http://schemas.openxmlformats.org/drawingml/2006/main">
            <a:pPr>
              <a:defRPr sz="3300" b="0">
                <a:solidFill>
                  <a:srgbClr val="242421"/>
                </a:solidFill>
                <a:latin typeface="Georgia"/>
                <a:ea typeface="Georgia"/>
                <a:cs typeface="Georgia"/>
              </a:defRPr>
            </a:pPr>
            <a:r>
              <a:rPr sz="3300" b="0">
                <a:solidFill>
                  <a:srgbClr val="242421"/>
                </a:solidFill>
                <a:latin typeface="Georgia"/>
                <a:ea typeface="Georgia"/>
                <a:cs typeface="Georgia"/>
              </a:rPr>
              <a:t>Sources and numerical evidence</a:t>
            </a:r>
          </a:p>
        </p:txBody>
      </p:sp>
      <p:sp>
        <p:nvSpPr>
          <p:cNvPr id="2" name="17">
            <a:extLst xmlns:a="http://schemas.openxmlformats.org/drawingml/2006/main">
              <a:ext uri="{FF2B5EF4-FFF2-40B4-BE49-F238E27FC236}">
                <a16:creationId xmlns:a16="http://schemas.microsoft.com/office/drawing/2014/main" id="{515E97F9-F22E-4042-B662-3B2085E30F56}"/>
              </a:ext>
            </a:extLst>
          </p:cNvPr>
          <p:cNvSpPr>
            <a:spLocks xmlns:a="http://schemas.openxmlformats.org/drawingml/2006/main" noGrp="1"/>
          </p:cNvSpPr>
          <p:nvPr/>
        </p:nvSpPr>
        <p:spPr>
          <a:xfrm xmlns:a="http://schemas.openxmlformats.org/drawingml/2006/main">
            <a:off x="1114425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6E6A61"/>
                </a:solidFill>
                <a:latin typeface="Georgia"/>
                <a:ea typeface="Georgia"/>
                <a:cs typeface="Georgia"/>
              </a:defRPr>
            </a:defPPr>
          </a:lstStyle>
          <a:p xmlns:a="http://schemas.openxmlformats.org/drawingml/2006/main">
            <a:pPr algn="r">
              <a:defRPr sz="1275" b="0">
                <a:solidFill>
                  <a:srgbClr val="6E6A61"/>
                </a:solidFill>
                <a:latin typeface="Georgia"/>
                <a:ea typeface="Georgia"/>
                <a:cs typeface="Georgia"/>
              </a:defRPr>
            </a:pPr>
            <a:r>
              <a:rPr sz="1275" b="0">
                <a:solidFill>
                  <a:srgbClr val="6E6A61"/>
                </a:solidFill>
                <a:latin typeface="Georgia"/>
                <a:ea typeface="Georgia"/>
                <a:cs typeface="Georgia"/>
              </a:rPr>
              <a:t>17</a:t>
            </a:r>
          </a:p>
        </p:txBody>
      </p:sp>
      <p:sp>
        <p:nvSpPr>
          <p:cNvPr id="3" name="NIST molecular data">
            <a:extLst xmlns:a="http://schemas.openxmlformats.org/drawingml/2006/main">
              <a:ext uri="{FF2B5EF4-FFF2-40B4-BE49-F238E27FC236}">
                <a16:creationId xmlns:a16="http://schemas.microsoft.com/office/drawing/2014/main" id="{749CA563-A0BA-48A6-9710-7B6929065E38}"/>
              </a:ext>
            </a:extLst>
          </p:cNvPr>
          <p:cNvSpPr>
            <a:spLocks xmlns:a="http://schemas.openxmlformats.org/drawingml/2006/main" noGrp="1"/>
          </p:cNvSpPr>
          <p:nvPr/>
        </p:nvSpPr>
        <p:spPr>
          <a:xfrm xmlns:a="http://schemas.openxmlformats.org/drawingml/2006/main">
            <a:off x="609600" y="1628775"/>
            <a:ext cx="4095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B4472B"/>
                </a:solidFill>
                <a:latin typeface="Georgia"/>
                <a:ea typeface="Georgia"/>
                <a:cs typeface="Georgia"/>
              </a:defRPr>
            </a:defPPr>
          </a:lstStyle>
          <a:p xmlns:a="http://schemas.openxmlformats.org/drawingml/2006/main">
            <a:pPr>
              <a:defRPr sz="2025" b="0">
                <a:solidFill>
                  <a:srgbClr val="B4472B"/>
                </a:solidFill>
                <a:latin typeface="Georgia"/>
                <a:ea typeface="Georgia"/>
                <a:cs typeface="Georgia"/>
              </a:defRPr>
            </a:pPr>
            <a:r>
              <a:rPr sz="2025" b="0">
                <a:solidFill>
                  <a:srgbClr val="B4472B"/>
                </a:solidFill>
                <a:latin typeface="Georgia"/>
                <a:ea typeface="Georgia"/>
                <a:cs typeface="Georgia"/>
                <a:hlinkClick xmlns:r="http://schemas.openxmlformats.org/officeDocument/2006/relationships" r:id="Rd9328c3a7768499f"/>
              </a:rPr>
              <a:t>NIST molecular data</a:t>
            </a:r>
          </a:p>
        </p:txBody>
      </p:sp>
      <p:sp>
        <p:nvSpPr>
          <p:cNvPr id="4" name="CO dipole and rotational selection rules">
            <a:extLst xmlns:a="http://schemas.openxmlformats.org/drawingml/2006/main">
              <a:ext uri="{FF2B5EF4-FFF2-40B4-BE49-F238E27FC236}">
                <a16:creationId xmlns:a16="http://schemas.microsoft.com/office/drawing/2014/main" id="{59EF8B20-4149-4228-83C1-60B3C9E5BE6D}"/>
              </a:ext>
            </a:extLst>
          </p:cNvPr>
          <p:cNvSpPr>
            <a:spLocks xmlns:a="http://schemas.openxmlformats.org/drawingml/2006/main" noGrp="1"/>
          </p:cNvSpPr>
          <p:nvPr/>
        </p:nvSpPr>
        <p:spPr>
          <a:xfrm xmlns:a="http://schemas.openxmlformats.org/drawingml/2006/main">
            <a:off x="5019675" y="1647825"/>
            <a:ext cx="65627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42421"/>
                </a:solidFill>
                <a:latin typeface="Georgia"/>
                <a:ea typeface="Georgia"/>
                <a:cs typeface="Georgia"/>
              </a:defRPr>
            </a:defPPr>
          </a:lstStyle>
          <a:p xmlns:a="http://schemas.openxmlformats.org/drawingml/2006/main">
            <a:pPr>
              <a:defRPr sz="1800" b="0">
                <a:solidFill>
                  <a:srgbClr val="242421"/>
                </a:solidFill>
                <a:latin typeface="Georgia"/>
                <a:ea typeface="Georgia"/>
                <a:cs typeface="Georgia"/>
              </a:defRPr>
            </a:pPr>
            <a:r>
              <a:rPr sz="1800" b="0">
                <a:solidFill>
                  <a:srgbClr val="242421"/>
                </a:solidFill>
                <a:latin typeface="Georgia"/>
                <a:ea typeface="Georgia"/>
                <a:cs typeface="Georgia"/>
              </a:rPr>
              <a:t>CO dipole and rotational selection rules</a:t>
            </a:r>
          </a:p>
        </p:txBody>
      </p:sp>
      <p:sp>
        <p:nvSpPr>
          <p:cNvPr id="5" name="MIT spectroscopy">
            <a:extLst xmlns:a="http://schemas.openxmlformats.org/drawingml/2006/main">
              <a:ext uri="{FF2B5EF4-FFF2-40B4-BE49-F238E27FC236}">
                <a16:creationId xmlns:a16="http://schemas.microsoft.com/office/drawing/2014/main" id="{241ACB00-00E0-4BB5-9201-BACCB9AC783F}"/>
              </a:ext>
            </a:extLst>
          </p:cNvPr>
          <p:cNvSpPr>
            <a:spLocks xmlns:a="http://schemas.openxmlformats.org/drawingml/2006/main" noGrp="1"/>
          </p:cNvSpPr>
          <p:nvPr/>
        </p:nvSpPr>
        <p:spPr>
          <a:xfrm xmlns:a="http://schemas.openxmlformats.org/drawingml/2006/main">
            <a:off x="609600" y="2314575"/>
            <a:ext cx="4095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B4472B"/>
                </a:solidFill>
                <a:latin typeface="Georgia"/>
                <a:ea typeface="Georgia"/>
                <a:cs typeface="Georgia"/>
              </a:defRPr>
            </a:defPPr>
          </a:lstStyle>
          <a:p xmlns:a="http://schemas.openxmlformats.org/drawingml/2006/main">
            <a:pPr>
              <a:defRPr sz="2025" b="0">
                <a:solidFill>
                  <a:srgbClr val="B4472B"/>
                </a:solidFill>
                <a:latin typeface="Georgia"/>
                <a:ea typeface="Georgia"/>
                <a:cs typeface="Georgia"/>
              </a:defRPr>
            </a:pPr>
            <a:r>
              <a:rPr sz="2025" b="0">
                <a:solidFill>
                  <a:srgbClr val="B4472B"/>
                </a:solidFill>
                <a:latin typeface="Georgia"/>
                <a:ea typeface="Georgia"/>
                <a:cs typeface="Georgia"/>
                <a:hlinkClick xmlns:r="http://schemas.openxmlformats.org/officeDocument/2006/relationships" r:id="Rc61d62dc00fd4203"/>
              </a:rPr>
              <a:t>MIT spectroscopy</a:t>
            </a:r>
          </a:p>
        </p:txBody>
      </p:sp>
      <p:sp>
        <p:nvSpPr>
          <p:cNvPr id="6" name="Coherence, dephasing and line shape">
            <a:extLst xmlns:a="http://schemas.openxmlformats.org/drawingml/2006/main">
              <a:ext uri="{FF2B5EF4-FFF2-40B4-BE49-F238E27FC236}">
                <a16:creationId xmlns:a16="http://schemas.microsoft.com/office/drawing/2014/main" id="{B8278A10-A7C5-4E19-81F1-060062A8FB75}"/>
              </a:ext>
            </a:extLst>
          </p:cNvPr>
          <p:cNvSpPr>
            <a:spLocks xmlns:a="http://schemas.openxmlformats.org/drawingml/2006/main" noGrp="1"/>
          </p:cNvSpPr>
          <p:nvPr/>
        </p:nvSpPr>
        <p:spPr>
          <a:xfrm xmlns:a="http://schemas.openxmlformats.org/drawingml/2006/main">
            <a:off x="5019675" y="2333625"/>
            <a:ext cx="65627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42421"/>
                </a:solidFill>
                <a:latin typeface="Georgia"/>
                <a:ea typeface="Georgia"/>
                <a:cs typeface="Georgia"/>
              </a:defRPr>
            </a:defPPr>
          </a:lstStyle>
          <a:p xmlns:a="http://schemas.openxmlformats.org/drawingml/2006/main">
            <a:pPr>
              <a:defRPr sz="1800" b="0">
                <a:solidFill>
                  <a:srgbClr val="242421"/>
                </a:solidFill>
                <a:latin typeface="Georgia"/>
                <a:ea typeface="Georgia"/>
                <a:cs typeface="Georgia"/>
              </a:defRPr>
            </a:pPr>
            <a:r>
              <a:rPr sz="1800" b="0">
                <a:solidFill>
                  <a:srgbClr val="242421"/>
                </a:solidFill>
                <a:latin typeface="Georgia"/>
                <a:ea typeface="Georgia"/>
                <a:cs typeface="Georgia"/>
              </a:rPr>
              <a:t>Coherence, dephasing and line shape</a:t>
            </a:r>
          </a:p>
        </p:txBody>
      </p:sp>
      <p:sp>
        <p:nvSpPr>
          <p:cNvPr id="7" name="HITRAN and NIST MATS">
            <a:extLst xmlns:a="http://schemas.openxmlformats.org/drawingml/2006/main">
              <a:ext uri="{FF2B5EF4-FFF2-40B4-BE49-F238E27FC236}">
                <a16:creationId xmlns:a16="http://schemas.microsoft.com/office/drawing/2014/main" id="{DA2CEC3B-F41C-4D07-99FC-47A24582C7C1}"/>
              </a:ext>
            </a:extLst>
          </p:cNvPr>
          <p:cNvSpPr>
            <a:spLocks xmlns:a="http://schemas.openxmlformats.org/drawingml/2006/main" noGrp="1"/>
          </p:cNvSpPr>
          <p:nvPr/>
        </p:nvSpPr>
        <p:spPr>
          <a:xfrm xmlns:a="http://schemas.openxmlformats.org/drawingml/2006/main">
            <a:off x="609600" y="3000375"/>
            <a:ext cx="4095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B4472B"/>
                </a:solidFill>
                <a:latin typeface="Georgia"/>
                <a:ea typeface="Georgia"/>
                <a:cs typeface="Georgia"/>
              </a:defRPr>
            </a:defPPr>
          </a:lstStyle>
          <a:p xmlns:a="http://schemas.openxmlformats.org/drawingml/2006/main">
            <a:pPr>
              <a:defRPr sz="2025" b="0">
                <a:solidFill>
                  <a:srgbClr val="B4472B"/>
                </a:solidFill>
                <a:latin typeface="Georgia"/>
                <a:ea typeface="Georgia"/>
                <a:cs typeface="Georgia"/>
              </a:defRPr>
            </a:pPr>
            <a:r>
              <a:rPr sz="2025" b="0">
                <a:solidFill>
                  <a:srgbClr val="B4472B"/>
                </a:solidFill>
                <a:latin typeface="Georgia"/>
                <a:ea typeface="Georgia"/>
                <a:cs typeface="Georgia"/>
                <a:hlinkClick xmlns:r="http://schemas.openxmlformats.org/officeDocument/2006/relationships" r:id="Rd9dee390f6ef4752"/>
              </a:rPr>
              <a:t>HITRAN and NIST MATS</a:t>
            </a:r>
          </a:p>
        </p:txBody>
      </p:sp>
      <p:sp>
        <p:nvSpPr>
          <p:cNvPr id="8" name="Line parameters, Doppler and collision profiles">
            <a:extLst xmlns:a="http://schemas.openxmlformats.org/drawingml/2006/main">
              <a:ext uri="{FF2B5EF4-FFF2-40B4-BE49-F238E27FC236}">
                <a16:creationId xmlns:a16="http://schemas.microsoft.com/office/drawing/2014/main" id="{323B128A-351D-4984-BCF3-9EC4645FFE26}"/>
              </a:ext>
            </a:extLst>
          </p:cNvPr>
          <p:cNvSpPr>
            <a:spLocks xmlns:a="http://schemas.openxmlformats.org/drawingml/2006/main" noGrp="1"/>
          </p:cNvSpPr>
          <p:nvPr/>
        </p:nvSpPr>
        <p:spPr>
          <a:xfrm xmlns:a="http://schemas.openxmlformats.org/drawingml/2006/main">
            <a:off x="5019675" y="3019425"/>
            <a:ext cx="65627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42421"/>
                </a:solidFill>
                <a:latin typeface="Georgia"/>
                <a:ea typeface="Georgia"/>
                <a:cs typeface="Georgia"/>
              </a:defRPr>
            </a:defPPr>
          </a:lstStyle>
          <a:p xmlns:a="http://schemas.openxmlformats.org/drawingml/2006/main">
            <a:pPr>
              <a:defRPr sz="1800" b="0">
                <a:solidFill>
                  <a:srgbClr val="242421"/>
                </a:solidFill>
                <a:latin typeface="Georgia"/>
                <a:ea typeface="Georgia"/>
                <a:cs typeface="Georgia"/>
              </a:defRPr>
            </a:pPr>
            <a:r>
              <a:rPr sz="1800" b="0">
                <a:solidFill>
                  <a:srgbClr val="242421"/>
                </a:solidFill>
                <a:latin typeface="Georgia"/>
                <a:ea typeface="Georgia"/>
                <a:cs typeface="Georgia"/>
              </a:rPr>
              <a:t>Line parameters, Doppler and collision profiles</a:t>
            </a:r>
          </a:p>
        </p:txBody>
      </p:sp>
      <p:sp>
        <p:nvSpPr>
          <p:cNvPr id="9" name="JPL CO catalog">
            <a:extLst xmlns:a="http://schemas.openxmlformats.org/drawingml/2006/main">
              <a:ext uri="{FF2B5EF4-FFF2-40B4-BE49-F238E27FC236}">
                <a16:creationId xmlns:a16="http://schemas.microsoft.com/office/drawing/2014/main" id="{B611F3A0-EB83-4470-AB82-F88E2D4076CE}"/>
              </a:ext>
            </a:extLst>
          </p:cNvPr>
          <p:cNvSpPr>
            <a:spLocks xmlns:a="http://schemas.openxmlformats.org/drawingml/2006/main" noGrp="1"/>
          </p:cNvSpPr>
          <p:nvPr/>
        </p:nvSpPr>
        <p:spPr>
          <a:xfrm xmlns:a="http://schemas.openxmlformats.org/drawingml/2006/main">
            <a:off x="609600" y="3686175"/>
            <a:ext cx="4095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B4472B"/>
                </a:solidFill>
                <a:latin typeface="Georgia"/>
                <a:ea typeface="Georgia"/>
                <a:cs typeface="Georgia"/>
              </a:defRPr>
            </a:defPPr>
          </a:lstStyle>
          <a:p xmlns:a="http://schemas.openxmlformats.org/drawingml/2006/main">
            <a:pPr>
              <a:defRPr sz="2025" b="0">
                <a:solidFill>
                  <a:srgbClr val="B4472B"/>
                </a:solidFill>
                <a:latin typeface="Georgia"/>
                <a:ea typeface="Georgia"/>
                <a:cs typeface="Georgia"/>
              </a:defRPr>
            </a:pPr>
            <a:r>
              <a:rPr sz="2025" b="0">
                <a:solidFill>
                  <a:srgbClr val="B4472B"/>
                </a:solidFill>
                <a:latin typeface="Georgia"/>
                <a:ea typeface="Georgia"/>
                <a:cs typeface="Georgia"/>
                <a:hlinkClick xmlns:r="http://schemas.openxmlformats.org/officeDocument/2006/relationships" r:id="R8bdc1192edab4907"/>
              </a:rPr>
              <a:t>JPL CO catalog</a:t>
            </a:r>
          </a:p>
        </p:txBody>
      </p:sp>
      <p:sp>
        <p:nvSpPr>
          <p:cNvPr id="10" name="Independent line positions">
            <a:extLst xmlns:a="http://schemas.openxmlformats.org/drawingml/2006/main">
              <a:ext uri="{FF2B5EF4-FFF2-40B4-BE49-F238E27FC236}">
                <a16:creationId xmlns:a16="http://schemas.microsoft.com/office/drawing/2014/main" id="{442ACF67-EC4D-4423-BF55-8ED836792448}"/>
              </a:ext>
            </a:extLst>
          </p:cNvPr>
          <p:cNvSpPr>
            <a:spLocks xmlns:a="http://schemas.openxmlformats.org/drawingml/2006/main" noGrp="1"/>
          </p:cNvSpPr>
          <p:nvPr/>
        </p:nvSpPr>
        <p:spPr>
          <a:xfrm xmlns:a="http://schemas.openxmlformats.org/drawingml/2006/main">
            <a:off x="5019675" y="3705225"/>
            <a:ext cx="65627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42421"/>
                </a:solidFill>
                <a:latin typeface="Georgia"/>
                <a:ea typeface="Georgia"/>
                <a:cs typeface="Georgia"/>
              </a:defRPr>
            </a:defPPr>
          </a:lstStyle>
          <a:p xmlns:a="http://schemas.openxmlformats.org/drawingml/2006/main">
            <a:pPr>
              <a:defRPr sz="1800" b="0">
                <a:solidFill>
                  <a:srgbClr val="242421"/>
                </a:solidFill>
                <a:latin typeface="Georgia"/>
                <a:ea typeface="Georgia"/>
                <a:cs typeface="Georgia"/>
              </a:defRPr>
            </a:pPr>
            <a:r>
              <a:rPr sz="1800" b="0">
                <a:solidFill>
                  <a:srgbClr val="242421"/>
                </a:solidFill>
                <a:latin typeface="Georgia"/>
                <a:ea typeface="Georgia"/>
                <a:cs typeface="Georgia"/>
              </a:rPr>
              <a:t>Independent line positions</a:t>
            </a:r>
          </a:p>
        </p:txBody>
      </p:sp>
      <p:sp>
        <p:nvSpPr>
          <p:cNvPr id="11" name="ITU P.676, Annex 1">
            <a:extLst xmlns:a="http://schemas.openxmlformats.org/drawingml/2006/main">
              <a:ext uri="{FF2B5EF4-FFF2-40B4-BE49-F238E27FC236}">
                <a16:creationId xmlns:a16="http://schemas.microsoft.com/office/drawing/2014/main" id="{245055A8-3B81-4224-A286-B3F832EAD2BC}"/>
              </a:ext>
            </a:extLst>
          </p:cNvPr>
          <p:cNvSpPr>
            <a:spLocks xmlns:a="http://schemas.openxmlformats.org/drawingml/2006/main" noGrp="1"/>
          </p:cNvSpPr>
          <p:nvPr/>
        </p:nvSpPr>
        <p:spPr>
          <a:xfrm xmlns:a="http://schemas.openxmlformats.org/drawingml/2006/main">
            <a:off x="609600" y="4371975"/>
            <a:ext cx="4095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B4472B"/>
                </a:solidFill>
                <a:latin typeface="Georgia"/>
                <a:ea typeface="Georgia"/>
                <a:cs typeface="Georgia"/>
              </a:defRPr>
            </a:defPPr>
          </a:lstStyle>
          <a:p xmlns:a="http://schemas.openxmlformats.org/drawingml/2006/main">
            <a:pPr>
              <a:defRPr sz="2025" b="0">
                <a:solidFill>
                  <a:srgbClr val="B4472B"/>
                </a:solidFill>
                <a:latin typeface="Georgia"/>
                <a:ea typeface="Georgia"/>
                <a:cs typeface="Georgia"/>
              </a:defRPr>
            </a:pPr>
            <a:r>
              <a:rPr sz="2025" b="0">
                <a:solidFill>
                  <a:srgbClr val="B4472B"/>
                </a:solidFill>
                <a:latin typeface="Georgia"/>
                <a:ea typeface="Georgia"/>
                <a:cs typeface="Georgia"/>
                <a:hlinkClick xmlns:r="http://schemas.openxmlformats.org/officeDocument/2006/relationships" r:id="Rdd586655749f496b"/>
              </a:rPr>
              <a:t>ITU P.676, Annex 1</a:t>
            </a:r>
          </a:p>
        </p:txBody>
      </p:sp>
      <p:sp>
        <p:nvSpPr>
          <p:cNvPr id="12" name="Atmospheric attenuation through 1000 GHz">
            <a:extLst xmlns:a="http://schemas.openxmlformats.org/drawingml/2006/main">
              <a:ext uri="{FF2B5EF4-FFF2-40B4-BE49-F238E27FC236}">
                <a16:creationId xmlns:a16="http://schemas.microsoft.com/office/drawing/2014/main" id="{887AE2FA-322E-47D6-A25F-DCE367534E4A}"/>
              </a:ext>
            </a:extLst>
          </p:cNvPr>
          <p:cNvSpPr>
            <a:spLocks xmlns:a="http://schemas.openxmlformats.org/drawingml/2006/main" noGrp="1"/>
          </p:cNvSpPr>
          <p:nvPr/>
        </p:nvSpPr>
        <p:spPr>
          <a:xfrm xmlns:a="http://schemas.openxmlformats.org/drawingml/2006/main">
            <a:off x="5019675" y="4391025"/>
            <a:ext cx="65627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42421"/>
                </a:solidFill>
                <a:latin typeface="Georgia"/>
                <a:ea typeface="Georgia"/>
                <a:cs typeface="Georgia"/>
              </a:defRPr>
            </a:defPPr>
          </a:lstStyle>
          <a:p xmlns:a="http://schemas.openxmlformats.org/drawingml/2006/main">
            <a:pPr>
              <a:defRPr sz="1800" b="0">
                <a:solidFill>
                  <a:srgbClr val="242421"/>
                </a:solidFill>
                <a:latin typeface="Georgia"/>
                <a:ea typeface="Georgia"/>
                <a:cs typeface="Georgia"/>
              </a:defRPr>
            </a:pPr>
            <a:r>
              <a:rPr sz="1800" b="0">
                <a:solidFill>
                  <a:srgbClr val="242421"/>
                </a:solidFill>
                <a:latin typeface="Georgia"/>
                <a:ea typeface="Georgia"/>
                <a:cs typeface="Georgia"/>
              </a:rPr>
              <a:t>Atmospheric attenuation through 1000 GHz</a:t>
            </a:r>
          </a:p>
        </p:txBody>
      </p:sp>
      <p:sp>
        <p:nvSpPr>
          <p:cNvPr id="13" name="Project calculation">
            <a:extLst xmlns:a="http://schemas.openxmlformats.org/drawingml/2006/main">
              <a:ext uri="{FF2B5EF4-FFF2-40B4-BE49-F238E27FC236}">
                <a16:creationId xmlns:a16="http://schemas.microsoft.com/office/drawing/2014/main" id="{94EA9BA2-A3C7-46DB-BACD-E5E1AAE8BE72}"/>
              </a:ext>
            </a:extLst>
          </p:cNvPr>
          <p:cNvSpPr>
            <a:spLocks xmlns:a="http://schemas.openxmlformats.org/drawingml/2006/main" noGrp="1"/>
          </p:cNvSpPr>
          <p:nvPr/>
        </p:nvSpPr>
        <p:spPr>
          <a:xfrm xmlns:a="http://schemas.openxmlformats.org/drawingml/2006/main">
            <a:off x="609600" y="5057775"/>
            <a:ext cx="4095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B4472B"/>
                </a:solidFill>
                <a:latin typeface="Georgia"/>
                <a:ea typeface="Georgia"/>
                <a:cs typeface="Georgia"/>
              </a:defRPr>
            </a:defPPr>
          </a:lstStyle>
          <a:p xmlns:a="http://schemas.openxmlformats.org/drawingml/2006/main">
            <a:pPr>
              <a:defRPr sz="2025" b="0">
                <a:solidFill>
                  <a:srgbClr val="B4472B"/>
                </a:solidFill>
                <a:latin typeface="Georgia"/>
                <a:ea typeface="Georgia"/>
                <a:cs typeface="Georgia"/>
              </a:defRPr>
            </a:pPr>
            <a:r>
              <a:rPr sz="2025" b="0">
                <a:solidFill>
                  <a:srgbClr val="B4472B"/>
                </a:solidFill>
                <a:latin typeface="Georgia"/>
                <a:ea typeface="Georgia"/>
                <a:cs typeface="Georgia"/>
                <a:hlinkClick xmlns:r="http://schemas.openxmlformats.org/officeDocument/2006/relationships" r:id="Rc1344be3a13744dd"/>
              </a:rPr>
              <a:t>Project calculation</a:t>
            </a:r>
          </a:p>
        </p:txBody>
      </p:sp>
      <p:sp>
        <p:nvSpPr>
          <p:cNvPr id="14" name="Assumptions, spectra and channel matrices">
            <a:extLst xmlns:a="http://schemas.openxmlformats.org/drawingml/2006/main">
              <a:ext uri="{FF2B5EF4-FFF2-40B4-BE49-F238E27FC236}">
                <a16:creationId xmlns:a16="http://schemas.microsoft.com/office/drawing/2014/main" id="{38D2654C-AB22-43AC-8528-7256B2B16BF4}"/>
              </a:ext>
            </a:extLst>
          </p:cNvPr>
          <p:cNvSpPr>
            <a:spLocks xmlns:a="http://schemas.openxmlformats.org/drawingml/2006/main" noGrp="1"/>
          </p:cNvSpPr>
          <p:nvPr/>
        </p:nvSpPr>
        <p:spPr>
          <a:xfrm xmlns:a="http://schemas.openxmlformats.org/drawingml/2006/main">
            <a:off x="5019675" y="5076825"/>
            <a:ext cx="65627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42421"/>
                </a:solidFill>
                <a:latin typeface="Georgia"/>
                <a:ea typeface="Georgia"/>
                <a:cs typeface="Georgia"/>
              </a:defRPr>
            </a:defPPr>
          </a:lstStyle>
          <a:p xmlns:a="http://schemas.openxmlformats.org/drawingml/2006/main">
            <a:pPr>
              <a:defRPr sz="1800" b="0">
                <a:solidFill>
                  <a:srgbClr val="242421"/>
                </a:solidFill>
                <a:latin typeface="Georgia"/>
                <a:ea typeface="Georgia"/>
                <a:cs typeface="Georgia"/>
              </a:defRPr>
            </a:pPr>
            <a:r>
              <a:rPr sz="1800" b="0">
                <a:solidFill>
                  <a:srgbClr val="242421"/>
                </a:solidFill>
                <a:latin typeface="Georgia"/>
                <a:ea typeface="Georgia"/>
                <a:cs typeface="Georgia"/>
              </a:rPr>
              <a:t>Assumptions, spectra and channel matrices</a:t>
            </a:r>
          </a:p>
        </p:txBody>
      </p:sp>
      <p:sp>
        <p:nvSpPr>
          <p:cNvPr id="15" name="Scientific qualifications and additional source links are included in ">
            <a:extLst xmlns:a="http://schemas.openxmlformats.org/drawingml/2006/main">
              <a:ext uri="{FF2B5EF4-FFF2-40B4-BE49-F238E27FC236}">
                <a16:creationId xmlns:a16="http://schemas.microsoft.com/office/drawing/2014/main" id="{69FC0879-9524-4C84-90D6-2251751D11AC}"/>
              </a:ext>
            </a:extLst>
          </p:cNvPr>
          <p:cNvSpPr>
            <a:spLocks xmlns:a="http://schemas.openxmlformats.org/drawingml/2006/main" noGrp="1"/>
          </p:cNvSpPr>
          <p:nvPr/>
        </p:nvSpPr>
        <p:spPr>
          <a:xfrm xmlns:a="http://schemas.openxmlformats.org/drawingml/2006/main">
            <a:off x="609600" y="5962650"/>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6E6A61"/>
                </a:solidFill>
                <a:latin typeface="Georgia"/>
                <a:ea typeface="Georgia"/>
                <a:cs typeface="Georgia"/>
              </a:defRPr>
            </a:defPPr>
          </a:lstStyle>
          <a:p xmlns:a="http://schemas.openxmlformats.org/drawingml/2006/main">
            <a:pPr>
              <a:defRPr sz="1725" b="0">
                <a:solidFill>
                  <a:srgbClr val="6E6A61"/>
                </a:solidFill>
                <a:latin typeface="Georgia"/>
                <a:ea typeface="Georgia"/>
                <a:cs typeface="Georgia"/>
              </a:defRPr>
            </a:pPr>
            <a:r>
              <a:rPr sz="1725" b="0">
                <a:solidFill>
                  <a:srgbClr val="6E6A61"/>
                </a:solidFill>
                <a:latin typeface="Georgia"/>
                <a:ea typeface="Georgia"/>
                <a:cs typeface="Georgia"/>
              </a:rPr>
              <a:t>Scientific qualifications and additional source links are included in the speaker notes.</a:t>
            </a:r>
          </a:p>
        </p:txBody>
      </p:sp>
    </p:spTree>
    <p:extLst>
      <p:ext uri="{BB962C8B-B14F-4D97-AF65-F5344CB8AC3E}">
        <p14:creationId xmlns:p14="http://schemas.microsoft.com/office/powerpoint/2010/main" val="80309964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2026-10-15T10:53:55.3990000Z</dcterms:created>
  <dcterms:modified xsi:type="dcterms:W3CDTF">2026-10-15T10:53:55.3990000Z</dcterms:modified>
</coreProperties>
</file>