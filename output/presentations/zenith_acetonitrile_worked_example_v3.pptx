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b735a0164cb4a6e" /><Relationship Type="http://schemas.openxmlformats.org/officeDocument/2006/relationships/extended-properties" Target="/docProps/app.xml" Id="R16fbf8aa6c894dd2" /><Relationship Type="http://schemas.openxmlformats.org/officeDocument/2006/relationships/officeDocument" Target="/ppt/presentation.xml" Id="R14c537805778427a" /></Relationships>
</file>

<file path=ppt/presentation.xml><?xml version="1.0" encoding="utf-8"?>
<p:presentation xmlns:p="http://schemas.openxmlformats.org/presentationml/2006/main">
  <p:sldMasterIdLst>
    <p:sldMasterId xmlns:r="http://schemas.openxmlformats.org/officeDocument/2006/relationships" id="2147483648" r:id="R077951d18881416d"/>
  </p:sldMasterIdLst>
  <p:notesMasterIdLst>
    <p:notesMasterId xmlns:r="http://schemas.openxmlformats.org/officeDocument/2006/relationships" r:id="R52f1587f1b8f4b24"/>
  </p:notesMasterIdLst>
  <p:sldIdLst>
    <p:sldId xmlns:r="http://schemas.openxmlformats.org/officeDocument/2006/relationships" id="256" r:id="R280c1b560f334f61"/>
    <p:sldId xmlns:r="http://schemas.openxmlformats.org/officeDocument/2006/relationships" id="257" r:id="R6f0c5ec547384cf9"/>
    <p:sldId xmlns:r="http://schemas.openxmlformats.org/officeDocument/2006/relationships" id="258" r:id="R0c2cd581666a456c"/>
    <p:sldId xmlns:r="http://schemas.openxmlformats.org/officeDocument/2006/relationships" id="259" r:id="Ra37dfd629f43481b"/>
    <p:sldId xmlns:r="http://schemas.openxmlformats.org/officeDocument/2006/relationships" id="260" r:id="R34008eea08344c49"/>
    <p:sldId xmlns:r="http://schemas.openxmlformats.org/officeDocument/2006/relationships" id="261" r:id="R6fac2a2d28454665"/>
    <p:sldId xmlns:r="http://schemas.openxmlformats.org/officeDocument/2006/relationships" id="262" r:id="Re7e93005f00e46ea"/>
    <p:sldId xmlns:r="http://schemas.openxmlformats.org/officeDocument/2006/relationships" id="263" r:id="R4f0e1b5ababb4a6f"/>
    <p:sldId xmlns:r="http://schemas.openxmlformats.org/officeDocument/2006/relationships" id="264" r:id="R3128d0e88c04426f"/>
    <p:sldId xmlns:r="http://schemas.openxmlformats.org/officeDocument/2006/relationships" id="265" r:id="R1efebc821d7c4c9a"/>
    <p:sldId xmlns:r="http://schemas.openxmlformats.org/officeDocument/2006/relationships" id="266" r:id="R11dc9de6e89149dc"/>
    <p:sldId xmlns:r="http://schemas.openxmlformats.org/officeDocument/2006/relationships" id="267" r:id="Rc2f599bf1ad04791"/>
    <p:sldId xmlns:r="http://schemas.openxmlformats.org/officeDocument/2006/relationships" id="268" r:id="R489f9aaf96144ea5"/>
    <p:sldId xmlns:r="http://schemas.openxmlformats.org/officeDocument/2006/relationships" id="269" r:id="R7b9cbc9bd5074390"/>
    <p:sldId xmlns:r="http://schemas.openxmlformats.org/officeDocument/2006/relationships" id="270" r:id="Rf60fa11b74cc4b56"/>
    <p:sldId xmlns:r="http://schemas.openxmlformats.org/officeDocument/2006/relationships" id="271" r:id="Rb58a755020d7447d"/>
    <p:sldId xmlns:r="http://schemas.openxmlformats.org/officeDocument/2006/relationships" id="272" r:id="R03bb8f7c14f44724"/>
    <p:sldId xmlns:r="http://schemas.openxmlformats.org/officeDocument/2006/relationships" id="273" r:id="R9d53efb914974499"/>
    <p:sldId xmlns:r="http://schemas.openxmlformats.org/officeDocument/2006/relationships" id="274" r:id="R5c6d8ad9262745f9"/>
    <p:sldId xmlns:r="http://schemas.openxmlformats.org/officeDocument/2006/relationships" id="275" r:id="R707ee1a9ab214ac0"/>
    <p:sldId xmlns:r="http://schemas.openxmlformats.org/officeDocument/2006/relationships" id="276" r:id="Rca773f473bc74223"/>
    <p:sldId xmlns:r="http://schemas.openxmlformats.org/officeDocument/2006/relationships" id="277" r:id="R87af894c237342ce"/>
    <p:sldId xmlns:r="http://schemas.openxmlformats.org/officeDocument/2006/relationships" id="278" r:id="R99a36b47f9a44019"/>
    <p:sldId xmlns:r="http://schemas.openxmlformats.org/officeDocument/2006/relationships" id="279" r:id="Rc2d38f148158492c"/>
    <p:sldId xmlns:r="http://schemas.openxmlformats.org/officeDocument/2006/relationships" id="280" r:id="R5b8bc3b3a8ce42a6"/>
    <p:sldId xmlns:r="http://schemas.openxmlformats.org/officeDocument/2006/relationships" id="281" r:id="Ra03938256635418e"/>
    <p:sldId xmlns:r="http://schemas.openxmlformats.org/officeDocument/2006/relationships" id="282" r:id="Rbc50d63aaafa4c86"/>
    <p:sldId xmlns:r="http://schemas.openxmlformats.org/officeDocument/2006/relationships" id="283" r:id="R7df4bb203ea1400b"/>
    <p:sldId xmlns:r="http://schemas.openxmlformats.org/officeDocument/2006/relationships" id="284" r:id="R37efa23014fb43e6"/>
    <p:sldId xmlns:r="http://schemas.openxmlformats.org/officeDocument/2006/relationships" id="285" r:id="R84777d6d136f40f7"/>
    <p:sldId xmlns:r="http://schemas.openxmlformats.org/officeDocument/2006/relationships" id="286" r:id="R3af0341d1304488b"/>
    <p:sldId xmlns:r="http://schemas.openxmlformats.org/officeDocument/2006/relationships" id="287" r:id="R9bdce0da316c4a67"/>
    <p:sldId xmlns:r="http://schemas.openxmlformats.org/officeDocument/2006/relationships" id="288" r:id="R137820022b734f0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53873e79a7483e" /><Relationship Type="http://schemas.openxmlformats.org/officeDocument/2006/relationships/slideMaster" Target="/ppt/slideMasters/slideMaster1.xml" Id="R077951d18881416d" /><Relationship Type="http://schemas.openxmlformats.org/officeDocument/2006/relationships/notesMaster" Target="/ppt/notesMasters/notesMaster1.xml" Id="R52f1587f1b8f4b24" /><Relationship Type="http://schemas.openxmlformats.org/officeDocument/2006/relationships/presProps" Target="/ppt/presProps.xml" Id="R82a587be05d44ac6" /><Relationship Type="http://schemas.openxmlformats.org/officeDocument/2006/relationships/tableStyles" Target="/ppt/tableStyles.xml" Id="R35a4f5fccfc4488c" /><Relationship Type="http://schemas.openxmlformats.org/officeDocument/2006/relationships/slide" Target="/ppt/slides/slide1.xml" Id="R280c1b560f334f61" /><Relationship Type="http://schemas.openxmlformats.org/officeDocument/2006/relationships/slide" Target="/ppt/slides/slide2.xml" Id="R6f0c5ec547384cf9" /><Relationship Type="http://schemas.openxmlformats.org/officeDocument/2006/relationships/slide" Target="/ppt/slides/slide3.xml" Id="R0c2cd581666a456c" /><Relationship Type="http://schemas.openxmlformats.org/officeDocument/2006/relationships/slide" Target="/ppt/slides/slide4.xml" Id="Ra37dfd629f43481b" /><Relationship Type="http://schemas.openxmlformats.org/officeDocument/2006/relationships/slide" Target="/ppt/slides/slide5.xml" Id="R34008eea08344c49" /><Relationship Type="http://schemas.openxmlformats.org/officeDocument/2006/relationships/slide" Target="/ppt/slides/slide6.xml" Id="R6fac2a2d28454665" /><Relationship Type="http://schemas.openxmlformats.org/officeDocument/2006/relationships/slide" Target="/ppt/slides/slide7.xml" Id="Re7e93005f00e46ea" /><Relationship Type="http://schemas.openxmlformats.org/officeDocument/2006/relationships/slide" Target="/ppt/slides/slide8.xml" Id="R4f0e1b5ababb4a6f" /><Relationship Type="http://schemas.openxmlformats.org/officeDocument/2006/relationships/slide" Target="/ppt/slides/slide9.xml" Id="R3128d0e88c04426f" /><Relationship Type="http://schemas.openxmlformats.org/officeDocument/2006/relationships/slide" Target="/ppt/slides/slide10.xml" Id="R1efebc821d7c4c9a" /><Relationship Type="http://schemas.openxmlformats.org/officeDocument/2006/relationships/slide" Target="/ppt/slides/slide11.xml" Id="R11dc9de6e89149dc" /><Relationship Type="http://schemas.openxmlformats.org/officeDocument/2006/relationships/slide" Target="/ppt/slides/slide12.xml" Id="Rc2f599bf1ad04791" /><Relationship Type="http://schemas.openxmlformats.org/officeDocument/2006/relationships/slide" Target="/ppt/slides/slide13.xml" Id="R489f9aaf96144ea5" /><Relationship Type="http://schemas.openxmlformats.org/officeDocument/2006/relationships/slide" Target="/ppt/slides/slide14.xml" Id="R7b9cbc9bd5074390" /><Relationship Type="http://schemas.openxmlformats.org/officeDocument/2006/relationships/slide" Target="/ppt/slides/slide15.xml" Id="Rf60fa11b74cc4b56" /><Relationship Type="http://schemas.openxmlformats.org/officeDocument/2006/relationships/slide" Target="/ppt/slides/slide16.xml" Id="Rb58a755020d7447d" /><Relationship Type="http://schemas.openxmlformats.org/officeDocument/2006/relationships/slide" Target="/ppt/slides/slide17.xml" Id="R03bb8f7c14f44724" /><Relationship Type="http://schemas.openxmlformats.org/officeDocument/2006/relationships/slide" Target="/ppt/slides/slide18.xml" Id="R9d53efb914974499" /><Relationship Type="http://schemas.openxmlformats.org/officeDocument/2006/relationships/slide" Target="/ppt/slides/slide19.xml" Id="R5c6d8ad9262745f9" /><Relationship Type="http://schemas.openxmlformats.org/officeDocument/2006/relationships/slide" Target="/ppt/slides/slide20.xml" Id="R707ee1a9ab214ac0" /><Relationship Type="http://schemas.openxmlformats.org/officeDocument/2006/relationships/slide" Target="/ppt/slides/slide21.xml" Id="Rca773f473bc74223" /><Relationship Type="http://schemas.openxmlformats.org/officeDocument/2006/relationships/slide" Target="/ppt/slides/slide22.xml" Id="R87af894c237342ce" /><Relationship Type="http://schemas.openxmlformats.org/officeDocument/2006/relationships/slide" Target="/ppt/slides/slide23.xml" Id="R99a36b47f9a44019" /><Relationship Type="http://schemas.openxmlformats.org/officeDocument/2006/relationships/slide" Target="/ppt/slides/slide24.xml" Id="Rc2d38f148158492c" /><Relationship Type="http://schemas.openxmlformats.org/officeDocument/2006/relationships/slide" Target="/ppt/slides/slide25.xml" Id="R5b8bc3b3a8ce42a6" /><Relationship Type="http://schemas.openxmlformats.org/officeDocument/2006/relationships/slide" Target="/ppt/slides/slide26.xml" Id="Ra03938256635418e" /><Relationship Type="http://schemas.openxmlformats.org/officeDocument/2006/relationships/slide" Target="/ppt/slides/slide27.xml" Id="Rbc50d63aaafa4c86" /><Relationship Type="http://schemas.openxmlformats.org/officeDocument/2006/relationships/slide" Target="/ppt/slides/slide28.xml" Id="R7df4bb203ea1400b" /><Relationship Type="http://schemas.openxmlformats.org/officeDocument/2006/relationships/slide" Target="/ppt/slides/slide29.xml" Id="R37efa23014fb43e6" /><Relationship Type="http://schemas.openxmlformats.org/officeDocument/2006/relationships/slide" Target="/ppt/slides/slide30.xml" Id="R84777d6d136f40f7" /><Relationship Type="http://schemas.openxmlformats.org/officeDocument/2006/relationships/slide" Target="/ppt/slides/slide31.xml" Id="R3af0341d1304488b" /><Relationship Type="http://schemas.openxmlformats.org/officeDocument/2006/relationships/slide" Target="/ppt/slides/slide32.xml" Id="R9bdce0da316c4a67" /><Relationship Type="http://schemas.openxmlformats.org/officeDocument/2006/relationships/slide" Target="/ppt/slides/slide33.xml" Id="R137820022b734f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04045dab1b41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9202efe2b84f53" /><Relationship Type="http://schemas.openxmlformats.org/officeDocument/2006/relationships/notesMaster" Target="/ppt/notesMasters/notesMaster1.xml" Id="Re5eddafc788a49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c00cbfaccb47dc" /><Relationship Type="http://schemas.openxmlformats.org/officeDocument/2006/relationships/notesMaster" Target="/ppt/notesMasters/notesMaster1.xml" Id="R0539c08304a94f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acaa56e4c6467b" /><Relationship Type="http://schemas.openxmlformats.org/officeDocument/2006/relationships/notesMaster" Target="/ppt/notesMasters/notesMaster1.xml" Id="Rabfb79b2bc264c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766fc3faaa44a7" /><Relationship Type="http://schemas.openxmlformats.org/officeDocument/2006/relationships/notesMaster" Target="/ppt/notesMasters/notesMaster1.xml" Id="R4ae7227300594d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8a0b791be34a42" /><Relationship Type="http://schemas.openxmlformats.org/officeDocument/2006/relationships/notesMaster" Target="/ppt/notesMasters/notesMaster1.xml" Id="Ra045b1a2aae943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585a2b77264edc" /><Relationship Type="http://schemas.openxmlformats.org/officeDocument/2006/relationships/notesMaster" Target="/ppt/notesMasters/notesMaster1.xml" Id="R280b699332924e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c897069db3417c" /><Relationship Type="http://schemas.openxmlformats.org/officeDocument/2006/relationships/notesMaster" Target="/ppt/notesMasters/notesMaster1.xml" Id="R4afb2cc051a747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17e04734f24c06" /><Relationship Type="http://schemas.openxmlformats.org/officeDocument/2006/relationships/notesMaster" Target="/ppt/notesMasters/notesMaster1.xml" Id="R22d4fcaac1f843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4b3de4a68741d6" /><Relationship Type="http://schemas.openxmlformats.org/officeDocument/2006/relationships/notesMaster" Target="/ppt/notesMasters/notesMaster1.xml" Id="R8fc4d145918d4c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5f84b1c35b46f4" /><Relationship Type="http://schemas.openxmlformats.org/officeDocument/2006/relationships/notesMaster" Target="/ppt/notesMasters/notesMaster1.xml" Id="R7017c1d1f13b45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b739c01ff54c61" /><Relationship Type="http://schemas.openxmlformats.org/officeDocument/2006/relationships/notesMaster" Target="/ppt/notesMasters/notesMaster1.xml" Id="Rdf0ccefa794f43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6dbec298d145dc" /><Relationship Type="http://schemas.openxmlformats.org/officeDocument/2006/relationships/notesMaster" Target="/ppt/notesMasters/notesMaster1.xml" Id="R3208d2b51d8d4b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9390c72a7db45c9" /><Relationship Type="http://schemas.openxmlformats.org/officeDocument/2006/relationships/notesMaster" Target="/ppt/notesMasters/notesMaster1.xml" Id="R2cc8916d89b740c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65286d55534f32" /><Relationship Type="http://schemas.openxmlformats.org/officeDocument/2006/relationships/notesMaster" Target="/ppt/notesMasters/notesMaster1.xml" Id="Ra8d55a2b2645425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822a3089f2447b1" /><Relationship Type="http://schemas.openxmlformats.org/officeDocument/2006/relationships/notesMaster" Target="/ppt/notesMasters/notesMaster1.xml" Id="Rb1156e39cd1247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f2d1d4a6caf44b0" /><Relationship Type="http://schemas.openxmlformats.org/officeDocument/2006/relationships/notesMaster" Target="/ppt/notesMasters/notesMaster1.xml" Id="R5553579c1b8b4c9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61561a368184705" /><Relationship Type="http://schemas.openxmlformats.org/officeDocument/2006/relationships/notesMaster" Target="/ppt/notesMasters/notesMaster1.xml" Id="Rbe0ffb50795f49d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f0a9081a8ca470f" /><Relationship Type="http://schemas.openxmlformats.org/officeDocument/2006/relationships/notesMaster" Target="/ppt/notesMasters/notesMaster1.xml" Id="Rdaa4086a6914433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74387edc642415d" /><Relationship Type="http://schemas.openxmlformats.org/officeDocument/2006/relationships/notesMaster" Target="/ppt/notesMasters/notesMaster1.xml" Id="R6be81c05264d428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8a90107439946e6" /><Relationship Type="http://schemas.openxmlformats.org/officeDocument/2006/relationships/notesMaster" Target="/ppt/notesMasters/notesMaster1.xml" Id="Ra4b5eff0b46d463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ea515a76bc7472b" /><Relationship Type="http://schemas.openxmlformats.org/officeDocument/2006/relationships/notesMaster" Target="/ppt/notesMasters/notesMaster1.xml" Id="R3d6d9df37488417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c8ef9ebf0094383" /><Relationship Type="http://schemas.openxmlformats.org/officeDocument/2006/relationships/notesMaster" Target="/ppt/notesMasters/notesMaster1.xml" Id="R2a73465b32c74f8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e6c29ff1bd043f8" /><Relationship Type="http://schemas.openxmlformats.org/officeDocument/2006/relationships/notesMaster" Target="/ppt/notesMasters/notesMaster1.xml" Id="R516117d9e41a4a1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3834d5daada4e2c" /><Relationship Type="http://schemas.openxmlformats.org/officeDocument/2006/relationships/notesMaster" Target="/ppt/notesMasters/notesMaster1.xml" Id="R3ca56d7c72a74ca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d519df1b8bb4738" /><Relationship Type="http://schemas.openxmlformats.org/officeDocument/2006/relationships/notesMaster" Target="/ppt/notesMasters/notesMaster1.xml" Id="R810d368e46bd4ea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e7285c1b1ac4d13" /><Relationship Type="http://schemas.openxmlformats.org/officeDocument/2006/relationships/notesMaster" Target="/ppt/notesMasters/notesMaster1.xml" Id="R18c91d170870485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ac6e24b7c7e4884" /><Relationship Type="http://schemas.openxmlformats.org/officeDocument/2006/relationships/notesMaster" Target="/ppt/notesMasters/notesMaster1.xml" Id="R54967e6e59a5498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231dcab14ba441c" /><Relationship Type="http://schemas.openxmlformats.org/officeDocument/2006/relationships/notesMaster" Target="/ppt/notesMasters/notesMaster1.xml" Id="R29f48883f5ca4a1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a1460e27bfd4164" /><Relationship Type="http://schemas.openxmlformats.org/officeDocument/2006/relationships/notesMaster" Target="/ppt/notesMasters/notesMaster1.xml" Id="Rb81214bfe60045d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cf0925f0db342f1" /><Relationship Type="http://schemas.openxmlformats.org/officeDocument/2006/relationships/notesMaster" Target="/ppt/notesMasters/notesMaster1.xml" Id="R8fcd52e8409249c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c5172acb5ed44cb" /><Relationship Type="http://schemas.openxmlformats.org/officeDocument/2006/relationships/notesMaster" Target="/ppt/notesMasters/notesMaster1.xml" Id="Rfea4cb28e0904eb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e94b9b475c041f2" /><Relationship Type="http://schemas.openxmlformats.org/officeDocument/2006/relationships/notesMaster" Target="/ppt/notesMasters/notesMaster1.xml" Id="R112c1cdd326e464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e892fce3417486f" /><Relationship Type="http://schemas.openxmlformats.org/officeDocument/2006/relationships/notesMaster" Target="/ppt/notesMasters/notesMaster1.xml" Id="Re9804129d93042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a general telecommunications background. The question is how the project turns a concentration profile into a frequency dependent channel change, then estimates that concentration from noisy measurements. This is the same saved example as the earlier table, now with every physical and statistical step exposed. The spectroscopy records are real database inputs. The concentration profile, hardware and errors are model inputs; the receiver observations are simulated.</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is a controlled input; the other three quantities are deterministic predictions from that input. First derive 0.012181 dB from the actual spectroscopy and an assumed profile. Then derive the amplitude ratio. Finally add the modeled observation errors and calculate an estimate, which is 39.4247 µg/m³ for the saved draw. The reason for selecting 50.5814 is explained after deriving the detector.</a:t>
            </a:r>
          </a:p>
          <a:p xmlns:a="http://schemas.openxmlformats.org/drawingml/2006/main">
            <a:r>
              <a:t/>
            </a:r>
          </a:p>
          <a:p xmlns:a="http://schemas.openxmlformats.org/drawingml/2006/main">
            <a:r>
              <a:t>Conditions</a:t>
            </a:r>
          </a:p>
          <a:p xmlns:a="http://schemas.openxmlformats.org/drawingml/2006/main">
            <a:r>
              <a:t>q was chosen from the model’s 95% detection limit, before generating the observation. It is not a measured concentration.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receiver senses an integrated path effect. It cannot independently estimate the concentration at every altitude from this one ray. Specifying an exponential shape reduces the unknown function to one scalar q. In the differential model q = 0 means no enhancement relative to the reference, not necessarily zero absolute CH3CN. The saved link budget treats baseline CH3CN attenuation as negligible. If the actual vertical shape is different, q remains a model dependent equivalent amplitude.</a:t>
            </a:r>
          </a:p>
          <a:p xmlns:a="http://schemas.openxmlformats.org/drawingml/2006/main">
            <a:r>
              <a:t/>
            </a:r>
          </a:p>
          <a:p xmlns:a="http://schemas.openxmlformats.org/drawingml/2006/main">
            <a:r>
              <a:t>Equation source</a:t>
            </a:r>
          </a:p>
          <a:p xmlns:a="http://schemas.openxmlformats.org/drawingml/2006/main">
            <a:r>
              <a:t>\Delta c(z)=c_{\mathrm{sample}}(z)-c_{\mathrm{reference}}(z)=q\,e^{-z/(1500\ \mathrm m)}</a:t>
            </a:r>
          </a:p>
          <a:p xmlns:a="http://schemas.openxmlformats.org/drawingml/2006/main">
            <a:r>
              <a:t/>
            </a:r>
          </a:p>
          <a:p xmlns:a="http://schemas.openxmlformats.org/drawingml/2006/main">
            <a:r>
              <a:t>Notation and units</a:t>
            </a:r>
          </a:p>
          <a:p xmlns:a="http://schemas.openxmlformats.org/drawingml/2006/main">
            <a:r>
              <a:t>q is the unknown surface equivalent increase (µg/m³). The profile shape is assumed, not independently recovered.</a:t>
            </a:r>
          </a:p>
          <a:p xmlns:a="http://schemas.openxmlformats.org/drawingml/2006/main">
            <a:r>
              <a:t/>
            </a:r>
          </a:p>
          <a:p xmlns:a="http://schemas.openxmlformats.org/drawingml/2006/main">
            <a:r>
              <a:t>Conditions</a:t>
            </a:r>
          </a:p>
          <a:p xmlns:a="http://schemas.openxmlformats.org/drawingml/2006/main">
            <a:r>
              <a:t>The reference is a baseline acquisition, not necessarily gas free air. Other species are assumed unchanged.</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LEO links are a useful example throughout the complete sensing chain. The same inference framework can use terrestrial or UAV geometry. The 25 dBm and 7 dB values have a published LEO design precedent in TeraLink, rather than flight validation. Aperture efficiency, implementation loss, vertical profile and calibration covariance are assumptions. Zenith is the shortest geometric path at a fixed orbit height; it cannot persist for a finite acquisition without time dependent tracking corrections.</a:t>
            </a:r>
          </a:p>
          <a:p xmlns:a="http://schemas.openxmlformats.org/drawingml/2006/main">
            <a:r>
              <a:t/>
            </a:r>
          </a:p>
          <a:p xmlns:a="http://schemas.openxmlformats.org/drawingml/2006/main">
            <a:r>
              <a:t>Conditions</a:t>
            </a:r>
          </a:p>
          <a:p xmlns:a="http://schemas.openxmlformats.org/drawingml/2006/main">
            <a:r>
              <a:t>The static benchmark assumes ideal tracking. No source demonstrates this entire orbital configuration.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https://github.com/unworthyzeus/THz_ISAC_atmospheric_monitoring/blob/b94f3fe/docs/54_supervisor_revision_2026_10_05.md</a:t>
            </a:r>
          </a:p>
          <a:p xmlns:a="http://schemas.openxmlformats.org/drawingml/2006/main">
            <a:r>
              <a:t>https://arxiv.org/html/2606.15410v1</a:t>
            </a:r>
          </a:p>
          <a:p xmlns:a="http://schemas.openxmlformats.org/drawingml/2006/main">
            <a:r>
              <a:t>https://www.itu.int/rec/R-REC-P.835-7-202408-I/en</a:t>
            </a:r>
          </a:p>
          <a:p xmlns:a="http://schemas.openxmlformats.org/drawingml/2006/main">
            <a:r>
              <a:t>https://www.itu.int/rec/R-REC-P.676-13-202208-I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uses concentration_ug_m3_to_number_density_cm3, giving 1.466918558936 × 10^10 molecules/cm³ per 1 µg/m³. Multiplying by q and exp(−z/1500) gives the molecular density at every integration node. This is dimensional conversion, not a fitted parameter. Natural molar mass is used for mass concentration; isotopologue mass is used for Doppler broadening. HITRAN intensity already contains natural isotope abundance, so the abundance is not applied a second time.</a:t>
            </a:r>
          </a:p>
          <a:p xmlns:a="http://schemas.openxmlformats.org/drawingml/2006/main">
            <a:r>
              <a:t/>
            </a:r>
          </a:p>
          <a:p xmlns:a="http://schemas.openxmlformats.org/drawingml/2006/main">
            <a:r>
              <a:t>Equation source</a:t>
            </a:r>
          </a:p>
          <a:p xmlns:a="http://schemas.openxmlformats.org/drawingml/2006/main">
            <a:r>
              <a:t>\begin{gathered}n_1(0)=\frac{10^{-6}\ \mathrm{g/m^3}}{41.053\ \mathrm{g/mol}}\,(6.02214076\times10^{23})=1.46691856\times10^{16}\ \mathrm{m^{-3}}\\n(z;q)=q\,n_1(0)e^{-z/1500}\end{gathered}</a:t>
            </a:r>
          </a:p>
          <a:p xmlns:a="http://schemas.openxmlformats.org/drawingml/2006/main">
            <a:r>
              <a:t/>
            </a:r>
          </a:p>
          <a:p xmlns:a="http://schemas.openxmlformats.org/drawingml/2006/main">
            <a:r>
              <a:t>Notation and units</a:t>
            </a:r>
          </a:p>
          <a:p xmlns:a="http://schemas.openxmlformats.org/drawingml/2006/main">
            <a:r>
              <a:t>n₁: density for a numerical concentration of 1 µg/m³ · n(z;q): molecular density for the chosen q</a:t>
            </a:r>
          </a:p>
          <a:p xmlns:a="http://schemas.openxmlformats.org/drawingml/2006/main">
            <a:r>
              <a:t>41.053 g/mol: natural mixture molar mass · q is inserted numerically in µg/m³</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https://hitran.org/docs/definitions-and-units/</a:t>
            </a:r>
          </a:p>
          <a:p xmlns:a="http://schemas.openxmlformats.org/drawingml/2006/main">
            <a:r>
              <a:t>https://github.com/unworthyzeus/THz_ISAC_atmospheric_monitoring/blob/b94f3fe/src/thz_isac/concentration_units.py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largest individual contributor at the first tone and first altitude quadrature node, selected after evaluating all retained lines. It is not asserted to be the only relevant transition or a line centered on the tone. The molecule ID is 41 and local isotopologue ID is 1. The raw line wavenumber is 7.97678228 cm⁻¹, pressure shift is zero, and the actual record is exported with the derived contribution. Catalog range and line shape assumptions remain physical uncertainties.</a:t>
            </a:r>
          </a:p>
          <a:p xmlns:a="http://schemas.openxmlformats.org/drawingml/2006/main">
            <a:r>
              <a:t/>
            </a:r>
          </a:p>
          <a:p xmlns:a="http://schemas.openxmlformats.org/drawingml/2006/main">
            <a:r>
              <a:t>Conditions</a:t>
            </a:r>
          </a:p>
          <a:p xmlns:a="http://schemas.openxmlformats.org/drawingml/2006/main">
            <a:r>
              <a:t>The measured tone is at 230.004883 GHz. A transition contributes away from its center through its broadened shape.</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https://github.com/unworthyzeus/THz_ISAC_atmospheric_monitoring/blob/main/results/zenith_worked_steps/largest_line_contributions.csv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Voigt function is the convolution of Doppler and collision broadening. Here the Lorentz half width is 0.1621900503 cm⁻¹ and the Doppler standard deviation is 6.42862709 × 10^−6 cm⁻¹. Their values are used at the actual tone wavenumber. Multiplying the temperature corrected line strength by this function gives one cross section. The other transitions supply the remaining sum. The layer has no single universal cross section: pressure and temperature change it with altitude.</a:t>
            </a:r>
          </a:p>
          <a:p xmlns:a="http://schemas.openxmlformats.org/drawingml/2006/main">
            <a:r>
              <a:t/>
            </a:r>
          </a:p>
          <a:p xmlns:a="http://schemas.openxmlformats.org/drawingml/2006/main">
            <a:r>
              <a:t>Equation source</a:t>
            </a:r>
          </a:p>
          <a:p xmlns:a="http://schemas.openxmlformats.org/drawingml/2006/main">
            <a:r>
              <a:t>\sigma_{\ell,0}=S_\ell(T)V_\ell(f_0;T,p)=(2.845759\times10^{-21})(0.4334214)=1.233413\times10^{-21}\ \mathrm{cm^2}</a:t>
            </a:r>
          </a:p>
          <a:p xmlns:a="http://schemas.openxmlformats.org/drawingml/2006/main">
            <a:r>
              <a:t/>
            </a:r>
          </a:p>
          <a:p xmlns:a="http://schemas.openxmlformats.org/drawingml/2006/main">
            <a:r>
              <a:t>Notation and units</a:t>
            </a:r>
          </a:p>
          <a:p xmlns:a="http://schemas.openxmlformats.org/drawingml/2006/main">
            <a:r>
              <a:t>σ_ℓ,₀: one transition’s absorption cross section at tone 0 · σ₀ = Σℓ σ_ℓ,₀</a:t>
            </a:r>
          </a:p>
          <a:p xmlns:a="http://schemas.openxmlformats.org/drawingml/2006/main">
            <a:r>
              <a:t>V is normalized over wavenumber. The temperature correction is worked out in the appendix.</a:t>
            </a:r>
          </a:p>
          <a:p xmlns:a="http://schemas.openxmlformats.org/drawingml/2006/main">
            <a:r>
              <a:t/>
            </a:r>
          </a:p>
          <a:p xmlns:a="http://schemas.openxmlformats.org/drawingml/2006/main">
            <a:r>
              <a:t>Conditions</a:t>
            </a:r>
          </a:p>
          <a:p xmlns:a="http://schemas.openxmlformats.org/drawingml/2006/main">
            <a:r>
              <a:t>σ is calculated from line parameters and atmospheric state. It is not a measured satellite attenuation.</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https://hitran.org/hapi/</a:t>
            </a:r>
          </a:p>
          <a:p xmlns:a="http://schemas.openxmlformats.org/drawingml/2006/main">
            <a:r>
              <a:t>https://www.itu.int/rec/R-REC-P.835-7-202408-I/en</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Optical depth is the accumulated absorption coefficient along the ray: τ(f) = ∫ n(s) σ(f,s) ds. Its dimensions cancel because molecular density times absorption cross section is an inverse length. For a thin layer, dτ is approximately the fraction of the power entering that layer that it absorbs. Successive layers multiply their transmission factors, so their optical depths add. The exact total absorbed power fraction is 1 − exp(−τ), which is approximately τ only when τ is small. Optical refers to electromagnetic propagation here, including these radio frequencies. In this differential example, τ is the additional optical depth caused by the modeled enhancement relative to the reference, with other path effects matched. Power transmission is exp(−τ), whereas channel magnitude transmission is exp(−τ/2). For the saved first tone, τ = 0.002804781165 gives power transmission 0.997199148559 and amplitude transmission 0.998598592308. Atmospheric emission belongs to the separate background noise model.</a:t>
            </a:r>
          </a:p>
          <a:p xmlns:a="http://schemas.openxmlformats.org/drawingml/2006/main">
            <a:r>
              <a:t/>
            </a:r>
          </a:p>
          <a:p xmlns:a="http://schemas.openxmlformats.org/drawingml/2006/main">
            <a:r>
              <a:t>Conditions</a:t>
            </a:r>
          </a:p>
          <a:p xmlns:a="http://schemas.openxmlformats.org/drawingml/2006/main">
            <a:r>
              <a:t>Here τ describes the additional CH₃CN absorption. Geometric spreading and background losses are separate.</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zenith, the geometric path element equals the vertical element. The model uses order six Gauss quadrature over altitude intervals and inserts atmospheric layer boundaries, giving 114 nodes. The first node is at 16.882621449 m. Its number density is n1(0) exp(−16.882621449/1500). Its contribution in dB per unit q is 4.342944819 × 1.641537197735 × 10^−6 = 7.129105468153 × 10^−6. Numerical integration weights must not be interpreted as a measurement of the local gas profile.</a:t>
            </a:r>
          </a:p>
          <a:p xmlns:a="http://schemas.openxmlformats.org/drawingml/2006/main">
            <a:r>
              <a:t/>
            </a:r>
          </a:p>
          <a:p xmlns:a="http://schemas.openxmlformats.org/drawingml/2006/main">
            <a:r>
              <a:t>Equation source</a:t>
            </a:r>
          </a:p>
          <a:p xmlns:a="http://schemas.openxmlformats.org/drawingml/2006/main">
            <a:r>
              <a:t>\delta\tau_{0,1}=\sigma_0n_1w=(2.6422462\times10^{-20})(1.4505008\times10^{10})(4283.1123)=1.6415372\times10^{-6}</a:t>
            </a:r>
          </a:p>
          <a:p xmlns:a="http://schemas.openxmlformats.org/drawingml/2006/main">
            <a:r>
              <a:t/>
            </a:r>
          </a:p>
          <a:p xmlns:a="http://schemas.openxmlformats.org/drawingml/2006/main">
            <a:r>
              <a:t>Notation and units</a:t>
            </a:r>
          </a:p>
          <a:p xmlns:a="http://schemas.openxmlformats.org/drawingml/2006/main">
            <a:r>
              <a:t>δτ₀,₁: dimensionless optical depth contribution at tone 0 for 1 µg/m³</a:t>
            </a:r>
          </a:p>
          <a:p xmlns:a="http://schemas.openxmlformats.org/drawingml/2006/main">
            <a:r>
              <a:t>The weight is a Gauss quadrature weight, not the thickness of a physical uniform slab.</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https://github.com/unworthyzeus/THz_ISAC_atmospheric_monitoring/blob/main/results/zenith_worked_steps/quadrature_first_tone.csv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displayed row sums the exact quadrature contributions in that altitude interval, not a midpoint approximation. The 0–100 km total is 5.545084465494345 × 10^−5 optical depth per unit q. Multiplication by 10/ln10 gives 2.40819958505 × 10^−4 dB/(µg/m³), matching the earlier saved tone table to floating point precision. The full list of 114 nodes retains the temperature, pressure, cross section, molecular density and weight.</a:t>
            </a:r>
          </a:p>
          <a:p xmlns:a="http://schemas.openxmlformats.org/drawingml/2006/main">
            <a:r>
              <a:t/>
            </a:r>
          </a:p>
          <a:p xmlns:a="http://schemas.openxmlformats.org/drawingml/2006/main">
            <a:r>
              <a:t>Conditions</a:t>
            </a:r>
          </a:p>
          <a:p xmlns:a="http://schemas.openxmlformats.org/drawingml/2006/main">
            <a:r>
              <a:t>The vertical profile and atmospheric state determine this coefficient. It is not a universal CH₃CN constant.</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https://github.com/unworthyzeus/THz_ISAC_atmospheric_monitoring/blob/main/results/zenith_worked_steps/altitude_contributions.csv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missing multiplication behind the second row in the screenshot. Line strengths and cross sections determine a0, while q sets the magnitude of the extra gas column. This linearity is in optical depth and dB attenuation under the fixed trace gas line shape. The complex channel amplitude itself changes exponentially. Background cancellation assumes the reference and sample atmosphere are matched after correction.</a:t>
            </a:r>
          </a:p>
          <a:p xmlns:a="http://schemas.openxmlformats.org/drawingml/2006/main">
            <a:r>
              <a:t/>
            </a:r>
          </a:p>
          <a:p xmlns:a="http://schemas.openxmlformats.org/drawingml/2006/main">
            <a:r>
              <a:t>Equation source</a:t>
            </a:r>
          </a:p>
          <a:p xmlns:a="http://schemas.openxmlformats.org/drawingml/2006/main">
            <a:r>
              <a:t>\begin{gathered}\Delta A_0=a_0q=(0.0002408199585)(50.5813966)=0.01218100983\ \mathrm{dB}\\\tau_0(q)=q\tau_{0,1}=(50.5813966)(5.545084465\times10^{-5})=0.002804781165\end{gathered}</a:t>
            </a:r>
          </a:p>
          <a:p xmlns:a="http://schemas.openxmlformats.org/drawingml/2006/main">
            <a:r>
              <a:t/>
            </a:r>
          </a:p>
          <a:p xmlns:a="http://schemas.openxmlformats.org/drawingml/2006/main">
            <a:r>
              <a:t>Notation and units</a:t>
            </a:r>
          </a:p>
          <a:p xmlns:a="http://schemas.openxmlformats.org/drawingml/2006/main">
            <a:r>
              <a:t>ΔA₀: extra CH₃CN attenuation at the first tone · τ₀: corresponding dimensionless optical depth</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Beer attenuation gives a power factor exp(−τ), hence an amplitude factor exp(−τ/2). The result is deterministic for the chosen concentration and physical model. It contains no receiver noise yet. The total received sample power at this tone becomes −97.61177776 dBm compared with the reference −97.59959675 dBm. The baseline channel magnitude is normalized to one for the next receiver calculation.</a:t>
            </a:r>
          </a:p>
          <a:p xmlns:a="http://schemas.openxmlformats.org/drawingml/2006/main">
            <a:r>
              <a:t/>
            </a:r>
          </a:p>
          <a:p xmlns:a="http://schemas.openxmlformats.org/drawingml/2006/main">
            <a:r>
              <a:t>Equation source</a:t>
            </a:r>
          </a:p>
          <a:p xmlns:a="http://schemas.openxmlformats.org/drawingml/2006/main">
            <a:r>
              <a:t>\begin{gathered}\frac{|h_{1,0}|}{|h_{0,0}|}=e^{-\tau_0/2}=10^{-\Delta A_0/20}=10^{-0.01218100983/20}=0.9985985923\\100\left(1-\frac{|h_{1,0}|}{|h_{0,0}|}\right)=0.1401407692\%\end{gathered}</a:t>
            </a:r>
          </a:p>
          <a:p xmlns:a="http://schemas.openxmlformats.org/drawingml/2006/main">
            <a:r>
              <a:t/>
            </a:r>
          </a:p>
          <a:p xmlns:a="http://schemas.openxmlformats.org/drawingml/2006/main">
            <a:r>
              <a:t>Notation and units</a:t>
            </a:r>
          </a:p>
          <a:p xmlns:a="http://schemas.openxmlformats.org/drawingml/2006/main">
            <a:r>
              <a:t>h₀,₀: reference channel at tone 0 · h₁,₀: sample channel at tone 0, before measurement error</a:t>
            </a:r>
          </a:p>
          <a:p xmlns:a="http://schemas.openxmlformats.org/drawingml/2006/main">
            <a:r>
              <a:t/>
            </a:r>
          </a:p>
          <a:p xmlns:a="http://schemas.openxmlformats.org/drawingml/2006/main">
            <a:r>
              <a:t>Conditions</a:t>
            </a:r>
          </a:p>
          <a:p xmlns:a="http://schemas.openxmlformats.org/drawingml/2006/main">
            <a:r>
              <a:t>A predicted change of 0.1401% is not yet evidence that a receiver can resolve it.</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https://github.com/unworthyzeus/THz_ISAC_atmospheric_monitoring/blob/b94f3fe/docs/55_zenith_single_compound_walkthrough.md</a:t>
            </a:r>
          </a:p>
          <a:p xmlns:a="http://schemas.openxmlformats.org/drawingml/2006/main">
            <a:r>
              <a:t>https://hitran.org/docs/definitions-and-units/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specifies the actual resources without teaching OFDM. The two schedules occupy 19.998208 seconds of complete frames, leaving 0.001792 seconds unused. A full pilot symbol measures all 1024 tones simultaneously. Sensing does not use the unknown payload symbols here. The 90 degree geometry is a snapshot approximation, and waiting for comparable reference conditions is additional operational time.</a:t>
            </a:r>
          </a:p>
          <a:p xmlns:a="http://schemas.openxmlformats.org/drawingml/2006/main">
            <a:r>
              <a:t/>
            </a:r>
          </a:p>
          <a:p xmlns:a="http://schemas.openxmlformats.org/drawingml/2006/main">
            <a:r>
              <a:t>Conditions</a:t>
            </a:r>
          </a:p>
          <a:p xmlns:a="http://schemas.openxmlformats.org/drawingml/2006/main">
            <a:r>
              <a:t>Ideal phase, frequency, delay and gain tracking is assumed throughout each moving acquisition.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expected signal at this tone is 0.012181 dB, while the null standard deviation after both acquisitions is 0.017180 dB. Even with perfectly known gain this is not a reliable single tone detection. With an unknown gain offset, a single tone cannot distinguish attenuation from a gain change at all. The normalized real and imaginary noise components each have standard deviation 0.001396230873. Multiple frequencies are essential for both uncertainty reduction and separation from nuisance gain changes.</a:t>
            </a:r>
          </a:p>
          <a:p xmlns:a="http://schemas.openxmlformats.org/drawingml/2006/main">
            <a:r>
              <a:t/>
            </a:r>
          </a:p>
          <a:p xmlns:a="http://schemas.openxmlformats.org/drawingml/2006/main">
            <a:r>
              <a:t>Equation source</a:t>
            </a:r>
          </a:p>
          <a:p xmlns:a="http://schemas.openxmlformats.org/drawingml/2006/main">
            <a:r>
              <a:t>v_0(0)=\frac{(20/\ln10)^2}{2M}\left(\frac1{\rho_0}+\frac1{\rho_0}\right),\qquad\sqrt{C_{00}}=0.0171800\ \mathrm{dB}</a:t>
            </a:r>
          </a:p>
          <a:p xmlns:a="http://schemas.openxmlformats.org/drawingml/2006/main">
            <a:r>
              <a:t/>
            </a:r>
          </a:p>
          <a:p xmlns:a="http://schemas.openxmlformats.org/drawingml/2006/main">
            <a:r>
              <a:t>Notation and units</a:t>
            </a:r>
          </a:p>
          <a:p xmlns:a="http://schemas.openxmlformats.org/drawingml/2006/main">
            <a:r>
              <a:t>C₀₀ = v₀(0) + (0.001 dB)² · The log ratio variance uses a high coherent mean SNR approximation.</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Exactly replay the original random generator draw: z_r,k = (u+jv)/sqrt(2Mρ0,k), h0 = 1+z0 and h1 = 10^(−a q/20)+z1. The model then adds one correlated differential dB calibration draw per pair. Each displayed magnitude is calculated from both complex components. The final y0 equals the stored observation to numerical precision. This addresses the difference between the deterministic table and what a receiver could actually return.</a:t>
            </a:r>
          </a:p>
          <a:p xmlns:a="http://schemas.openxmlformats.org/drawingml/2006/main">
            <a:r>
              <a:t/>
            </a:r>
          </a:p>
          <a:p xmlns:a="http://schemas.openxmlformats.org/drawingml/2006/main">
            <a:r>
              <a:t>Equation source</a:t>
            </a:r>
          </a:p>
          <a:p xmlns:a="http://schemas.openxmlformats.org/drawingml/2006/main">
            <a:r>
              <a:t>y_0=-20\log_{10}\!\left(\frac{1.0007331373}{1.0009163371}\right)-0.0020537566=0.0015899416-0.0020537566=-0.0004638149\ \mathrm{dB}</a:t>
            </a:r>
          </a:p>
          <a:p xmlns:a="http://schemas.openxmlformats.org/drawingml/2006/main">
            <a:r>
              <a:t/>
            </a:r>
          </a:p>
          <a:p xmlns:a="http://schemas.openxmlformats.org/drawingml/2006/main">
            <a:r>
              <a:t>Notation and units</a:t>
            </a:r>
          </a:p>
          <a:p xmlns:a="http://schemas.openxmlformats.org/drawingml/2006/main">
            <a:r>
              <a:t>The mean sample amplitude is 0.9985985923, but the noisy pilot mean can be larger. Seed: 20261005.</a:t>
            </a:r>
          </a:p>
          <a:p xmlns:a="http://schemas.openxmlformats.org/drawingml/2006/main">
            <a:r>
              <a:t/>
            </a:r>
          </a:p>
          <a:p xmlns:a="http://schemas.openxmlformats.org/drawingml/2006/main">
            <a:r>
              <a:t>Conditions</a:t>
            </a:r>
          </a:p>
          <a:p xmlns:a="http://schemas.openxmlformats.org/drawingml/2006/main">
            <a:r>
              <a:t>These are simulated complex observations with the stated noise and calibration model, not field measurements.</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https://github.com/unworthyzeus/THz_ISAC_atmospheric_monitoring/blob/main/results/zenith_worked_steps/complex_receiver_steps.csv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1024 plotted observations are retained from the original saved simulation. The true template is shown for explanation, but the estimator does not receive q. It receives y, the template a calculated for one unit of concentration, a covariance model, and nuisance directions. Frequencies share a persistent correlated calibration error, so simply treating every sample as independent would overstate the information.</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molecular column is generated by the same physical integration at every tone. The other columns permit a constant and linear spectral gain error. They stop these simple instrument changes from automatically being called gas. All three columns must be fitted jointly. The table scales only a by 10^4 for readability; calculations use unscaled a. Allowing more nuisance directions can reduce sensitivity further.</a:t>
            </a:r>
          </a:p>
          <a:p xmlns:a="http://schemas.openxmlformats.org/drawingml/2006/main">
            <a:r>
              <a:t/>
            </a:r>
          </a:p>
          <a:p xmlns:a="http://schemas.openxmlformats.org/drawingml/2006/main">
            <a:r>
              <a:t>Equation source</a:t>
            </a:r>
          </a:p>
          <a:p xmlns:a="http://schemas.openxmlformats.org/drawingml/2006/main">
            <a:r>
              <a:t>\mathbf y=\mathbf A\boldsymbol\theta+\boldsymbol\varepsilon,\quad\mathbf A=[\mathbf a\ \mathbf1\ \mathbf u]\in\mathbb R^{1024\times3},\quad\boldsymbol\theta=[q\ b_0\ b_1]^T</a:t>
            </a:r>
          </a:p>
          <a:p xmlns:a="http://schemas.openxmlformats.org/drawingml/2006/main">
            <a:r>
              <a:t/>
            </a:r>
          </a:p>
          <a:p xmlns:a="http://schemas.openxmlformats.org/drawingml/2006/main">
            <a:r>
              <a:t>Notation and units</a:t>
            </a:r>
          </a:p>
          <a:p xmlns:a="http://schemas.openxmlformats.org/drawingml/2006/main">
            <a:r>
              <a:t>Five displayed rows are selected from all 1,024. uₖ = (fₖ − mean(f)) / (max(f) − min(f)).</a:t>
            </a:r>
          </a:p>
          <a:p xmlns:a="http://schemas.openxmlformats.org/drawingml/2006/main">
            <a:r>
              <a:t>b₀: common gain change (dB) · b₁: spectral gain slope coefficient (dB) · ε: remaining observation error (dB)</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residual describes the reference/sample difference, so it is added once, not once for each acquisition. The null covariance assumes the two per pilot SNR values are equal. Under a positive enhancement the sample is weaker, slightly increasing its variance. The actual log amplitude observations are not exactly Gaussian; the high coherent mean SNR supports the delta approximation and the saved Monte Carlo control checks it within the model.</a:t>
            </a:r>
          </a:p>
          <a:p xmlns:a="http://schemas.openxmlformats.org/drawingml/2006/main">
            <a:r>
              <a:t/>
            </a:r>
          </a:p>
          <a:p xmlns:a="http://schemas.openxmlformats.org/drawingml/2006/main">
            <a:r>
              <a:t>Equation source</a:t>
            </a:r>
          </a:p>
          <a:p xmlns:a="http://schemas.openxmlformats.org/drawingml/2006/main">
            <a:r>
              <a:t>\begin{gathered}\mathbf C(q)=\operatorname{diag}(v_k(q))+10^{-6}\mathbf R,\qquad R_{ij}=e^{-|f_i-f_j|/(10\ \mathrm{GHz})}\\v_k(q)=\frac{(20/\ln10)^2}{2M}\left[\rho_{0,k}^{-1}+\rho_{1,k}(q)^{-1}\right],\quad\rho_{1,k}(q)=\rho_{0,k}10^{-a_kq/10}\end{gathered}</a:t>
            </a:r>
          </a:p>
          <a:p xmlns:a="http://schemas.openxmlformats.org/drawingml/2006/main">
            <a:r>
              <a:t/>
            </a:r>
          </a:p>
          <a:p xmlns:a="http://schemas.openxmlformats.org/drawingml/2006/main">
            <a:r>
              <a:t>Notation and units</a:t>
            </a:r>
          </a:p>
          <a:p xmlns:a="http://schemas.openxmlformats.org/drawingml/2006/main">
            <a:r>
              <a:t>C is 1,024 × 1,024 in dB². Its thermal term includes reference and sample noise.</a:t>
            </a:r>
          </a:p>
          <a:p xmlns:a="http://schemas.openxmlformats.org/drawingml/2006/main">
            <a:r>
              <a:t>10⁻⁶ dB² is the assumed differential calibration variance; it is not divided by M.</a:t>
            </a:r>
          </a:p>
          <a:p xmlns:a="http://schemas.openxmlformats.org/drawingml/2006/main">
            <a:r>
              <a:t/>
            </a:r>
          </a:p>
          <a:p xmlns:a="http://schemas.openxmlformats.org/drawingml/2006/main">
            <a:r>
              <a:t>Conditions</a:t>
            </a:r>
          </a:p>
          <a:p xmlns:a="http://schemas.openxmlformats.org/drawingml/2006/main">
            <a:r>
              <a:t>The calibration covariance is an explicit unmeasured assumption, not an estimate obtained from these data.</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generalized least squares under the stated covariance. The saved production estimator uses Cholesky solves and SVD projection, avoiding explicit inverses. The worked replay computes G and g using Cholesky solves and solves the small system. Its q agrees with the original estimator H y. The normal equations are shown because they expose every coefficient in a compact numerical example, not because explicit matrix inversion is recommended.</a:t>
            </a:r>
          </a:p>
          <a:p xmlns:a="http://schemas.openxmlformats.org/drawingml/2006/main">
            <a:r>
              <a:t/>
            </a:r>
          </a:p>
          <a:p xmlns:a="http://schemas.openxmlformats.org/drawingml/2006/main">
            <a:r>
              <a:t>Equation source</a:t>
            </a:r>
          </a:p>
          <a:p xmlns:a="http://schemas.openxmlformats.org/drawingml/2006/main">
            <a:r>
              <a:t>\widehat{\boldsymbol\theta}=\arg\min_{\boldsymbol\theta}(\mathbf y-\mathbf A\boldsymbol\theta)^T\mathbf C(0)^{-1}(\mathbf y-\mathbf A\boldsymbol\theta),\qquad\mathbf G\widehat{\boldsymbol\theta}=\mathbf g</a:t>
            </a:r>
          </a:p>
          <a:p xmlns:a="http://schemas.openxmlformats.org/drawingml/2006/main">
            <a:r>
              <a:t/>
            </a:r>
          </a:p>
          <a:p xmlns:a="http://schemas.openxmlformats.org/drawingml/2006/main">
            <a:r>
              <a:t>Notation and units</a:t>
            </a:r>
          </a:p>
          <a:p xmlns:a="http://schemas.openxmlformats.org/drawingml/2006/main">
            <a:r>
              <a:t>G = Aᵀ C(0)⁻¹ A, a 3 × 3 matrix · g = Aᵀ C(0)⁻¹ y, a 3 × 1 vector</a:t>
            </a:r>
          </a:p>
          <a:p xmlns:a="http://schemas.openxmlformats.org/drawingml/2006/main">
            <a:r>
              <a:t>θ̂ = [q̂, b̂₀, b̂₁]ᵀ · C(0)⁻¹ accounts for unequal noise and cross frequency correlation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displayed system to reproduce the estimate, allowing for rounded coefficients. The full precision G, g and theta are saved in normal_equations.npz and worked_steps.json. The effective information is Gqq − Gqb Gbb^−1 Gbq, which is much smaller than Gqq. A and C are both necessary to construct this system; y appears only in g.</a:t>
            </a:r>
          </a:p>
          <a:p xmlns:a="http://schemas.openxmlformats.org/drawingml/2006/main">
            <a:r>
              <a:t/>
            </a:r>
          </a:p>
          <a:p xmlns:a="http://schemas.openxmlformats.org/drawingml/2006/main">
            <a:r>
              <a:t>Equation source</a:t>
            </a:r>
          </a:p>
          <a:p xmlns:a="http://schemas.openxmlformats.org/drawingml/2006/main">
            <a:r>
              <a:t>\begin{bmatrix}G_{qq}&amp;\mathbf G_{qb}\\\mathbf G_{bq}&amp;\mathbf G_{bb}\end{bmatrix}\begin{bmatrix}\widehat q\\\widehat{\mathbf b}\end{bmatrix}=\begin{bmatrix}g_q\\\mathbf g_b\end{bmatrix}</a:t>
            </a:r>
          </a:p>
          <a:p xmlns:a="http://schemas.openxmlformats.org/drawingml/2006/main">
            <a:r>
              <a:t/>
            </a:r>
          </a:p>
          <a:p xmlns:a="http://schemas.openxmlformats.org/drawingml/2006/main">
            <a:r>
              <a:t>Notation and units</a:t>
            </a:r>
          </a:p>
          <a:p xmlns:a="http://schemas.openxmlformats.org/drawingml/2006/main">
            <a:r>
              <a:t>The matrix columns correspond to different parameter units: q in µg/m³, b₀ and b₁ in dB.</a:t>
            </a:r>
          </a:p>
          <a:p xmlns:a="http://schemas.openxmlformats.org/drawingml/2006/main">
            <a:r>
              <a:t>All values use all 1,024 tones. Displayed coefficients are rounded; source arrays retain full precision.</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https://github.com/unworthyzeus/THz_ISAC_atmospheric_monitoring/blob/main/results/zenith_worked_steps/normal_equations.npz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scalar Schur complement of the two gain parameters. It is algebraically equivalent to the whiten and project construction in the source tutorial. The subtraction removes the component of the molecular column that can be explained by a constant and a spectral slope. Rounding the two terms too aggressively before subtraction can lose precision, so the script uses full precision throughout. The inferred b coefficients are fitted nuisance values; they are not independent instrument calibration measurements.</a:t>
            </a:r>
          </a:p>
          <a:p xmlns:a="http://schemas.openxmlformats.org/drawingml/2006/main">
            <a:r>
              <a:t/>
            </a:r>
          </a:p>
          <a:p xmlns:a="http://schemas.openxmlformats.org/drawingml/2006/main">
            <a:r>
              <a:t>Equation source</a:t>
            </a:r>
          </a:p>
          <a:p xmlns:a="http://schemas.openxmlformats.org/drawingml/2006/main">
            <a:r>
              <a:t>\begin{gathered}I_q=G_{qq}-\mathbf G_{qb}\mathbf G_{bb}^{-1}\mathbf G_{bq}=0.3013440205-0.2951744347=0.006169585805\\t_q=g_q-\mathbf G_{qb}\mathbf G_{bb}^{-1}\mathbf g_b=15.0662651908-14.8230312721=0.243233918673\\\widehat q=t_q/I_q=39.42467555\ \mathrm{\mu g/m^3}\end{gathered}</a:t>
            </a:r>
          </a:p>
          <a:p xmlns:a="http://schemas.openxmlformats.org/drawingml/2006/main">
            <a:r>
              <a:t/>
            </a:r>
          </a:p>
          <a:p xmlns:a="http://schemas.openxmlformats.org/drawingml/2006/main">
            <a:r>
              <a:t>Notation and units</a:t>
            </a:r>
          </a:p>
          <a:p xmlns:a="http://schemas.openxmlformats.org/drawingml/2006/main">
            <a:r>
              <a:t>I_q: information for q after removing the gain nuisance terms [(µg/m³)⁻²]</a:t>
            </a:r>
          </a:p>
          <a:p xmlns:a="http://schemas.openxmlformats.org/drawingml/2006/main">
            <a:r>
              <a:t>t_q: remaining weighted evidence for q [(µg/m³)⁻¹]</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threshold is fixed from the null model before inspecting the observation. The unconstrained signed estimator is used for the test; truncating negative estimates to zero would change its null distribution. This one successful random draw does not itself show 95% detection probability. The threshold and a 95% power concentration are different quantities.</a:t>
            </a:r>
          </a:p>
          <a:p xmlns:a="http://schemas.openxmlformats.org/drawingml/2006/main">
            <a:r>
              <a:t/>
            </a:r>
          </a:p>
          <a:p xmlns:a="http://schemas.openxmlformats.org/drawingml/2006/main">
            <a:r>
              <a:t>Equation source</a:t>
            </a:r>
          </a:p>
          <a:p xmlns:a="http://schemas.openxmlformats.org/drawingml/2006/main">
            <a:r>
              <a:t>\begin{gathered}s_0=I_q^{-1/2}=12.73127783\ \mathrm{\mu g/m^3}\\q_{\mathrm{th}}=z_{0.99}s_0=(2.326347874)(12.73127783)=29.61738111\ \mathrm{\mu g/m^3}\\\widehat q=39.42467555&gt;29.61738111\quad\Longrightarrow\quad\text{detection}\end{gathered}</a:t>
            </a:r>
          </a:p>
          <a:p xmlns:a="http://schemas.openxmlformats.org/drawingml/2006/main">
            <a:r>
              <a:t/>
            </a:r>
          </a:p>
          <a:p xmlns:a="http://schemas.openxmlformats.org/drawingml/2006/main">
            <a:r>
              <a:t>Notation and units</a:t>
            </a:r>
          </a:p>
          <a:p xmlns:a="http://schemas.openxmlformats.org/drawingml/2006/main">
            <a:r>
              <a:t>H₀: q = 0 · H₁: q &gt; 0 · s₀: standard deviation under H₀</a:t>
            </a:r>
          </a:p>
          <a:p xmlns:a="http://schemas.openxmlformats.org/drawingml/2006/main">
            <a:r>
              <a:t>q_th: threshold for 1% false alarm probability for this one prespecified compound and decision</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equation is implicit because s1 depends slightly on q through sample SNR. The code solves it numerically; evaluating at its solution gives the arithmetic displayed here. The constant variance approximation would give 50.5585 µg/m³. This explains the otherwise arbitrary looking number in the screenshot. It does not imply this is an environmentally typical concentration.</a:t>
            </a:r>
          </a:p>
          <a:p xmlns:a="http://schemas.openxmlformats.org/drawingml/2006/main">
            <a:r>
              <a:t/>
            </a:r>
          </a:p>
          <a:p xmlns:a="http://schemas.openxmlformats.org/drawingml/2006/main">
            <a:r>
              <a:t>Equation source</a:t>
            </a:r>
          </a:p>
          <a:p xmlns:a="http://schemas.openxmlformats.org/drawingml/2006/main">
            <a:r>
              <a:t>\begin{gathered}\Pr(\widehat q&gt;q_{\mathrm{th}}\mid q)=0.95\quad\Longleftrightarrow\quad q-q_{\mathrm{th}}=z_{0.95}s_1(q)\\q_{95}=29.61738111+(1.644853627)(12.74521644)=50.58139660\ \mathrm{\mu g/m^3}\end{gathered}</a:t>
            </a:r>
          </a:p>
          <a:p xmlns:a="http://schemas.openxmlformats.org/drawingml/2006/main">
            <a:r>
              <a:t/>
            </a:r>
          </a:p>
          <a:p xmlns:a="http://schemas.openxmlformats.org/drawingml/2006/main">
            <a:r>
              <a:t>Notation and units</a:t>
            </a:r>
          </a:p>
          <a:p xmlns:a="http://schemas.openxmlformats.org/drawingml/2006/main">
            <a:r>
              <a:t>s₁(q) = √[H C(q) Hᵀ] · H is the first row of G⁻¹ Aᵀ C(0)⁻¹, so q̂ = H y.</a:t>
            </a:r>
          </a:p>
          <a:p xmlns:a="http://schemas.openxmlformats.org/drawingml/2006/main">
            <a:r>
              <a:t>z₀.₉₅: standard normal 95th percentile · these weights are fixed under the null.</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counts are 113/10000 under q=0, 131/10000 at q=1 and 9475/10000 at q=50.5814. The exact binomial intervals describe Monte Carlo uncertainty, not uncertainty in hardware calibration, spectroscopy or real weather. The observations use complex pilot means, rather than directly drawing a Gaussian concentration estimate.</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https://github.com/unworthyzeus/THz_ISAC_atmospheric_monitoring/blob/b94f3fe/results/zenith_single_compound/receiver_control.csv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EMeRGe/IAGOS contextual reference is 145 pptv, equivalent to about 0.252 µg/m³ at 288.15 K and 101325 Pa. It is not a universal ground concentration or a concentration profile measurement for this example. Real detection requires independently measured concentration, blank stability and a tested moving receiver. Multiple ground receivers would require adequate ray diversity and an identifiable tomographic model. LEO is a useful example for the full chain, not evidence that every proposed sensing mode is feasible.</a:t>
            </a:r>
          </a:p>
          <a:p xmlns:a="http://schemas.openxmlformats.org/drawingml/2006/main">
            <a:r>
              <a:t/>
            </a:r>
          </a:p>
          <a:p xmlns:a="http://schemas.openxmlformats.org/drawingml/2006/main">
            <a:r>
              <a:t>Conditions</a:t>
            </a:r>
          </a:p>
          <a:p xmlns:a="http://schemas.openxmlformats.org/drawingml/2006/main">
            <a:r>
              <a:t>A selected aircraft background reference is about 0.252 µg/m³, far below this conditional enhancement limit.</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https://github.com/unworthyzeus/THz_ISAC_atmospheric_monitoring/blob/b94f3fe/docs/54_supervisor_revision_2026_10_05.md</a:t>
            </a:r>
          </a:p>
          <a:p xmlns:a="http://schemas.openxmlformats.org/drawingml/2006/main">
            <a:r>
              <a:t>https://acp.copernicus.org/articles/23/1893/2023/index.html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closes the requested explanation of the screenshot. The deterministic chain and statistical inverse are different operations. The forward model computes a pattern from a chosen concentration; the receiver fit estimates concentration from noisy observations without knowing the chosen value. That distinction is necessary to avoid confusing the simulated truth, predicted attenuation and retrieved concentration.</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partition sums come from HAPI TIPS2025. The Boltzmann factor uses the lower state energy, and the last factor corrects stimulated emission. Width is also adjusted: γ = 0.1594 × (101122.3515/101325) × (296/288.040263)^0.71 = 0.1621900503 cm⁻¹. The saved source uses the second radiation constant defined in physical_spectroscopy.py. All factors are calculated at the first actual quadrature node, not at a rounded atmospheric state.</a:t>
            </a:r>
          </a:p>
          <a:p xmlns:a="http://schemas.openxmlformats.org/drawingml/2006/main">
            <a:r>
              <a:t/>
            </a:r>
          </a:p>
          <a:p xmlns:a="http://schemas.openxmlformats.org/drawingml/2006/main">
            <a:r>
              <a:t>Equation source</a:t>
            </a:r>
          </a:p>
          <a:p xmlns:a="http://schemas.openxmlformats.org/drawingml/2006/main">
            <a:r>
              <a:t>S(T)=S(296)\frac{Q(296)}{Q(T)}\exp\!\left[-c_2E^{\prime\prime}\left(\frac1T-\frac1{296}\right)\right]\frac{1-e^{-c_2\widetilde\nu/T}}{1-e^{-c_2\widetilde\nu/296}}</a:t>
            </a:r>
          </a:p>
          <a:p xmlns:a="http://schemas.openxmlformats.org/drawingml/2006/main">
            <a:r>
              <a:t/>
            </a:r>
          </a:p>
          <a:p xmlns:a="http://schemas.openxmlformats.org/drawingml/2006/main">
            <a:r>
              <a:t>Notation and units</a:t>
            </a:r>
          </a:p>
          <a:p xmlns:a="http://schemas.openxmlformats.org/drawingml/2006/main">
            <a:r>
              <a:t>Q(T): molecular partition sum · E″ = 47.8643 cm⁻¹ · ν̃ = 7.97678228 cm⁻¹</a:t>
            </a:r>
          </a:p>
          <a:p xmlns:a="http://schemas.openxmlformats.org/drawingml/2006/main">
            <a:r>
              <a:t>c₂: second radiation constant (cm K) · T = 288.040263 K</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https://hitran.org/hapi/</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Received power equals per tone power plus both antenna gains minus free space, background and implementation loss. Noise uses kB(Tsky+Te)Δf, with Tsky = 177.831 K and Te = 290(10^(7/10)−1). The noise figure is not counted twice. More exact values are saved in tone_by_tone.csv. The 25 dBm is the total average RF power across all tones, not per tone or electrical input power.</a:t>
            </a:r>
          </a:p>
          <a:p xmlns:a="http://schemas.openxmlformats.org/drawingml/2006/main">
            <a:r>
              <a:t/>
            </a:r>
          </a:p>
          <a:p xmlns:a="http://schemas.openxmlformats.org/drawingml/2006/main">
            <a:r>
              <a:t>Conditions</a:t>
            </a:r>
          </a:p>
          <a:p xmlns:a="http://schemas.openxmlformats.org/drawingml/2006/main">
            <a:r>
              <a:t>The extra 0.012181 dB CH₃CN loss belongs only to the sample in this enhancement model.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https://www.itu.int/rec/R-REC-P.676-13-202208-I</a:t>
            </a:r>
          </a:p>
          <a:p xmlns:a="http://schemas.openxmlformats.org/drawingml/2006/main">
            <a:r>
              <a:t>https://github.com/unworthyzeus/THz_ISAC_atmospheric_monitoring/blob/b94f3fe/results/zenith_single_compound/tone_by_tone.csv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and column is indexed by the original tone number. Multiply each displayed entry by 10^−4 dB² to obtain the covariance value. The diagonal includes both thermal and persistent calibration variance. Selecting only these tones requires recalculating the estimator using the corresponding A rows and this submatrix. Taking five entries from the full H would not produce the five tone estimator.</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same five observations extracted from the full simulated spectrum. The weights are recomputed for only these five tones while allowing the same gain offset and slope. The entries and their products show a literal matrix multiplication. Its large uncertainty means the estimate 171.7494 is not persuasive evidence, even though it is larger than the full spectrum estimate. Source values retain full precision; the displayed products use full precision before rounding.</a:t>
            </a:r>
          </a:p>
          <a:p xmlns:a="http://schemas.openxmlformats.org/drawingml/2006/main">
            <a:r>
              <a:t/>
            </a:r>
          </a:p>
          <a:p xmlns:a="http://schemas.openxmlformats.org/drawingml/2006/main">
            <a:r>
              <a:t>Conditions</a:t>
            </a:r>
          </a:p>
          <a:p xmlns:a="http://schemas.openxmlformats.org/drawingml/2006/main">
            <a:r>
              <a:t>This discards 1,019 tones. The main detector uses all 1,024, with the same assumed 0.001 dB residual and 20 s total.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Transmit power values must refer to the same quantity when comparing hardware: average linear OFDM output differs from peak pulse power and electrical supply power. The published design and laboratory references are meaningful anchors but cannot prove the whole assumed measurement chain. The research note retains antenna dimensions, pointing, surface tolerance, motion and power comparisons.</a:t>
            </a:r>
          </a:p>
          <a:p xmlns:a="http://schemas.openxmlformats.org/drawingml/2006/main">
            <a:r>
              <a:t/>
            </a:r>
          </a:p>
          <a:p xmlns:a="http://schemas.openxmlformats.org/drawingml/2006/main">
            <a:r>
              <a:t>Conditions</a:t>
            </a:r>
          </a:p>
          <a:p xmlns:a="http://schemas.openxmlformats.org/drawingml/2006/main">
            <a:r>
              <a:t>1 W and 10 W transmit cases elsewhere in the repository are sensitivity scenarios, not qualified payload specifications.</a:t>
            </a:r>
          </a:p>
          <a:p xmlns:a="http://schemas.openxmlformats.org/drawingml/2006/main">
            <a:r>
              <a:t/>
            </a:r>
          </a:p>
          <a:p xmlns:a="http://schemas.openxmlformats.org/drawingml/2006/main">
            <a:r>
              <a:t>Sources</a:t>
            </a:r>
          </a:p>
          <a:p xmlns:a="http://schemas.openxmlformats.org/drawingml/2006/main">
            <a:r>
              <a:t>https://www.nature.com/articles/s41928-022-00897-6</a:t>
            </a:r>
          </a:p>
          <a:p xmlns:a="http://schemas.openxmlformats.org/drawingml/2006/main">
            <a:r>
              <a:t>https://arxiv.org/html/2606.15410v1</a:t>
            </a:r>
          </a:p>
          <a:p xmlns:a="http://schemas.openxmlformats.org/drawingml/2006/main">
            <a:r>
              <a:t>https://doi.org/10.1109/JMW.2025.3610360</a:t>
            </a:r>
          </a:p>
          <a:p xmlns:a="http://schemas.openxmlformats.org/drawingml/2006/main">
            <a:r>
              <a:t>https://github.com/unworthyzeus/THz_ISAC_atmospheric_monitoring/blob/b94f3fe/docs/54_supervisor_revision_2026_10_05.md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primary method and context references. The HITRAN table is an external physical input; the code adds the declared geometry, concentration profile and receiver error assumptions. See the linked source audit for each claim boundary. HAPI version in the retained experiment is 1.3.0.0.</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https://hitran.org/hapi/</a:t>
            </a:r>
          </a:p>
          <a:p xmlns:a="http://schemas.openxmlformats.org/drawingml/2006/main">
            <a:r>
              <a:t>https://www.itu.int/rec/R-REC-P.835-7-202408-I/en</a:t>
            </a:r>
          </a:p>
          <a:p xmlns:a="http://schemas.openxmlformats.org/drawingml/2006/main">
            <a:r>
              <a:t>https://www.itu.int/rec/R-REC-P.676-13-202208-I</a:t>
            </a:r>
          </a:p>
          <a:p xmlns:a="http://schemas.openxmlformats.org/drawingml/2006/main">
            <a:r>
              <a:t>https://acp.copernicus.org/articles/23/1893/2023/index.html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numerical replay starts from the original experiment snapshot b94f3fe and does not alter the main scientific result. The data directory is results/zenith_worked_steps. The physical forward sum and the complex random draw are independently replayed, then compared against the saved outputs. The first tone sensitivity, whole spectrum estimate and uncertainty agree. Equations and slide source values are drawn from these files.</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https://github.com/unworthyzeus/THz_ISAC_atmospheric_monitoring/blob/main/results/zenith_worked_steps/manifest.json</a:t>
            </a:r>
          </a:p>
          <a:p xmlns:a="http://schemas.openxmlformats.org/drawingml/2006/main">
            <a:r>
              <a:t>https://github.com/unworthyzeus/THz_ISAC_atmospheric_monitoring/blob/main/scripts/calculate_zenith_worked_steps.py</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c5a967ee8749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55bfa3c6ba4679" /><Relationship Type="http://schemas.openxmlformats.org/officeDocument/2006/relationships/slideLayout" Target="/ppt/slideLayouts/slideLayout1.xml" Id="Rbd58b826b93442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58b826b93442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4e637692894159" /><Relationship Type="http://schemas.openxmlformats.org/officeDocument/2006/relationships/notesSlide" Target="/ppt/notesSlides/notesSlide1.xml" Id="R9749b2cb7b274d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62dd8476d946c1" /><Relationship Type="http://schemas.openxmlformats.org/officeDocument/2006/relationships/notesSlide" Target="/ppt/notesSlides/notesSlide2.xml" Id="R12748210150449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9a169364214abb" /><Relationship Type="http://schemas.openxmlformats.org/officeDocument/2006/relationships/image" Target="/ppt/media/image.png" Id="R3e8f4117588b4162" /><Relationship Type="http://schemas.openxmlformats.org/officeDocument/2006/relationships/image" Target="/ppt/media/image.svg" Id="R1b7d88a6320e4d0a" /><Relationship Type="http://schemas.openxmlformats.org/officeDocument/2006/relationships/notesSlide" Target="/ppt/notesSlides/notesSlide3.xml" Id="Rec19f423903e44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45771359774414" /><Relationship Type="http://schemas.openxmlformats.org/officeDocument/2006/relationships/notesSlide" Target="/ppt/notesSlides/notesSlide4.xml" Id="R015b668a5ce347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ec5d7f6e674582" /><Relationship Type="http://schemas.openxmlformats.org/officeDocument/2006/relationships/image" Target="/ppt/media/image2.png" Id="R9a317f5c29fc4485" /><Relationship Type="http://schemas.openxmlformats.org/officeDocument/2006/relationships/image" Target="/ppt/media/image2.svg" Id="Recc605158ce740a4" /><Relationship Type="http://schemas.openxmlformats.org/officeDocument/2006/relationships/notesSlide" Target="/ppt/notesSlides/notesSlide5.xml" Id="R4ada3f4151f340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de325a53eb40d7" /><Relationship Type="http://schemas.openxmlformats.org/officeDocument/2006/relationships/notesSlide" Target="/ppt/notesSlides/notesSlide6.xml" Id="R0cc0390efea447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25abbe3acea40d6" /><Relationship Type="http://schemas.openxmlformats.org/officeDocument/2006/relationships/image" Target="/ppt/media/image3.png" Id="R5069b632b82b4218" /><Relationship Type="http://schemas.openxmlformats.org/officeDocument/2006/relationships/image" Target="/ppt/media/image3.svg" Id="Rc16ed25c4cc74680" /><Relationship Type="http://schemas.openxmlformats.org/officeDocument/2006/relationships/notesSlide" Target="/ppt/notesSlides/notesSlide7.xml" Id="R5920ee7df22b4c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3721e88e404b6e" /><Relationship Type="http://schemas.openxmlformats.org/officeDocument/2006/relationships/notesSlide" Target="/ppt/notesSlides/notesSlide8.xml" Id="Rf707323e4b814a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379758a9127410f" /><Relationship Type="http://schemas.openxmlformats.org/officeDocument/2006/relationships/image" Target="/ppt/media/image4.png" Id="R53d6ac00eb0a4c9a" /><Relationship Type="http://schemas.openxmlformats.org/officeDocument/2006/relationships/image" Target="/ppt/media/image4.svg" Id="R2b99f30313b648b2" /><Relationship Type="http://schemas.openxmlformats.org/officeDocument/2006/relationships/notesSlide" Target="/ppt/notesSlides/notesSlide9.xml" Id="Ra08a4fb5dee947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85ffb3f7894c44" /><Relationship Type="http://schemas.openxmlformats.org/officeDocument/2006/relationships/notesSlide" Target="/ppt/notesSlides/notesSlide10.xml" Id="R2b6980ca94214e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fed0a70012a4707" /><Relationship Type="http://schemas.openxmlformats.org/officeDocument/2006/relationships/image" Target="/ppt/media/image5.png" Id="R8785e96678714dbc" /><Relationship Type="http://schemas.openxmlformats.org/officeDocument/2006/relationships/image" Target="/ppt/media/image5.svg" Id="Rd1fc290ac5c44437" /><Relationship Type="http://schemas.openxmlformats.org/officeDocument/2006/relationships/notesSlide" Target="/ppt/notesSlides/notesSlide11.xml" Id="R6f07a958072a4c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92862fec89145b5" /><Relationship Type="http://schemas.openxmlformats.org/officeDocument/2006/relationships/image" Target="/ppt/media/image6.png" Id="R6a2d4ae237a04b83" /><Relationship Type="http://schemas.openxmlformats.org/officeDocument/2006/relationships/image" Target="/ppt/media/image6.svg" Id="R6f43f297a3bd46e0" /><Relationship Type="http://schemas.openxmlformats.org/officeDocument/2006/relationships/notesSlide" Target="/ppt/notesSlides/notesSlide12.xml" Id="R308dc403e7c745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f665b9c029e489c" /><Relationship Type="http://schemas.openxmlformats.org/officeDocument/2006/relationships/notesSlide" Target="/ppt/notesSlides/notesSlide13.xml" Id="R5062f96bb6894ff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dee885a9ab649ea" /><Relationship Type="http://schemas.openxmlformats.org/officeDocument/2006/relationships/image" Target="/ppt/media/image7.png" Id="Rb7dc990c9a8c4f1e" /><Relationship Type="http://schemas.openxmlformats.org/officeDocument/2006/relationships/image" Target="/ppt/media/image7.svg" Id="Ref0ac4838b2b4095" /><Relationship Type="http://schemas.openxmlformats.org/officeDocument/2006/relationships/notesSlide" Target="/ppt/notesSlides/notesSlide14.xml" Id="Rd05ea0de00cd4f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849d9bbe79c4a22" /><Relationship Type="http://schemas.openxmlformats.org/officeDocument/2006/relationships/image" Target="/ppt/media/image8.png" Id="R2db95e50c4a74239" /><Relationship Type="http://schemas.openxmlformats.org/officeDocument/2006/relationships/image" Target="/ppt/media/image8.svg" Id="R5fb1c642db1849ea" /><Relationship Type="http://schemas.openxmlformats.org/officeDocument/2006/relationships/notesSlide" Target="/ppt/notesSlides/notesSlide15.xml" Id="Ra93fe50cdb9444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0bdbe4d33fd4b1c" /><Relationship Type="http://schemas.openxmlformats.org/officeDocument/2006/relationships/chart" Target="/ppt/slides/charts/chart1.xml" Id="R5f37821d1a084fc9" /><Relationship Type="http://schemas.openxmlformats.org/officeDocument/2006/relationships/notesSlide" Target="/ppt/notesSlides/notesSlide16.xml" Id="Rd03b96ebe4b249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dd39e0b3bfc466f" /><Relationship Type="http://schemas.openxmlformats.org/officeDocument/2006/relationships/image" Target="/ppt/media/image9.png" Id="Rd1c127c9858f4545" /><Relationship Type="http://schemas.openxmlformats.org/officeDocument/2006/relationships/image" Target="/ppt/media/image9.svg" Id="R41735524b15f46bb" /><Relationship Type="http://schemas.openxmlformats.org/officeDocument/2006/relationships/notesSlide" Target="/ppt/notesSlides/notesSlide17.xml" Id="R3606ecf80f024e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8ed9034d2204e65" /><Relationship Type="http://schemas.openxmlformats.org/officeDocument/2006/relationships/image" Target="/ppt/media/image10.png" Id="R157f325c1e93448f" /><Relationship Type="http://schemas.openxmlformats.org/officeDocument/2006/relationships/image" Target="/ppt/media/image10.svg" Id="R343a4c7023104e71" /><Relationship Type="http://schemas.openxmlformats.org/officeDocument/2006/relationships/notesSlide" Target="/ppt/notesSlides/notesSlide18.xml" Id="Reb804423c6024d1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afdbe2ccf7541c7" /><Relationship Type="http://schemas.openxmlformats.org/officeDocument/2006/relationships/image" Target="/ppt/media/image11.png" Id="R07cb0d96ab3945e0" /><Relationship Type="http://schemas.openxmlformats.org/officeDocument/2006/relationships/image" Target="/ppt/media/image11.svg" Id="R9f4b9f2031a14a1e" /><Relationship Type="http://schemas.openxmlformats.org/officeDocument/2006/relationships/notesSlide" Target="/ppt/notesSlides/notesSlide19.xml" Id="Rd35797c1843c46e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89debc1f7e34ed2" /><Relationship Type="http://schemas.openxmlformats.org/officeDocument/2006/relationships/image" Target="/ppt/media/image12.png" Id="Rf38c75071c51487e" /><Relationship Type="http://schemas.openxmlformats.org/officeDocument/2006/relationships/image" Target="/ppt/media/image12.svg" Id="Rf70fb4156e1a4c37" /><Relationship Type="http://schemas.openxmlformats.org/officeDocument/2006/relationships/notesSlide" Target="/ppt/notesSlides/notesSlide20.xml" Id="R10839d6054d64dc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6f92d8de9514c29" /><Relationship Type="http://schemas.openxmlformats.org/officeDocument/2006/relationships/image" Target="/ppt/media/image13.png" Id="Rb89557c271904249" /><Relationship Type="http://schemas.openxmlformats.org/officeDocument/2006/relationships/image" Target="/ppt/media/image13.svg" Id="R42b0b6fada354c0e" /><Relationship Type="http://schemas.openxmlformats.org/officeDocument/2006/relationships/notesSlide" Target="/ppt/notesSlides/notesSlide21.xml" Id="R71cde18acbef428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12464e98efa46bb" /><Relationship Type="http://schemas.openxmlformats.org/officeDocument/2006/relationships/image" Target="/ppt/media/image14.png" Id="Ra0a7003d7e3c47d1" /><Relationship Type="http://schemas.openxmlformats.org/officeDocument/2006/relationships/image" Target="/ppt/media/image14.svg" Id="Re5bb87e5c3924835" /><Relationship Type="http://schemas.openxmlformats.org/officeDocument/2006/relationships/notesSlide" Target="/ppt/notesSlides/notesSlide22.xml" Id="R6d1485c0b52d467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b92c32848634a8e" /><Relationship Type="http://schemas.openxmlformats.org/officeDocument/2006/relationships/image" Target="/ppt/media/image15.png" Id="R608d601d2e4b470a" /><Relationship Type="http://schemas.openxmlformats.org/officeDocument/2006/relationships/image" Target="/ppt/media/image15.svg" Id="Rffdee8e3ff024c9f" /><Relationship Type="http://schemas.openxmlformats.org/officeDocument/2006/relationships/notesSlide" Target="/ppt/notesSlides/notesSlide23.xml" Id="Rddf52fe7259149d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2268ec70d2d4e20" /><Relationship Type="http://schemas.openxmlformats.org/officeDocument/2006/relationships/notesSlide" Target="/ppt/notesSlides/notesSlide24.xml" Id="R5de2c418616847e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34077012a844426" /><Relationship Type="http://schemas.openxmlformats.org/officeDocument/2006/relationships/notesSlide" Target="/ppt/notesSlides/notesSlide25.xml" Id="R1778dbde8a0d438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1fa7259d1e14f72" /><Relationship Type="http://schemas.openxmlformats.org/officeDocument/2006/relationships/notesSlide" Target="/ppt/notesSlides/notesSlide26.xml" Id="Rb3670f3d7afb41b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8c43ceabfa94205" /><Relationship Type="http://schemas.openxmlformats.org/officeDocument/2006/relationships/image" Target="/ppt/media/image16.png" Id="Re91de1d017e145f5" /><Relationship Type="http://schemas.openxmlformats.org/officeDocument/2006/relationships/image" Target="/ppt/media/image16.svg" Id="R69ed30a9c0294679" /><Relationship Type="http://schemas.openxmlformats.org/officeDocument/2006/relationships/notesSlide" Target="/ppt/notesSlides/notesSlide27.xml" Id="Rbca654b668ec4ea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67537047de9403d" /><Relationship Type="http://schemas.openxmlformats.org/officeDocument/2006/relationships/notesSlide" Target="/ppt/notesSlides/notesSlide28.xml" Id="Rb826c68074dc474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7ab4ef7ef3645f0" /><Relationship Type="http://schemas.openxmlformats.org/officeDocument/2006/relationships/notesSlide" Target="/ppt/notesSlides/notesSlide29.xml" Id="Rf2d76b40cc59421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e0cf68e5d884f5d" /><Relationship Type="http://schemas.openxmlformats.org/officeDocument/2006/relationships/notesSlide" Target="/ppt/notesSlides/notesSlide30.xml" Id="R1901d75a1bdb437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25ec69111884d97" /><Relationship Type="http://schemas.openxmlformats.org/officeDocument/2006/relationships/notesSlide" Target="/ppt/notesSlides/notesSlide31.xml" Id="R08a3b72a6a3b452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754b9393f864de1" /><Relationship Type="http://schemas.openxmlformats.org/officeDocument/2006/relationships/notesSlide" Target="/ppt/notesSlides/notesSlide32.xml" Id="Rcf4bd4bd43c14d7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41199ac014c4f86" /><Relationship Type="http://schemas.openxmlformats.org/officeDocument/2006/relationships/notesSlide" Target="/ppt/notesSlides/notesSlide33.xml" Id="R1b003addac5e43a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Simulated observation y</c:v>
          </c:tx>
          <c:spPr>
            <a:ln xmlns:a="http://schemas.openxmlformats.org/drawingml/2006/main" w="19050">
              <a:solidFill>
                <a:srgbClr val="B4BFC8"/>
              </a:solidFill>
            </a:ln>
          </c:spPr>
          <c:marker>
            <c:symbol val="none"/>
          </c:marker>
          <c:xVal>
            <c:numRef>
              <c:f>'Chart Data'!$A$2:$A$1025</c:f>
              <c:numCache>
                <c:formatCode>General</c:formatCode>
                <c:ptCount val="1024"/>
                <c:pt idx="0">
                  <c:v>230.0048828125</c:v>
                </c:pt>
                <c:pt idx="1">
                  <c:v>230.0146484375</c:v>
                </c:pt>
                <c:pt idx="2">
                  <c:v>230.0244140625</c:v>
                </c:pt>
                <c:pt idx="3">
                  <c:v>230.0341796875</c:v>
                </c:pt>
                <c:pt idx="4">
                  <c:v>230.0439453125</c:v>
                </c:pt>
                <c:pt idx="5">
                  <c:v>230.0537109375</c:v>
                </c:pt>
                <c:pt idx="6">
                  <c:v>230.0634765625</c:v>
                </c:pt>
                <c:pt idx="7">
                  <c:v>230.0732421875</c:v>
                </c:pt>
                <c:pt idx="8">
                  <c:v>230.0830078125</c:v>
                </c:pt>
                <c:pt idx="9">
                  <c:v>230.0927734375</c:v>
                </c:pt>
                <c:pt idx="10">
                  <c:v>230.1025390625</c:v>
                </c:pt>
                <c:pt idx="11">
                  <c:v>230.1123046875</c:v>
                </c:pt>
                <c:pt idx="12">
                  <c:v>230.1220703125</c:v>
                </c:pt>
                <c:pt idx="13">
                  <c:v>230.1318359375</c:v>
                </c:pt>
                <c:pt idx="14">
                  <c:v>230.1416015625</c:v>
                </c:pt>
                <c:pt idx="15">
                  <c:v>230.1513671875</c:v>
                </c:pt>
                <c:pt idx="16">
                  <c:v>230.1611328125</c:v>
                </c:pt>
                <c:pt idx="17">
                  <c:v>230.1708984375</c:v>
                </c:pt>
                <c:pt idx="18">
                  <c:v>230.1806640625</c:v>
                </c:pt>
                <c:pt idx="19">
                  <c:v>230.1904296875</c:v>
                </c:pt>
                <c:pt idx="20">
                  <c:v>230.2001953125</c:v>
                </c:pt>
                <c:pt idx="21">
                  <c:v>230.2099609375</c:v>
                </c:pt>
                <c:pt idx="22">
                  <c:v>230.2197265625</c:v>
                </c:pt>
                <c:pt idx="23">
                  <c:v>230.2294921875</c:v>
                </c:pt>
                <c:pt idx="24">
                  <c:v>230.2392578125</c:v>
                </c:pt>
                <c:pt idx="25">
                  <c:v>230.2490234375</c:v>
                </c:pt>
                <c:pt idx="26">
                  <c:v>230.2587890625</c:v>
                </c:pt>
                <c:pt idx="27">
                  <c:v>230.2685546875</c:v>
                </c:pt>
                <c:pt idx="28">
                  <c:v>230.2783203125</c:v>
                </c:pt>
                <c:pt idx="29">
                  <c:v>230.2880859375</c:v>
                </c:pt>
                <c:pt idx="30">
                  <c:v>230.2978515625</c:v>
                </c:pt>
                <c:pt idx="31">
                  <c:v>230.3076171875</c:v>
                </c:pt>
                <c:pt idx="32">
                  <c:v>230.3173828125</c:v>
                </c:pt>
                <c:pt idx="33">
                  <c:v>230.3271484375</c:v>
                </c:pt>
                <c:pt idx="34">
                  <c:v>230.3369140625</c:v>
                </c:pt>
                <c:pt idx="35">
                  <c:v>230.3466796875</c:v>
                </c:pt>
                <c:pt idx="36">
                  <c:v>230.3564453125</c:v>
                </c:pt>
                <c:pt idx="37">
                  <c:v>230.3662109375</c:v>
                </c:pt>
                <c:pt idx="38">
                  <c:v>230.3759765625</c:v>
                </c:pt>
                <c:pt idx="39">
                  <c:v>230.3857421875</c:v>
                </c:pt>
                <c:pt idx="40">
                  <c:v>230.3955078125</c:v>
                </c:pt>
                <c:pt idx="41">
                  <c:v>230.4052734375</c:v>
                </c:pt>
                <c:pt idx="42">
                  <c:v>230.4150390625</c:v>
                </c:pt>
                <c:pt idx="43">
                  <c:v>230.4248046875</c:v>
                </c:pt>
                <c:pt idx="44">
                  <c:v>230.4345703125</c:v>
                </c:pt>
                <c:pt idx="45">
                  <c:v>230.4443359375</c:v>
                </c:pt>
                <c:pt idx="46">
                  <c:v>230.4541015625</c:v>
                </c:pt>
                <c:pt idx="47">
                  <c:v>230.4638671875</c:v>
                </c:pt>
                <c:pt idx="48">
                  <c:v>230.4736328125</c:v>
                </c:pt>
                <c:pt idx="49">
                  <c:v>230.4833984375</c:v>
                </c:pt>
                <c:pt idx="50">
                  <c:v>230.4931640625</c:v>
                </c:pt>
                <c:pt idx="51">
                  <c:v>230.5029296875</c:v>
                </c:pt>
                <c:pt idx="52">
                  <c:v>230.5126953125</c:v>
                </c:pt>
                <c:pt idx="53">
                  <c:v>230.5224609375</c:v>
                </c:pt>
                <c:pt idx="54">
                  <c:v>230.5322265625</c:v>
                </c:pt>
                <c:pt idx="55">
                  <c:v>230.5419921875</c:v>
                </c:pt>
                <c:pt idx="56">
                  <c:v>230.5517578125</c:v>
                </c:pt>
                <c:pt idx="57">
                  <c:v>230.5615234375</c:v>
                </c:pt>
                <c:pt idx="58">
                  <c:v>230.5712890625</c:v>
                </c:pt>
                <c:pt idx="59">
                  <c:v>230.5810546875</c:v>
                </c:pt>
                <c:pt idx="60">
                  <c:v>230.5908203125</c:v>
                </c:pt>
                <c:pt idx="61">
                  <c:v>230.6005859375</c:v>
                </c:pt>
                <c:pt idx="62">
                  <c:v>230.6103515625</c:v>
                </c:pt>
                <c:pt idx="63">
                  <c:v>230.6201171875</c:v>
                </c:pt>
                <c:pt idx="64">
                  <c:v>230.6298828125</c:v>
                </c:pt>
                <c:pt idx="65">
                  <c:v>230.6396484375</c:v>
                </c:pt>
                <c:pt idx="66">
                  <c:v>230.6494140625</c:v>
                </c:pt>
                <c:pt idx="67">
                  <c:v>230.6591796875</c:v>
                </c:pt>
                <c:pt idx="68">
                  <c:v>230.6689453125</c:v>
                </c:pt>
                <c:pt idx="69">
                  <c:v>230.6787109375</c:v>
                </c:pt>
                <c:pt idx="70">
                  <c:v>230.6884765625</c:v>
                </c:pt>
                <c:pt idx="71">
                  <c:v>230.6982421875</c:v>
                </c:pt>
                <c:pt idx="72">
                  <c:v>230.7080078125</c:v>
                </c:pt>
                <c:pt idx="73">
                  <c:v>230.7177734375</c:v>
                </c:pt>
                <c:pt idx="74">
                  <c:v>230.7275390625</c:v>
                </c:pt>
                <c:pt idx="75">
                  <c:v>230.7373046875</c:v>
                </c:pt>
                <c:pt idx="76">
                  <c:v>230.7470703125</c:v>
                </c:pt>
                <c:pt idx="77">
                  <c:v>230.7568359375</c:v>
                </c:pt>
                <c:pt idx="78">
                  <c:v>230.7666015625</c:v>
                </c:pt>
                <c:pt idx="79">
                  <c:v>230.7763671875</c:v>
                </c:pt>
                <c:pt idx="80">
                  <c:v>230.7861328125</c:v>
                </c:pt>
                <c:pt idx="81">
                  <c:v>230.7958984375</c:v>
                </c:pt>
                <c:pt idx="82">
                  <c:v>230.8056640625</c:v>
                </c:pt>
                <c:pt idx="83">
                  <c:v>230.8154296875</c:v>
                </c:pt>
                <c:pt idx="84">
                  <c:v>230.8251953125</c:v>
                </c:pt>
                <c:pt idx="85">
                  <c:v>230.8349609375</c:v>
                </c:pt>
                <c:pt idx="86">
                  <c:v>230.8447265625</c:v>
                </c:pt>
                <c:pt idx="87">
                  <c:v>230.8544921875</c:v>
                </c:pt>
                <c:pt idx="88">
                  <c:v>230.8642578125</c:v>
                </c:pt>
                <c:pt idx="89">
                  <c:v>230.8740234375</c:v>
                </c:pt>
                <c:pt idx="90">
                  <c:v>230.8837890625</c:v>
                </c:pt>
                <c:pt idx="91">
                  <c:v>230.8935546875</c:v>
                </c:pt>
                <c:pt idx="92">
                  <c:v>230.9033203125</c:v>
                </c:pt>
                <c:pt idx="93">
                  <c:v>230.9130859375</c:v>
                </c:pt>
                <c:pt idx="94">
                  <c:v>230.9228515625</c:v>
                </c:pt>
                <c:pt idx="95">
                  <c:v>230.9326171875</c:v>
                </c:pt>
                <c:pt idx="96">
                  <c:v>230.9423828125</c:v>
                </c:pt>
                <c:pt idx="97">
                  <c:v>230.9521484375</c:v>
                </c:pt>
                <c:pt idx="98">
                  <c:v>230.9619140625</c:v>
                </c:pt>
                <c:pt idx="99">
                  <c:v>230.9716796875</c:v>
                </c:pt>
                <c:pt idx="100">
                  <c:v>230.9814453125</c:v>
                </c:pt>
                <c:pt idx="101">
                  <c:v>230.9912109375</c:v>
                </c:pt>
                <c:pt idx="102">
                  <c:v>231.0009765625</c:v>
                </c:pt>
                <c:pt idx="103">
                  <c:v>231.0107421875</c:v>
                </c:pt>
                <c:pt idx="104">
                  <c:v>231.0205078125</c:v>
                </c:pt>
                <c:pt idx="105">
                  <c:v>231.0302734375</c:v>
                </c:pt>
                <c:pt idx="106">
                  <c:v>231.0400390625</c:v>
                </c:pt>
                <c:pt idx="107">
                  <c:v>231.0498046875</c:v>
                </c:pt>
                <c:pt idx="108">
                  <c:v>231.0595703125</c:v>
                </c:pt>
                <c:pt idx="109">
                  <c:v>231.0693359375</c:v>
                </c:pt>
                <c:pt idx="110">
                  <c:v>231.0791015625</c:v>
                </c:pt>
                <c:pt idx="111">
                  <c:v>231.0888671875</c:v>
                </c:pt>
                <c:pt idx="112">
                  <c:v>231.0986328125</c:v>
                </c:pt>
                <c:pt idx="113">
                  <c:v>231.1083984375</c:v>
                </c:pt>
                <c:pt idx="114">
                  <c:v>231.1181640625</c:v>
                </c:pt>
                <c:pt idx="115">
                  <c:v>231.1279296875</c:v>
                </c:pt>
                <c:pt idx="116">
                  <c:v>231.1376953125</c:v>
                </c:pt>
                <c:pt idx="117">
                  <c:v>231.1474609375</c:v>
                </c:pt>
                <c:pt idx="118">
                  <c:v>231.1572265625</c:v>
                </c:pt>
                <c:pt idx="119">
                  <c:v>231.1669921875</c:v>
                </c:pt>
                <c:pt idx="120">
                  <c:v>231.1767578125</c:v>
                </c:pt>
                <c:pt idx="121">
                  <c:v>231.1865234375</c:v>
                </c:pt>
                <c:pt idx="122">
                  <c:v>231.1962890625</c:v>
                </c:pt>
                <c:pt idx="123">
                  <c:v>231.2060546875</c:v>
                </c:pt>
                <c:pt idx="124">
                  <c:v>231.2158203125</c:v>
                </c:pt>
                <c:pt idx="125">
                  <c:v>231.2255859375</c:v>
                </c:pt>
                <c:pt idx="126">
                  <c:v>231.2353515625</c:v>
                </c:pt>
                <c:pt idx="127">
                  <c:v>231.2451171875</c:v>
                </c:pt>
                <c:pt idx="128">
                  <c:v>231.2548828125</c:v>
                </c:pt>
                <c:pt idx="129">
                  <c:v>231.2646484375</c:v>
                </c:pt>
                <c:pt idx="130">
                  <c:v>231.2744140625</c:v>
                </c:pt>
                <c:pt idx="131">
                  <c:v>231.2841796875</c:v>
                </c:pt>
                <c:pt idx="132">
                  <c:v>231.2939453125</c:v>
                </c:pt>
                <c:pt idx="133">
                  <c:v>231.3037109375</c:v>
                </c:pt>
                <c:pt idx="134">
                  <c:v>231.3134765625</c:v>
                </c:pt>
                <c:pt idx="135">
                  <c:v>231.3232421875</c:v>
                </c:pt>
                <c:pt idx="136">
                  <c:v>231.3330078125</c:v>
                </c:pt>
                <c:pt idx="137">
                  <c:v>231.3427734375</c:v>
                </c:pt>
                <c:pt idx="138">
                  <c:v>231.3525390625</c:v>
                </c:pt>
                <c:pt idx="139">
                  <c:v>231.3623046875</c:v>
                </c:pt>
                <c:pt idx="140">
                  <c:v>231.3720703125</c:v>
                </c:pt>
                <c:pt idx="141">
                  <c:v>231.3818359375</c:v>
                </c:pt>
                <c:pt idx="142">
                  <c:v>231.3916015625</c:v>
                </c:pt>
                <c:pt idx="143">
                  <c:v>231.4013671875</c:v>
                </c:pt>
                <c:pt idx="144">
                  <c:v>231.4111328125</c:v>
                </c:pt>
                <c:pt idx="145">
                  <c:v>231.4208984375</c:v>
                </c:pt>
                <c:pt idx="146">
                  <c:v>231.4306640625</c:v>
                </c:pt>
                <c:pt idx="147">
                  <c:v>231.4404296875</c:v>
                </c:pt>
                <c:pt idx="148">
                  <c:v>231.4501953125</c:v>
                </c:pt>
                <c:pt idx="149">
                  <c:v>231.4599609375</c:v>
                </c:pt>
                <c:pt idx="150">
                  <c:v>231.4697265625</c:v>
                </c:pt>
                <c:pt idx="151">
                  <c:v>231.4794921875</c:v>
                </c:pt>
                <c:pt idx="152">
                  <c:v>231.4892578125</c:v>
                </c:pt>
                <c:pt idx="153">
                  <c:v>231.4990234375</c:v>
                </c:pt>
                <c:pt idx="154">
                  <c:v>231.5087890625</c:v>
                </c:pt>
                <c:pt idx="155">
                  <c:v>231.5185546875</c:v>
                </c:pt>
                <c:pt idx="156">
                  <c:v>231.5283203125</c:v>
                </c:pt>
                <c:pt idx="157">
                  <c:v>231.5380859375</c:v>
                </c:pt>
                <c:pt idx="158">
                  <c:v>231.5478515625</c:v>
                </c:pt>
                <c:pt idx="159">
                  <c:v>231.5576171875</c:v>
                </c:pt>
                <c:pt idx="160">
                  <c:v>231.5673828125</c:v>
                </c:pt>
                <c:pt idx="161">
                  <c:v>231.5771484375</c:v>
                </c:pt>
                <c:pt idx="162">
                  <c:v>231.5869140625</c:v>
                </c:pt>
                <c:pt idx="163">
                  <c:v>231.5966796875</c:v>
                </c:pt>
                <c:pt idx="164">
                  <c:v>231.6064453125</c:v>
                </c:pt>
                <c:pt idx="165">
                  <c:v>231.6162109375</c:v>
                </c:pt>
                <c:pt idx="166">
                  <c:v>231.6259765625</c:v>
                </c:pt>
                <c:pt idx="167">
                  <c:v>231.6357421875</c:v>
                </c:pt>
                <c:pt idx="168">
                  <c:v>231.6455078125</c:v>
                </c:pt>
                <c:pt idx="169">
                  <c:v>231.6552734375</c:v>
                </c:pt>
                <c:pt idx="170">
                  <c:v>231.6650390625</c:v>
                </c:pt>
                <c:pt idx="171">
                  <c:v>231.6748046875</c:v>
                </c:pt>
                <c:pt idx="172">
                  <c:v>231.6845703125</c:v>
                </c:pt>
                <c:pt idx="173">
                  <c:v>231.6943359375</c:v>
                </c:pt>
                <c:pt idx="174">
                  <c:v>231.7041015625</c:v>
                </c:pt>
                <c:pt idx="175">
                  <c:v>231.7138671875</c:v>
                </c:pt>
                <c:pt idx="176">
                  <c:v>231.7236328125</c:v>
                </c:pt>
                <c:pt idx="177">
                  <c:v>231.7333984375</c:v>
                </c:pt>
                <c:pt idx="178">
                  <c:v>231.7431640625</c:v>
                </c:pt>
                <c:pt idx="179">
                  <c:v>231.7529296875</c:v>
                </c:pt>
                <c:pt idx="180">
                  <c:v>231.7626953125</c:v>
                </c:pt>
                <c:pt idx="181">
                  <c:v>231.7724609375</c:v>
                </c:pt>
                <c:pt idx="182">
                  <c:v>231.7822265625</c:v>
                </c:pt>
                <c:pt idx="183">
                  <c:v>231.7919921875</c:v>
                </c:pt>
                <c:pt idx="184">
                  <c:v>231.8017578125</c:v>
                </c:pt>
                <c:pt idx="185">
                  <c:v>231.8115234375</c:v>
                </c:pt>
                <c:pt idx="186">
                  <c:v>231.8212890625</c:v>
                </c:pt>
                <c:pt idx="187">
                  <c:v>231.8310546875</c:v>
                </c:pt>
                <c:pt idx="188">
                  <c:v>231.8408203125</c:v>
                </c:pt>
                <c:pt idx="189">
                  <c:v>231.8505859375</c:v>
                </c:pt>
                <c:pt idx="190">
                  <c:v>231.8603515625</c:v>
                </c:pt>
                <c:pt idx="191">
                  <c:v>231.8701171875</c:v>
                </c:pt>
                <c:pt idx="192">
                  <c:v>231.8798828125</c:v>
                </c:pt>
                <c:pt idx="193">
                  <c:v>231.8896484375</c:v>
                </c:pt>
                <c:pt idx="194">
                  <c:v>231.8994140625</c:v>
                </c:pt>
                <c:pt idx="195">
                  <c:v>231.9091796875</c:v>
                </c:pt>
                <c:pt idx="196">
                  <c:v>231.9189453125</c:v>
                </c:pt>
                <c:pt idx="197">
                  <c:v>231.9287109375</c:v>
                </c:pt>
                <c:pt idx="198">
                  <c:v>231.9384765625</c:v>
                </c:pt>
                <c:pt idx="199">
                  <c:v>231.9482421875</c:v>
                </c:pt>
                <c:pt idx="200">
                  <c:v>231.9580078125</c:v>
                </c:pt>
                <c:pt idx="201">
                  <c:v>231.9677734375</c:v>
                </c:pt>
                <c:pt idx="202">
                  <c:v>231.9775390625</c:v>
                </c:pt>
                <c:pt idx="203">
                  <c:v>231.9873046875</c:v>
                </c:pt>
                <c:pt idx="204">
                  <c:v>231.9970703125</c:v>
                </c:pt>
                <c:pt idx="205">
                  <c:v>232.0068359375</c:v>
                </c:pt>
                <c:pt idx="206">
                  <c:v>232.0166015625</c:v>
                </c:pt>
                <c:pt idx="207">
                  <c:v>232.0263671875</c:v>
                </c:pt>
                <c:pt idx="208">
                  <c:v>232.0361328125</c:v>
                </c:pt>
                <c:pt idx="209">
                  <c:v>232.0458984375</c:v>
                </c:pt>
                <c:pt idx="210">
                  <c:v>232.0556640625</c:v>
                </c:pt>
                <c:pt idx="211">
                  <c:v>232.0654296875</c:v>
                </c:pt>
                <c:pt idx="212">
                  <c:v>232.0751953125</c:v>
                </c:pt>
                <c:pt idx="213">
                  <c:v>232.0849609375</c:v>
                </c:pt>
                <c:pt idx="214">
                  <c:v>232.0947265625</c:v>
                </c:pt>
                <c:pt idx="215">
                  <c:v>232.1044921875</c:v>
                </c:pt>
                <c:pt idx="216">
                  <c:v>232.1142578125</c:v>
                </c:pt>
                <c:pt idx="217">
                  <c:v>232.1240234375</c:v>
                </c:pt>
                <c:pt idx="218">
                  <c:v>232.1337890625</c:v>
                </c:pt>
                <c:pt idx="219">
                  <c:v>232.1435546875</c:v>
                </c:pt>
                <c:pt idx="220">
                  <c:v>232.1533203125</c:v>
                </c:pt>
                <c:pt idx="221">
                  <c:v>232.1630859375</c:v>
                </c:pt>
                <c:pt idx="222">
                  <c:v>232.1728515625</c:v>
                </c:pt>
                <c:pt idx="223">
                  <c:v>232.1826171875</c:v>
                </c:pt>
                <c:pt idx="224">
                  <c:v>232.1923828125</c:v>
                </c:pt>
                <c:pt idx="225">
                  <c:v>232.2021484375</c:v>
                </c:pt>
                <c:pt idx="226">
                  <c:v>232.2119140625</c:v>
                </c:pt>
                <c:pt idx="227">
                  <c:v>232.2216796875</c:v>
                </c:pt>
                <c:pt idx="228">
                  <c:v>232.2314453125</c:v>
                </c:pt>
                <c:pt idx="229">
                  <c:v>232.2412109375</c:v>
                </c:pt>
                <c:pt idx="230">
                  <c:v>232.2509765625</c:v>
                </c:pt>
                <c:pt idx="231">
                  <c:v>232.2607421875</c:v>
                </c:pt>
                <c:pt idx="232">
                  <c:v>232.2705078125</c:v>
                </c:pt>
                <c:pt idx="233">
                  <c:v>232.2802734375</c:v>
                </c:pt>
                <c:pt idx="234">
                  <c:v>232.2900390625</c:v>
                </c:pt>
                <c:pt idx="235">
                  <c:v>232.2998046875</c:v>
                </c:pt>
                <c:pt idx="236">
                  <c:v>232.3095703125</c:v>
                </c:pt>
                <c:pt idx="237">
                  <c:v>232.3193359375</c:v>
                </c:pt>
                <c:pt idx="238">
                  <c:v>232.3291015625</c:v>
                </c:pt>
                <c:pt idx="239">
                  <c:v>232.3388671875</c:v>
                </c:pt>
                <c:pt idx="240">
                  <c:v>232.3486328125</c:v>
                </c:pt>
                <c:pt idx="241">
                  <c:v>232.3583984375</c:v>
                </c:pt>
                <c:pt idx="242">
                  <c:v>232.3681640625</c:v>
                </c:pt>
                <c:pt idx="243">
                  <c:v>232.3779296875</c:v>
                </c:pt>
                <c:pt idx="244">
                  <c:v>232.3876953125</c:v>
                </c:pt>
                <c:pt idx="245">
                  <c:v>232.3974609375</c:v>
                </c:pt>
                <c:pt idx="246">
                  <c:v>232.4072265625</c:v>
                </c:pt>
                <c:pt idx="247">
                  <c:v>232.4169921875</c:v>
                </c:pt>
                <c:pt idx="248">
                  <c:v>232.4267578125</c:v>
                </c:pt>
                <c:pt idx="249">
                  <c:v>232.4365234375</c:v>
                </c:pt>
                <c:pt idx="250">
                  <c:v>232.4462890625</c:v>
                </c:pt>
                <c:pt idx="251">
                  <c:v>232.4560546875</c:v>
                </c:pt>
                <c:pt idx="252">
                  <c:v>232.4658203125</c:v>
                </c:pt>
                <c:pt idx="253">
                  <c:v>232.4755859375</c:v>
                </c:pt>
                <c:pt idx="254">
                  <c:v>232.4853515625</c:v>
                </c:pt>
                <c:pt idx="255">
                  <c:v>232.4951171875</c:v>
                </c:pt>
                <c:pt idx="256">
                  <c:v>232.5048828125</c:v>
                </c:pt>
                <c:pt idx="257">
                  <c:v>232.5146484375</c:v>
                </c:pt>
                <c:pt idx="258">
                  <c:v>232.5244140625</c:v>
                </c:pt>
                <c:pt idx="259">
                  <c:v>232.5341796875</c:v>
                </c:pt>
                <c:pt idx="260">
                  <c:v>232.5439453125</c:v>
                </c:pt>
                <c:pt idx="261">
                  <c:v>232.5537109375</c:v>
                </c:pt>
                <c:pt idx="262">
                  <c:v>232.5634765625</c:v>
                </c:pt>
                <c:pt idx="263">
                  <c:v>232.5732421875</c:v>
                </c:pt>
                <c:pt idx="264">
                  <c:v>232.5830078125</c:v>
                </c:pt>
                <c:pt idx="265">
                  <c:v>232.5927734375</c:v>
                </c:pt>
                <c:pt idx="266">
                  <c:v>232.6025390625</c:v>
                </c:pt>
                <c:pt idx="267">
                  <c:v>232.6123046875</c:v>
                </c:pt>
                <c:pt idx="268">
                  <c:v>232.6220703125</c:v>
                </c:pt>
                <c:pt idx="269">
                  <c:v>232.6318359375</c:v>
                </c:pt>
                <c:pt idx="270">
                  <c:v>232.6416015625</c:v>
                </c:pt>
                <c:pt idx="271">
                  <c:v>232.6513671875</c:v>
                </c:pt>
                <c:pt idx="272">
                  <c:v>232.6611328125</c:v>
                </c:pt>
                <c:pt idx="273">
                  <c:v>232.6708984375</c:v>
                </c:pt>
                <c:pt idx="274">
                  <c:v>232.6806640625</c:v>
                </c:pt>
                <c:pt idx="275">
                  <c:v>232.6904296875</c:v>
                </c:pt>
                <c:pt idx="276">
                  <c:v>232.7001953125</c:v>
                </c:pt>
                <c:pt idx="277">
                  <c:v>232.7099609375</c:v>
                </c:pt>
                <c:pt idx="278">
                  <c:v>232.7197265625</c:v>
                </c:pt>
                <c:pt idx="279">
                  <c:v>232.7294921875</c:v>
                </c:pt>
                <c:pt idx="280">
                  <c:v>232.7392578125</c:v>
                </c:pt>
                <c:pt idx="281">
                  <c:v>232.7490234375</c:v>
                </c:pt>
                <c:pt idx="282">
                  <c:v>232.7587890625</c:v>
                </c:pt>
                <c:pt idx="283">
                  <c:v>232.7685546875</c:v>
                </c:pt>
                <c:pt idx="284">
                  <c:v>232.7783203125</c:v>
                </c:pt>
                <c:pt idx="285">
                  <c:v>232.7880859375</c:v>
                </c:pt>
                <c:pt idx="286">
                  <c:v>232.7978515625</c:v>
                </c:pt>
                <c:pt idx="287">
                  <c:v>232.8076171875</c:v>
                </c:pt>
                <c:pt idx="288">
                  <c:v>232.8173828125</c:v>
                </c:pt>
                <c:pt idx="289">
                  <c:v>232.8271484375</c:v>
                </c:pt>
                <c:pt idx="290">
                  <c:v>232.8369140625</c:v>
                </c:pt>
                <c:pt idx="291">
                  <c:v>232.8466796875</c:v>
                </c:pt>
                <c:pt idx="292">
                  <c:v>232.8564453125</c:v>
                </c:pt>
                <c:pt idx="293">
                  <c:v>232.8662109375</c:v>
                </c:pt>
                <c:pt idx="294">
                  <c:v>232.8759765625</c:v>
                </c:pt>
                <c:pt idx="295">
                  <c:v>232.8857421875</c:v>
                </c:pt>
                <c:pt idx="296">
                  <c:v>232.8955078125</c:v>
                </c:pt>
                <c:pt idx="297">
                  <c:v>232.9052734375</c:v>
                </c:pt>
                <c:pt idx="298">
                  <c:v>232.9150390625</c:v>
                </c:pt>
                <c:pt idx="299">
                  <c:v>232.9248046875</c:v>
                </c:pt>
                <c:pt idx="300">
                  <c:v>232.9345703125</c:v>
                </c:pt>
                <c:pt idx="301">
                  <c:v>232.9443359375</c:v>
                </c:pt>
                <c:pt idx="302">
                  <c:v>232.9541015625</c:v>
                </c:pt>
                <c:pt idx="303">
                  <c:v>232.9638671875</c:v>
                </c:pt>
                <c:pt idx="304">
                  <c:v>232.9736328125</c:v>
                </c:pt>
                <c:pt idx="305">
                  <c:v>232.9833984375</c:v>
                </c:pt>
                <c:pt idx="306">
                  <c:v>232.9931640625</c:v>
                </c:pt>
                <c:pt idx="307">
                  <c:v>233.0029296875</c:v>
                </c:pt>
                <c:pt idx="308">
                  <c:v>233.0126953125</c:v>
                </c:pt>
                <c:pt idx="309">
                  <c:v>233.0224609375</c:v>
                </c:pt>
                <c:pt idx="310">
                  <c:v>233.0322265625</c:v>
                </c:pt>
                <c:pt idx="311">
                  <c:v>233.0419921875</c:v>
                </c:pt>
                <c:pt idx="312">
                  <c:v>233.0517578125</c:v>
                </c:pt>
                <c:pt idx="313">
                  <c:v>233.0615234375</c:v>
                </c:pt>
                <c:pt idx="314">
                  <c:v>233.0712890625</c:v>
                </c:pt>
                <c:pt idx="315">
                  <c:v>233.0810546875</c:v>
                </c:pt>
                <c:pt idx="316">
                  <c:v>233.0908203125</c:v>
                </c:pt>
                <c:pt idx="317">
                  <c:v>233.1005859375</c:v>
                </c:pt>
                <c:pt idx="318">
                  <c:v>233.1103515625</c:v>
                </c:pt>
                <c:pt idx="319">
                  <c:v>233.1201171875</c:v>
                </c:pt>
                <c:pt idx="320">
                  <c:v>233.1298828125</c:v>
                </c:pt>
                <c:pt idx="321">
                  <c:v>233.1396484375</c:v>
                </c:pt>
                <c:pt idx="322">
                  <c:v>233.1494140625</c:v>
                </c:pt>
                <c:pt idx="323">
                  <c:v>233.1591796875</c:v>
                </c:pt>
                <c:pt idx="324">
                  <c:v>233.1689453125</c:v>
                </c:pt>
                <c:pt idx="325">
                  <c:v>233.1787109375</c:v>
                </c:pt>
                <c:pt idx="326">
                  <c:v>233.1884765625</c:v>
                </c:pt>
                <c:pt idx="327">
                  <c:v>233.1982421875</c:v>
                </c:pt>
                <c:pt idx="328">
                  <c:v>233.2080078125</c:v>
                </c:pt>
                <c:pt idx="329">
                  <c:v>233.2177734375</c:v>
                </c:pt>
                <c:pt idx="330">
                  <c:v>233.2275390625</c:v>
                </c:pt>
                <c:pt idx="331">
                  <c:v>233.2373046875</c:v>
                </c:pt>
                <c:pt idx="332">
                  <c:v>233.2470703125</c:v>
                </c:pt>
                <c:pt idx="333">
                  <c:v>233.2568359375</c:v>
                </c:pt>
                <c:pt idx="334">
                  <c:v>233.2666015625</c:v>
                </c:pt>
                <c:pt idx="335">
                  <c:v>233.2763671875</c:v>
                </c:pt>
                <c:pt idx="336">
                  <c:v>233.2861328125</c:v>
                </c:pt>
                <c:pt idx="337">
                  <c:v>233.2958984375</c:v>
                </c:pt>
                <c:pt idx="338">
                  <c:v>233.3056640625</c:v>
                </c:pt>
                <c:pt idx="339">
                  <c:v>233.3154296875</c:v>
                </c:pt>
                <c:pt idx="340">
                  <c:v>233.3251953125</c:v>
                </c:pt>
                <c:pt idx="341">
                  <c:v>233.3349609375</c:v>
                </c:pt>
                <c:pt idx="342">
                  <c:v>233.3447265625</c:v>
                </c:pt>
                <c:pt idx="343">
                  <c:v>233.3544921875</c:v>
                </c:pt>
                <c:pt idx="344">
                  <c:v>233.3642578125</c:v>
                </c:pt>
                <c:pt idx="345">
                  <c:v>233.3740234375</c:v>
                </c:pt>
                <c:pt idx="346">
                  <c:v>233.3837890625</c:v>
                </c:pt>
                <c:pt idx="347">
                  <c:v>233.3935546875</c:v>
                </c:pt>
                <c:pt idx="348">
                  <c:v>233.4033203125</c:v>
                </c:pt>
                <c:pt idx="349">
                  <c:v>233.4130859375</c:v>
                </c:pt>
                <c:pt idx="350">
                  <c:v>233.4228515625</c:v>
                </c:pt>
                <c:pt idx="351">
                  <c:v>233.4326171875</c:v>
                </c:pt>
                <c:pt idx="352">
                  <c:v>233.4423828125</c:v>
                </c:pt>
                <c:pt idx="353">
                  <c:v>233.4521484375</c:v>
                </c:pt>
                <c:pt idx="354">
                  <c:v>233.4619140625</c:v>
                </c:pt>
                <c:pt idx="355">
                  <c:v>233.4716796875</c:v>
                </c:pt>
                <c:pt idx="356">
                  <c:v>233.4814453125</c:v>
                </c:pt>
                <c:pt idx="357">
                  <c:v>233.4912109375</c:v>
                </c:pt>
                <c:pt idx="358">
                  <c:v>233.5009765625</c:v>
                </c:pt>
                <c:pt idx="359">
                  <c:v>233.5107421875</c:v>
                </c:pt>
                <c:pt idx="360">
                  <c:v>233.5205078125</c:v>
                </c:pt>
                <c:pt idx="361">
                  <c:v>233.5302734375</c:v>
                </c:pt>
                <c:pt idx="362">
                  <c:v>233.5400390625</c:v>
                </c:pt>
                <c:pt idx="363">
                  <c:v>233.5498046875</c:v>
                </c:pt>
                <c:pt idx="364">
                  <c:v>233.5595703125</c:v>
                </c:pt>
                <c:pt idx="365">
                  <c:v>233.5693359375</c:v>
                </c:pt>
                <c:pt idx="366">
                  <c:v>233.5791015625</c:v>
                </c:pt>
                <c:pt idx="367">
                  <c:v>233.5888671875</c:v>
                </c:pt>
                <c:pt idx="368">
                  <c:v>233.5986328125</c:v>
                </c:pt>
                <c:pt idx="369">
                  <c:v>233.6083984375</c:v>
                </c:pt>
                <c:pt idx="370">
                  <c:v>233.6181640625</c:v>
                </c:pt>
                <c:pt idx="371">
                  <c:v>233.6279296875</c:v>
                </c:pt>
                <c:pt idx="372">
                  <c:v>233.6376953125</c:v>
                </c:pt>
                <c:pt idx="373">
                  <c:v>233.6474609375</c:v>
                </c:pt>
                <c:pt idx="374">
                  <c:v>233.6572265625</c:v>
                </c:pt>
                <c:pt idx="375">
                  <c:v>233.6669921875</c:v>
                </c:pt>
                <c:pt idx="376">
                  <c:v>233.6767578125</c:v>
                </c:pt>
                <c:pt idx="377">
                  <c:v>233.6865234375</c:v>
                </c:pt>
                <c:pt idx="378">
                  <c:v>233.6962890625</c:v>
                </c:pt>
                <c:pt idx="379">
                  <c:v>233.7060546875</c:v>
                </c:pt>
                <c:pt idx="380">
                  <c:v>233.7158203125</c:v>
                </c:pt>
                <c:pt idx="381">
                  <c:v>233.7255859375</c:v>
                </c:pt>
                <c:pt idx="382">
                  <c:v>233.7353515625</c:v>
                </c:pt>
                <c:pt idx="383">
                  <c:v>233.7451171875</c:v>
                </c:pt>
                <c:pt idx="384">
                  <c:v>233.7548828125</c:v>
                </c:pt>
                <c:pt idx="385">
                  <c:v>233.7646484375</c:v>
                </c:pt>
                <c:pt idx="386">
                  <c:v>233.7744140625</c:v>
                </c:pt>
                <c:pt idx="387">
                  <c:v>233.7841796875</c:v>
                </c:pt>
                <c:pt idx="388">
                  <c:v>233.7939453125</c:v>
                </c:pt>
                <c:pt idx="389">
                  <c:v>233.8037109375</c:v>
                </c:pt>
                <c:pt idx="390">
                  <c:v>233.8134765625</c:v>
                </c:pt>
                <c:pt idx="391">
                  <c:v>233.8232421875</c:v>
                </c:pt>
                <c:pt idx="392">
                  <c:v>233.8330078125</c:v>
                </c:pt>
                <c:pt idx="393">
                  <c:v>233.8427734375</c:v>
                </c:pt>
                <c:pt idx="394">
                  <c:v>233.8525390625</c:v>
                </c:pt>
                <c:pt idx="395">
                  <c:v>233.8623046875</c:v>
                </c:pt>
                <c:pt idx="396">
                  <c:v>233.8720703125</c:v>
                </c:pt>
                <c:pt idx="397">
                  <c:v>233.8818359375</c:v>
                </c:pt>
                <c:pt idx="398">
                  <c:v>233.8916015625</c:v>
                </c:pt>
                <c:pt idx="399">
                  <c:v>233.9013671875</c:v>
                </c:pt>
                <c:pt idx="400">
                  <c:v>233.9111328125</c:v>
                </c:pt>
                <c:pt idx="401">
                  <c:v>233.9208984375</c:v>
                </c:pt>
                <c:pt idx="402">
                  <c:v>233.9306640625</c:v>
                </c:pt>
                <c:pt idx="403">
                  <c:v>233.9404296875</c:v>
                </c:pt>
                <c:pt idx="404">
                  <c:v>233.9501953125</c:v>
                </c:pt>
                <c:pt idx="405">
                  <c:v>233.9599609375</c:v>
                </c:pt>
                <c:pt idx="406">
                  <c:v>233.9697265625</c:v>
                </c:pt>
                <c:pt idx="407">
                  <c:v>233.9794921875</c:v>
                </c:pt>
                <c:pt idx="408">
                  <c:v>233.9892578125</c:v>
                </c:pt>
                <c:pt idx="409">
                  <c:v>233.9990234375</c:v>
                </c:pt>
                <c:pt idx="410">
                  <c:v>234.0087890625</c:v>
                </c:pt>
                <c:pt idx="411">
                  <c:v>234.0185546875</c:v>
                </c:pt>
                <c:pt idx="412">
                  <c:v>234.0283203125</c:v>
                </c:pt>
                <c:pt idx="413">
                  <c:v>234.0380859375</c:v>
                </c:pt>
                <c:pt idx="414">
                  <c:v>234.0478515625</c:v>
                </c:pt>
                <c:pt idx="415">
                  <c:v>234.0576171875</c:v>
                </c:pt>
                <c:pt idx="416">
                  <c:v>234.0673828125</c:v>
                </c:pt>
                <c:pt idx="417">
                  <c:v>234.0771484375</c:v>
                </c:pt>
                <c:pt idx="418">
                  <c:v>234.0869140625</c:v>
                </c:pt>
                <c:pt idx="419">
                  <c:v>234.0966796875</c:v>
                </c:pt>
                <c:pt idx="420">
                  <c:v>234.1064453125</c:v>
                </c:pt>
                <c:pt idx="421">
                  <c:v>234.1162109375</c:v>
                </c:pt>
                <c:pt idx="422">
                  <c:v>234.1259765625</c:v>
                </c:pt>
                <c:pt idx="423">
                  <c:v>234.1357421875</c:v>
                </c:pt>
                <c:pt idx="424">
                  <c:v>234.1455078125</c:v>
                </c:pt>
                <c:pt idx="425">
                  <c:v>234.1552734375</c:v>
                </c:pt>
                <c:pt idx="426">
                  <c:v>234.1650390625</c:v>
                </c:pt>
                <c:pt idx="427">
                  <c:v>234.1748046875</c:v>
                </c:pt>
                <c:pt idx="428">
                  <c:v>234.1845703125</c:v>
                </c:pt>
                <c:pt idx="429">
                  <c:v>234.1943359375</c:v>
                </c:pt>
                <c:pt idx="430">
                  <c:v>234.2041015625</c:v>
                </c:pt>
                <c:pt idx="431">
                  <c:v>234.2138671875</c:v>
                </c:pt>
                <c:pt idx="432">
                  <c:v>234.2236328125</c:v>
                </c:pt>
                <c:pt idx="433">
                  <c:v>234.2333984375</c:v>
                </c:pt>
                <c:pt idx="434">
                  <c:v>234.2431640625</c:v>
                </c:pt>
                <c:pt idx="435">
                  <c:v>234.2529296875</c:v>
                </c:pt>
                <c:pt idx="436">
                  <c:v>234.2626953125</c:v>
                </c:pt>
                <c:pt idx="437">
                  <c:v>234.2724609375</c:v>
                </c:pt>
                <c:pt idx="438">
                  <c:v>234.2822265625</c:v>
                </c:pt>
                <c:pt idx="439">
                  <c:v>234.2919921875</c:v>
                </c:pt>
                <c:pt idx="440">
                  <c:v>234.3017578125</c:v>
                </c:pt>
                <c:pt idx="441">
                  <c:v>234.3115234375</c:v>
                </c:pt>
                <c:pt idx="442">
                  <c:v>234.3212890625</c:v>
                </c:pt>
                <c:pt idx="443">
                  <c:v>234.3310546875</c:v>
                </c:pt>
                <c:pt idx="444">
                  <c:v>234.3408203125</c:v>
                </c:pt>
                <c:pt idx="445">
                  <c:v>234.3505859375</c:v>
                </c:pt>
                <c:pt idx="446">
                  <c:v>234.3603515625</c:v>
                </c:pt>
                <c:pt idx="447">
                  <c:v>234.3701171875</c:v>
                </c:pt>
                <c:pt idx="448">
                  <c:v>234.3798828125</c:v>
                </c:pt>
                <c:pt idx="449">
                  <c:v>234.3896484375</c:v>
                </c:pt>
                <c:pt idx="450">
                  <c:v>234.3994140625</c:v>
                </c:pt>
                <c:pt idx="451">
                  <c:v>234.4091796875</c:v>
                </c:pt>
                <c:pt idx="452">
                  <c:v>234.4189453125</c:v>
                </c:pt>
                <c:pt idx="453">
                  <c:v>234.4287109375</c:v>
                </c:pt>
                <c:pt idx="454">
                  <c:v>234.4384765625</c:v>
                </c:pt>
                <c:pt idx="455">
                  <c:v>234.4482421875</c:v>
                </c:pt>
                <c:pt idx="456">
                  <c:v>234.4580078125</c:v>
                </c:pt>
                <c:pt idx="457">
                  <c:v>234.4677734375</c:v>
                </c:pt>
                <c:pt idx="458">
                  <c:v>234.4775390625</c:v>
                </c:pt>
                <c:pt idx="459">
                  <c:v>234.4873046875</c:v>
                </c:pt>
                <c:pt idx="460">
                  <c:v>234.4970703125</c:v>
                </c:pt>
                <c:pt idx="461">
                  <c:v>234.5068359375</c:v>
                </c:pt>
                <c:pt idx="462">
                  <c:v>234.5166015625</c:v>
                </c:pt>
                <c:pt idx="463">
                  <c:v>234.5263671875</c:v>
                </c:pt>
                <c:pt idx="464">
                  <c:v>234.5361328125</c:v>
                </c:pt>
                <c:pt idx="465">
                  <c:v>234.5458984375</c:v>
                </c:pt>
                <c:pt idx="466">
                  <c:v>234.5556640625</c:v>
                </c:pt>
                <c:pt idx="467">
                  <c:v>234.5654296875</c:v>
                </c:pt>
                <c:pt idx="468">
                  <c:v>234.5751953125</c:v>
                </c:pt>
                <c:pt idx="469">
                  <c:v>234.5849609375</c:v>
                </c:pt>
                <c:pt idx="470">
                  <c:v>234.5947265625</c:v>
                </c:pt>
                <c:pt idx="471">
                  <c:v>234.6044921875</c:v>
                </c:pt>
                <c:pt idx="472">
                  <c:v>234.6142578125</c:v>
                </c:pt>
                <c:pt idx="473">
                  <c:v>234.6240234375</c:v>
                </c:pt>
                <c:pt idx="474">
                  <c:v>234.6337890625</c:v>
                </c:pt>
                <c:pt idx="475">
                  <c:v>234.6435546875</c:v>
                </c:pt>
                <c:pt idx="476">
                  <c:v>234.6533203125</c:v>
                </c:pt>
                <c:pt idx="477">
                  <c:v>234.6630859375</c:v>
                </c:pt>
                <c:pt idx="478">
                  <c:v>234.6728515625</c:v>
                </c:pt>
                <c:pt idx="479">
                  <c:v>234.6826171875</c:v>
                </c:pt>
                <c:pt idx="480">
                  <c:v>234.6923828125</c:v>
                </c:pt>
                <c:pt idx="481">
                  <c:v>234.7021484375</c:v>
                </c:pt>
                <c:pt idx="482">
                  <c:v>234.7119140625</c:v>
                </c:pt>
                <c:pt idx="483">
                  <c:v>234.7216796875</c:v>
                </c:pt>
                <c:pt idx="484">
                  <c:v>234.7314453125</c:v>
                </c:pt>
                <c:pt idx="485">
                  <c:v>234.7412109375</c:v>
                </c:pt>
                <c:pt idx="486">
                  <c:v>234.7509765625</c:v>
                </c:pt>
                <c:pt idx="487">
                  <c:v>234.7607421875</c:v>
                </c:pt>
                <c:pt idx="488">
                  <c:v>234.7705078125</c:v>
                </c:pt>
                <c:pt idx="489">
                  <c:v>234.7802734375</c:v>
                </c:pt>
                <c:pt idx="490">
                  <c:v>234.7900390625</c:v>
                </c:pt>
                <c:pt idx="491">
                  <c:v>234.7998046875</c:v>
                </c:pt>
                <c:pt idx="492">
                  <c:v>234.8095703125</c:v>
                </c:pt>
                <c:pt idx="493">
                  <c:v>234.8193359375</c:v>
                </c:pt>
                <c:pt idx="494">
                  <c:v>234.8291015625</c:v>
                </c:pt>
                <c:pt idx="495">
                  <c:v>234.8388671875</c:v>
                </c:pt>
                <c:pt idx="496">
                  <c:v>234.8486328125</c:v>
                </c:pt>
                <c:pt idx="497">
                  <c:v>234.8583984375</c:v>
                </c:pt>
                <c:pt idx="498">
                  <c:v>234.8681640625</c:v>
                </c:pt>
                <c:pt idx="499">
                  <c:v>234.8779296875</c:v>
                </c:pt>
                <c:pt idx="500">
                  <c:v>234.8876953125</c:v>
                </c:pt>
                <c:pt idx="501">
                  <c:v>234.8974609375</c:v>
                </c:pt>
                <c:pt idx="502">
                  <c:v>234.9072265625</c:v>
                </c:pt>
                <c:pt idx="503">
                  <c:v>234.9169921875</c:v>
                </c:pt>
                <c:pt idx="504">
                  <c:v>234.9267578125</c:v>
                </c:pt>
                <c:pt idx="505">
                  <c:v>234.9365234375</c:v>
                </c:pt>
                <c:pt idx="506">
                  <c:v>234.9462890625</c:v>
                </c:pt>
                <c:pt idx="507">
                  <c:v>234.9560546875</c:v>
                </c:pt>
                <c:pt idx="508">
                  <c:v>234.9658203125</c:v>
                </c:pt>
                <c:pt idx="509">
                  <c:v>234.9755859375</c:v>
                </c:pt>
                <c:pt idx="510">
                  <c:v>234.9853515625</c:v>
                </c:pt>
                <c:pt idx="511">
                  <c:v>234.9951171875</c:v>
                </c:pt>
                <c:pt idx="512">
                  <c:v>235.0048828125</c:v>
                </c:pt>
                <c:pt idx="513">
                  <c:v>235.0146484375</c:v>
                </c:pt>
                <c:pt idx="514">
                  <c:v>235.0244140625</c:v>
                </c:pt>
                <c:pt idx="515">
                  <c:v>235.0341796875</c:v>
                </c:pt>
                <c:pt idx="516">
                  <c:v>235.0439453125</c:v>
                </c:pt>
                <c:pt idx="517">
                  <c:v>235.0537109375</c:v>
                </c:pt>
                <c:pt idx="518">
                  <c:v>235.0634765625</c:v>
                </c:pt>
                <c:pt idx="519">
                  <c:v>235.0732421875</c:v>
                </c:pt>
                <c:pt idx="520">
                  <c:v>235.0830078125</c:v>
                </c:pt>
                <c:pt idx="521">
                  <c:v>235.0927734375</c:v>
                </c:pt>
                <c:pt idx="522">
                  <c:v>235.1025390625</c:v>
                </c:pt>
                <c:pt idx="523">
                  <c:v>235.1123046875</c:v>
                </c:pt>
                <c:pt idx="524">
                  <c:v>235.1220703125</c:v>
                </c:pt>
                <c:pt idx="525">
                  <c:v>235.1318359375</c:v>
                </c:pt>
                <c:pt idx="526">
                  <c:v>235.1416015625</c:v>
                </c:pt>
                <c:pt idx="527">
                  <c:v>235.1513671875</c:v>
                </c:pt>
                <c:pt idx="528">
                  <c:v>235.1611328125</c:v>
                </c:pt>
                <c:pt idx="529">
                  <c:v>235.1708984375</c:v>
                </c:pt>
                <c:pt idx="530">
                  <c:v>235.1806640625</c:v>
                </c:pt>
                <c:pt idx="531">
                  <c:v>235.1904296875</c:v>
                </c:pt>
                <c:pt idx="532">
                  <c:v>235.2001953125</c:v>
                </c:pt>
                <c:pt idx="533">
                  <c:v>235.2099609375</c:v>
                </c:pt>
                <c:pt idx="534">
                  <c:v>235.2197265625</c:v>
                </c:pt>
                <c:pt idx="535">
                  <c:v>235.2294921875</c:v>
                </c:pt>
                <c:pt idx="536">
                  <c:v>235.2392578125</c:v>
                </c:pt>
                <c:pt idx="537">
                  <c:v>235.2490234375</c:v>
                </c:pt>
                <c:pt idx="538">
                  <c:v>235.2587890625</c:v>
                </c:pt>
                <c:pt idx="539">
                  <c:v>235.2685546875</c:v>
                </c:pt>
                <c:pt idx="540">
                  <c:v>235.2783203125</c:v>
                </c:pt>
                <c:pt idx="541">
                  <c:v>235.2880859375</c:v>
                </c:pt>
                <c:pt idx="542">
                  <c:v>235.2978515625</c:v>
                </c:pt>
                <c:pt idx="543">
                  <c:v>235.3076171875</c:v>
                </c:pt>
                <c:pt idx="544">
                  <c:v>235.3173828125</c:v>
                </c:pt>
                <c:pt idx="545">
                  <c:v>235.3271484375</c:v>
                </c:pt>
                <c:pt idx="546">
                  <c:v>235.3369140625</c:v>
                </c:pt>
                <c:pt idx="547">
                  <c:v>235.3466796875</c:v>
                </c:pt>
                <c:pt idx="548">
                  <c:v>235.3564453125</c:v>
                </c:pt>
                <c:pt idx="549">
                  <c:v>235.3662109375</c:v>
                </c:pt>
                <c:pt idx="550">
                  <c:v>235.3759765625</c:v>
                </c:pt>
                <c:pt idx="551">
                  <c:v>235.3857421875</c:v>
                </c:pt>
                <c:pt idx="552">
                  <c:v>235.3955078125</c:v>
                </c:pt>
                <c:pt idx="553">
                  <c:v>235.4052734375</c:v>
                </c:pt>
                <c:pt idx="554">
                  <c:v>235.4150390625</c:v>
                </c:pt>
                <c:pt idx="555">
                  <c:v>235.4248046875</c:v>
                </c:pt>
                <c:pt idx="556">
                  <c:v>235.4345703125</c:v>
                </c:pt>
                <c:pt idx="557">
                  <c:v>235.4443359375</c:v>
                </c:pt>
                <c:pt idx="558">
                  <c:v>235.4541015625</c:v>
                </c:pt>
                <c:pt idx="559">
                  <c:v>235.4638671875</c:v>
                </c:pt>
                <c:pt idx="560">
                  <c:v>235.4736328125</c:v>
                </c:pt>
                <c:pt idx="561">
                  <c:v>235.4833984375</c:v>
                </c:pt>
                <c:pt idx="562">
                  <c:v>235.4931640625</c:v>
                </c:pt>
                <c:pt idx="563">
                  <c:v>235.5029296875</c:v>
                </c:pt>
                <c:pt idx="564">
                  <c:v>235.5126953125</c:v>
                </c:pt>
                <c:pt idx="565">
                  <c:v>235.5224609375</c:v>
                </c:pt>
                <c:pt idx="566">
                  <c:v>235.5322265625</c:v>
                </c:pt>
                <c:pt idx="567">
                  <c:v>235.5419921875</c:v>
                </c:pt>
                <c:pt idx="568">
                  <c:v>235.5517578125</c:v>
                </c:pt>
                <c:pt idx="569">
                  <c:v>235.5615234375</c:v>
                </c:pt>
                <c:pt idx="570">
                  <c:v>235.5712890625</c:v>
                </c:pt>
                <c:pt idx="571">
                  <c:v>235.5810546875</c:v>
                </c:pt>
                <c:pt idx="572">
                  <c:v>235.5908203125</c:v>
                </c:pt>
                <c:pt idx="573">
                  <c:v>235.6005859375</c:v>
                </c:pt>
                <c:pt idx="574">
                  <c:v>235.6103515625</c:v>
                </c:pt>
                <c:pt idx="575">
                  <c:v>235.6201171875</c:v>
                </c:pt>
                <c:pt idx="576">
                  <c:v>235.6298828125</c:v>
                </c:pt>
                <c:pt idx="577">
                  <c:v>235.6396484375</c:v>
                </c:pt>
                <c:pt idx="578">
                  <c:v>235.6494140625</c:v>
                </c:pt>
                <c:pt idx="579">
                  <c:v>235.6591796875</c:v>
                </c:pt>
                <c:pt idx="580">
                  <c:v>235.6689453125</c:v>
                </c:pt>
                <c:pt idx="581">
                  <c:v>235.6787109375</c:v>
                </c:pt>
                <c:pt idx="582">
                  <c:v>235.6884765625</c:v>
                </c:pt>
                <c:pt idx="583">
                  <c:v>235.6982421875</c:v>
                </c:pt>
                <c:pt idx="584">
                  <c:v>235.7080078125</c:v>
                </c:pt>
                <c:pt idx="585">
                  <c:v>235.7177734375</c:v>
                </c:pt>
                <c:pt idx="586">
                  <c:v>235.7275390625</c:v>
                </c:pt>
                <c:pt idx="587">
                  <c:v>235.7373046875</c:v>
                </c:pt>
                <c:pt idx="588">
                  <c:v>235.7470703125</c:v>
                </c:pt>
                <c:pt idx="589">
                  <c:v>235.7568359375</c:v>
                </c:pt>
                <c:pt idx="590">
                  <c:v>235.7666015625</c:v>
                </c:pt>
                <c:pt idx="591">
                  <c:v>235.7763671875</c:v>
                </c:pt>
                <c:pt idx="592">
                  <c:v>235.7861328125</c:v>
                </c:pt>
                <c:pt idx="593">
                  <c:v>235.7958984375</c:v>
                </c:pt>
                <c:pt idx="594">
                  <c:v>235.8056640625</c:v>
                </c:pt>
                <c:pt idx="595">
                  <c:v>235.8154296875</c:v>
                </c:pt>
                <c:pt idx="596">
                  <c:v>235.8251953125</c:v>
                </c:pt>
                <c:pt idx="597">
                  <c:v>235.8349609375</c:v>
                </c:pt>
                <c:pt idx="598">
                  <c:v>235.8447265625</c:v>
                </c:pt>
                <c:pt idx="599">
                  <c:v>235.8544921875</c:v>
                </c:pt>
                <c:pt idx="600">
                  <c:v>235.8642578125</c:v>
                </c:pt>
                <c:pt idx="601">
                  <c:v>235.8740234375</c:v>
                </c:pt>
                <c:pt idx="602">
                  <c:v>235.8837890625</c:v>
                </c:pt>
                <c:pt idx="603">
                  <c:v>235.8935546875</c:v>
                </c:pt>
                <c:pt idx="604">
                  <c:v>235.9033203125</c:v>
                </c:pt>
                <c:pt idx="605">
                  <c:v>235.9130859375</c:v>
                </c:pt>
                <c:pt idx="606">
                  <c:v>235.9228515625</c:v>
                </c:pt>
                <c:pt idx="607">
                  <c:v>235.9326171875</c:v>
                </c:pt>
                <c:pt idx="608">
                  <c:v>235.9423828125</c:v>
                </c:pt>
                <c:pt idx="609">
                  <c:v>235.9521484375</c:v>
                </c:pt>
                <c:pt idx="610">
                  <c:v>235.9619140625</c:v>
                </c:pt>
                <c:pt idx="611">
                  <c:v>235.9716796875</c:v>
                </c:pt>
                <c:pt idx="612">
                  <c:v>235.9814453125</c:v>
                </c:pt>
                <c:pt idx="613">
                  <c:v>235.9912109375</c:v>
                </c:pt>
                <c:pt idx="614">
                  <c:v>236.0009765625</c:v>
                </c:pt>
                <c:pt idx="615">
                  <c:v>236.0107421875</c:v>
                </c:pt>
                <c:pt idx="616">
                  <c:v>236.0205078125</c:v>
                </c:pt>
                <c:pt idx="617">
                  <c:v>236.0302734375</c:v>
                </c:pt>
                <c:pt idx="618">
                  <c:v>236.0400390625</c:v>
                </c:pt>
                <c:pt idx="619">
                  <c:v>236.0498046875</c:v>
                </c:pt>
                <c:pt idx="620">
                  <c:v>236.0595703125</c:v>
                </c:pt>
                <c:pt idx="621">
                  <c:v>236.0693359375</c:v>
                </c:pt>
                <c:pt idx="622">
                  <c:v>236.0791015625</c:v>
                </c:pt>
                <c:pt idx="623">
                  <c:v>236.0888671875</c:v>
                </c:pt>
                <c:pt idx="624">
                  <c:v>236.0986328125</c:v>
                </c:pt>
                <c:pt idx="625">
                  <c:v>236.1083984375</c:v>
                </c:pt>
                <c:pt idx="626">
                  <c:v>236.1181640625</c:v>
                </c:pt>
                <c:pt idx="627">
                  <c:v>236.1279296875</c:v>
                </c:pt>
                <c:pt idx="628">
                  <c:v>236.1376953125</c:v>
                </c:pt>
                <c:pt idx="629">
                  <c:v>236.1474609375</c:v>
                </c:pt>
                <c:pt idx="630">
                  <c:v>236.1572265625</c:v>
                </c:pt>
                <c:pt idx="631">
                  <c:v>236.1669921875</c:v>
                </c:pt>
                <c:pt idx="632">
                  <c:v>236.1767578125</c:v>
                </c:pt>
                <c:pt idx="633">
                  <c:v>236.1865234375</c:v>
                </c:pt>
                <c:pt idx="634">
                  <c:v>236.1962890625</c:v>
                </c:pt>
                <c:pt idx="635">
                  <c:v>236.2060546875</c:v>
                </c:pt>
                <c:pt idx="636">
                  <c:v>236.2158203125</c:v>
                </c:pt>
                <c:pt idx="637">
                  <c:v>236.2255859375</c:v>
                </c:pt>
                <c:pt idx="638">
                  <c:v>236.2353515625</c:v>
                </c:pt>
                <c:pt idx="639">
                  <c:v>236.2451171875</c:v>
                </c:pt>
                <c:pt idx="640">
                  <c:v>236.2548828125</c:v>
                </c:pt>
                <c:pt idx="641">
                  <c:v>236.2646484375</c:v>
                </c:pt>
                <c:pt idx="642">
                  <c:v>236.2744140625</c:v>
                </c:pt>
                <c:pt idx="643">
                  <c:v>236.2841796875</c:v>
                </c:pt>
                <c:pt idx="644">
                  <c:v>236.2939453125</c:v>
                </c:pt>
                <c:pt idx="645">
                  <c:v>236.3037109375</c:v>
                </c:pt>
                <c:pt idx="646">
                  <c:v>236.3134765625</c:v>
                </c:pt>
                <c:pt idx="647">
                  <c:v>236.3232421875</c:v>
                </c:pt>
                <c:pt idx="648">
                  <c:v>236.3330078125</c:v>
                </c:pt>
                <c:pt idx="649">
                  <c:v>236.3427734375</c:v>
                </c:pt>
                <c:pt idx="650">
                  <c:v>236.3525390625</c:v>
                </c:pt>
                <c:pt idx="651">
                  <c:v>236.3623046875</c:v>
                </c:pt>
                <c:pt idx="652">
                  <c:v>236.3720703125</c:v>
                </c:pt>
                <c:pt idx="653">
                  <c:v>236.3818359375</c:v>
                </c:pt>
                <c:pt idx="654">
                  <c:v>236.3916015625</c:v>
                </c:pt>
                <c:pt idx="655">
                  <c:v>236.4013671875</c:v>
                </c:pt>
                <c:pt idx="656">
                  <c:v>236.4111328125</c:v>
                </c:pt>
                <c:pt idx="657">
                  <c:v>236.4208984375</c:v>
                </c:pt>
                <c:pt idx="658">
                  <c:v>236.4306640625</c:v>
                </c:pt>
                <c:pt idx="659">
                  <c:v>236.4404296875</c:v>
                </c:pt>
                <c:pt idx="660">
                  <c:v>236.4501953125</c:v>
                </c:pt>
                <c:pt idx="661">
                  <c:v>236.4599609375</c:v>
                </c:pt>
                <c:pt idx="662">
                  <c:v>236.4697265625</c:v>
                </c:pt>
                <c:pt idx="663">
                  <c:v>236.4794921875</c:v>
                </c:pt>
                <c:pt idx="664">
                  <c:v>236.4892578125</c:v>
                </c:pt>
                <c:pt idx="665">
                  <c:v>236.4990234375</c:v>
                </c:pt>
                <c:pt idx="666">
                  <c:v>236.5087890625</c:v>
                </c:pt>
                <c:pt idx="667">
                  <c:v>236.5185546875</c:v>
                </c:pt>
                <c:pt idx="668">
                  <c:v>236.5283203125</c:v>
                </c:pt>
                <c:pt idx="669">
                  <c:v>236.5380859375</c:v>
                </c:pt>
                <c:pt idx="670">
                  <c:v>236.5478515625</c:v>
                </c:pt>
                <c:pt idx="671">
                  <c:v>236.5576171875</c:v>
                </c:pt>
                <c:pt idx="672">
                  <c:v>236.5673828125</c:v>
                </c:pt>
                <c:pt idx="673">
                  <c:v>236.5771484375</c:v>
                </c:pt>
                <c:pt idx="674">
                  <c:v>236.5869140625</c:v>
                </c:pt>
                <c:pt idx="675">
                  <c:v>236.5966796875</c:v>
                </c:pt>
                <c:pt idx="676">
                  <c:v>236.6064453125</c:v>
                </c:pt>
                <c:pt idx="677">
                  <c:v>236.6162109375</c:v>
                </c:pt>
                <c:pt idx="678">
                  <c:v>236.6259765625</c:v>
                </c:pt>
                <c:pt idx="679">
                  <c:v>236.6357421875</c:v>
                </c:pt>
                <c:pt idx="680">
                  <c:v>236.6455078125</c:v>
                </c:pt>
                <c:pt idx="681">
                  <c:v>236.6552734375</c:v>
                </c:pt>
                <c:pt idx="682">
                  <c:v>236.6650390625</c:v>
                </c:pt>
                <c:pt idx="683">
                  <c:v>236.6748046875</c:v>
                </c:pt>
                <c:pt idx="684">
                  <c:v>236.6845703125</c:v>
                </c:pt>
                <c:pt idx="685">
                  <c:v>236.6943359375</c:v>
                </c:pt>
                <c:pt idx="686">
                  <c:v>236.7041015625</c:v>
                </c:pt>
                <c:pt idx="687">
                  <c:v>236.7138671875</c:v>
                </c:pt>
                <c:pt idx="688">
                  <c:v>236.7236328125</c:v>
                </c:pt>
                <c:pt idx="689">
                  <c:v>236.7333984375</c:v>
                </c:pt>
                <c:pt idx="690">
                  <c:v>236.7431640625</c:v>
                </c:pt>
                <c:pt idx="691">
                  <c:v>236.7529296875</c:v>
                </c:pt>
                <c:pt idx="692">
                  <c:v>236.7626953125</c:v>
                </c:pt>
                <c:pt idx="693">
                  <c:v>236.7724609375</c:v>
                </c:pt>
                <c:pt idx="694">
                  <c:v>236.7822265625</c:v>
                </c:pt>
                <c:pt idx="695">
                  <c:v>236.7919921875</c:v>
                </c:pt>
                <c:pt idx="696">
                  <c:v>236.8017578125</c:v>
                </c:pt>
                <c:pt idx="697">
                  <c:v>236.8115234375</c:v>
                </c:pt>
                <c:pt idx="698">
                  <c:v>236.8212890625</c:v>
                </c:pt>
                <c:pt idx="699">
                  <c:v>236.8310546875</c:v>
                </c:pt>
                <c:pt idx="700">
                  <c:v>236.8408203125</c:v>
                </c:pt>
                <c:pt idx="701">
                  <c:v>236.8505859375</c:v>
                </c:pt>
                <c:pt idx="702">
                  <c:v>236.8603515625</c:v>
                </c:pt>
                <c:pt idx="703">
                  <c:v>236.8701171875</c:v>
                </c:pt>
                <c:pt idx="704">
                  <c:v>236.8798828125</c:v>
                </c:pt>
                <c:pt idx="705">
                  <c:v>236.8896484375</c:v>
                </c:pt>
                <c:pt idx="706">
                  <c:v>236.8994140625</c:v>
                </c:pt>
                <c:pt idx="707">
                  <c:v>236.9091796875</c:v>
                </c:pt>
                <c:pt idx="708">
                  <c:v>236.9189453125</c:v>
                </c:pt>
                <c:pt idx="709">
                  <c:v>236.9287109375</c:v>
                </c:pt>
                <c:pt idx="710">
                  <c:v>236.9384765625</c:v>
                </c:pt>
                <c:pt idx="711">
                  <c:v>236.9482421875</c:v>
                </c:pt>
                <c:pt idx="712">
                  <c:v>236.9580078125</c:v>
                </c:pt>
                <c:pt idx="713">
                  <c:v>236.9677734375</c:v>
                </c:pt>
                <c:pt idx="714">
                  <c:v>236.9775390625</c:v>
                </c:pt>
                <c:pt idx="715">
                  <c:v>236.9873046875</c:v>
                </c:pt>
                <c:pt idx="716">
                  <c:v>236.9970703125</c:v>
                </c:pt>
                <c:pt idx="717">
                  <c:v>237.0068359375</c:v>
                </c:pt>
                <c:pt idx="718">
                  <c:v>237.0166015625</c:v>
                </c:pt>
                <c:pt idx="719">
                  <c:v>237.0263671875</c:v>
                </c:pt>
                <c:pt idx="720">
                  <c:v>237.0361328125</c:v>
                </c:pt>
                <c:pt idx="721">
                  <c:v>237.0458984375</c:v>
                </c:pt>
                <c:pt idx="722">
                  <c:v>237.0556640625</c:v>
                </c:pt>
                <c:pt idx="723">
                  <c:v>237.0654296875</c:v>
                </c:pt>
                <c:pt idx="724">
                  <c:v>237.0751953125</c:v>
                </c:pt>
                <c:pt idx="725">
                  <c:v>237.0849609375</c:v>
                </c:pt>
                <c:pt idx="726">
                  <c:v>237.0947265625</c:v>
                </c:pt>
                <c:pt idx="727">
                  <c:v>237.1044921875</c:v>
                </c:pt>
                <c:pt idx="728">
                  <c:v>237.1142578125</c:v>
                </c:pt>
                <c:pt idx="729">
                  <c:v>237.1240234375</c:v>
                </c:pt>
                <c:pt idx="730">
                  <c:v>237.1337890625</c:v>
                </c:pt>
                <c:pt idx="731">
                  <c:v>237.1435546875</c:v>
                </c:pt>
                <c:pt idx="732">
                  <c:v>237.1533203125</c:v>
                </c:pt>
                <c:pt idx="733">
                  <c:v>237.1630859375</c:v>
                </c:pt>
                <c:pt idx="734">
                  <c:v>237.1728515625</c:v>
                </c:pt>
                <c:pt idx="735">
                  <c:v>237.1826171875</c:v>
                </c:pt>
                <c:pt idx="736">
                  <c:v>237.1923828125</c:v>
                </c:pt>
                <c:pt idx="737">
                  <c:v>237.2021484375</c:v>
                </c:pt>
                <c:pt idx="738">
                  <c:v>237.2119140625</c:v>
                </c:pt>
                <c:pt idx="739">
                  <c:v>237.2216796875</c:v>
                </c:pt>
                <c:pt idx="740">
                  <c:v>237.2314453125</c:v>
                </c:pt>
                <c:pt idx="741">
                  <c:v>237.2412109375</c:v>
                </c:pt>
                <c:pt idx="742">
                  <c:v>237.2509765625</c:v>
                </c:pt>
                <c:pt idx="743">
                  <c:v>237.2607421875</c:v>
                </c:pt>
                <c:pt idx="744">
                  <c:v>237.2705078125</c:v>
                </c:pt>
                <c:pt idx="745">
                  <c:v>237.2802734375</c:v>
                </c:pt>
                <c:pt idx="746">
                  <c:v>237.2900390625</c:v>
                </c:pt>
                <c:pt idx="747">
                  <c:v>237.2998046875</c:v>
                </c:pt>
                <c:pt idx="748">
                  <c:v>237.3095703125</c:v>
                </c:pt>
                <c:pt idx="749">
                  <c:v>237.3193359375</c:v>
                </c:pt>
                <c:pt idx="750">
                  <c:v>237.3291015625</c:v>
                </c:pt>
                <c:pt idx="751">
                  <c:v>237.3388671875</c:v>
                </c:pt>
                <c:pt idx="752">
                  <c:v>237.3486328125</c:v>
                </c:pt>
                <c:pt idx="753">
                  <c:v>237.3583984375</c:v>
                </c:pt>
                <c:pt idx="754">
                  <c:v>237.3681640625</c:v>
                </c:pt>
                <c:pt idx="755">
                  <c:v>237.3779296875</c:v>
                </c:pt>
                <c:pt idx="756">
                  <c:v>237.3876953125</c:v>
                </c:pt>
                <c:pt idx="757">
                  <c:v>237.3974609375</c:v>
                </c:pt>
                <c:pt idx="758">
                  <c:v>237.4072265625</c:v>
                </c:pt>
                <c:pt idx="759">
                  <c:v>237.4169921875</c:v>
                </c:pt>
                <c:pt idx="760">
                  <c:v>237.4267578125</c:v>
                </c:pt>
                <c:pt idx="761">
                  <c:v>237.4365234375</c:v>
                </c:pt>
                <c:pt idx="762">
                  <c:v>237.4462890625</c:v>
                </c:pt>
                <c:pt idx="763">
                  <c:v>237.4560546875</c:v>
                </c:pt>
                <c:pt idx="764">
                  <c:v>237.4658203125</c:v>
                </c:pt>
                <c:pt idx="765">
                  <c:v>237.4755859375</c:v>
                </c:pt>
                <c:pt idx="766">
                  <c:v>237.4853515625</c:v>
                </c:pt>
                <c:pt idx="767">
                  <c:v>237.4951171875</c:v>
                </c:pt>
                <c:pt idx="768">
                  <c:v>237.5048828125</c:v>
                </c:pt>
                <c:pt idx="769">
                  <c:v>237.5146484375</c:v>
                </c:pt>
                <c:pt idx="770">
                  <c:v>237.5244140625</c:v>
                </c:pt>
                <c:pt idx="771">
                  <c:v>237.5341796875</c:v>
                </c:pt>
                <c:pt idx="772">
                  <c:v>237.5439453125</c:v>
                </c:pt>
                <c:pt idx="773">
                  <c:v>237.5537109375</c:v>
                </c:pt>
                <c:pt idx="774">
                  <c:v>237.5634765625</c:v>
                </c:pt>
                <c:pt idx="775">
                  <c:v>237.5732421875</c:v>
                </c:pt>
                <c:pt idx="776">
                  <c:v>237.5830078125</c:v>
                </c:pt>
                <c:pt idx="777">
                  <c:v>237.5927734375</c:v>
                </c:pt>
                <c:pt idx="778">
                  <c:v>237.6025390625</c:v>
                </c:pt>
                <c:pt idx="779">
                  <c:v>237.6123046875</c:v>
                </c:pt>
                <c:pt idx="780">
                  <c:v>237.6220703125</c:v>
                </c:pt>
                <c:pt idx="781">
                  <c:v>237.6318359375</c:v>
                </c:pt>
                <c:pt idx="782">
                  <c:v>237.6416015625</c:v>
                </c:pt>
                <c:pt idx="783">
                  <c:v>237.6513671875</c:v>
                </c:pt>
                <c:pt idx="784">
                  <c:v>237.6611328125</c:v>
                </c:pt>
                <c:pt idx="785">
                  <c:v>237.6708984375</c:v>
                </c:pt>
                <c:pt idx="786">
                  <c:v>237.6806640625</c:v>
                </c:pt>
                <c:pt idx="787">
                  <c:v>237.6904296875</c:v>
                </c:pt>
                <c:pt idx="788">
                  <c:v>237.7001953125</c:v>
                </c:pt>
                <c:pt idx="789">
                  <c:v>237.7099609375</c:v>
                </c:pt>
                <c:pt idx="790">
                  <c:v>237.7197265625</c:v>
                </c:pt>
                <c:pt idx="791">
                  <c:v>237.7294921875</c:v>
                </c:pt>
                <c:pt idx="792">
                  <c:v>237.7392578125</c:v>
                </c:pt>
                <c:pt idx="793">
                  <c:v>237.7490234375</c:v>
                </c:pt>
                <c:pt idx="794">
                  <c:v>237.7587890625</c:v>
                </c:pt>
                <c:pt idx="795">
                  <c:v>237.7685546875</c:v>
                </c:pt>
                <c:pt idx="796">
                  <c:v>237.7783203125</c:v>
                </c:pt>
                <c:pt idx="797">
                  <c:v>237.7880859375</c:v>
                </c:pt>
                <c:pt idx="798">
                  <c:v>237.7978515625</c:v>
                </c:pt>
                <c:pt idx="799">
                  <c:v>237.8076171875</c:v>
                </c:pt>
                <c:pt idx="800">
                  <c:v>237.8173828125</c:v>
                </c:pt>
                <c:pt idx="801">
                  <c:v>237.8271484375</c:v>
                </c:pt>
                <c:pt idx="802">
                  <c:v>237.8369140625</c:v>
                </c:pt>
                <c:pt idx="803">
                  <c:v>237.8466796875</c:v>
                </c:pt>
                <c:pt idx="804">
                  <c:v>237.8564453125</c:v>
                </c:pt>
                <c:pt idx="805">
                  <c:v>237.8662109375</c:v>
                </c:pt>
                <c:pt idx="806">
                  <c:v>237.8759765625</c:v>
                </c:pt>
                <c:pt idx="807">
                  <c:v>237.8857421875</c:v>
                </c:pt>
                <c:pt idx="808">
                  <c:v>237.8955078125</c:v>
                </c:pt>
                <c:pt idx="809">
                  <c:v>237.9052734375</c:v>
                </c:pt>
                <c:pt idx="810">
                  <c:v>237.9150390625</c:v>
                </c:pt>
                <c:pt idx="811">
                  <c:v>237.9248046875</c:v>
                </c:pt>
                <c:pt idx="812">
                  <c:v>237.9345703125</c:v>
                </c:pt>
                <c:pt idx="813">
                  <c:v>237.9443359375</c:v>
                </c:pt>
                <c:pt idx="814">
                  <c:v>237.9541015625</c:v>
                </c:pt>
                <c:pt idx="815">
                  <c:v>237.9638671875</c:v>
                </c:pt>
                <c:pt idx="816">
                  <c:v>237.9736328125</c:v>
                </c:pt>
                <c:pt idx="817">
                  <c:v>237.9833984375</c:v>
                </c:pt>
                <c:pt idx="818">
                  <c:v>237.9931640625</c:v>
                </c:pt>
                <c:pt idx="819">
                  <c:v>238.0029296875</c:v>
                </c:pt>
                <c:pt idx="820">
                  <c:v>238.0126953125</c:v>
                </c:pt>
                <c:pt idx="821">
                  <c:v>238.0224609375</c:v>
                </c:pt>
                <c:pt idx="822">
                  <c:v>238.0322265625</c:v>
                </c:pt>
                <c:pt idx="823">
                  <c:v>238.0419921875</c:v>
                </c:pt>
                <c:pt idx="824">
                  <c:v>238.0517578125</c:v>
                </c:pt>
                <c:pt idx="825">
                  <c:v>238.0615234375</c:v>
                </c:pt>
                <c:pt idx="826">
                  <c:v>238.0712890625</c:v>
                </c:pt>
                <c:pt idx="827">
                  <c:v>238.0810546875</c:v>
                </c:pt>
                <c:pt idx="828">
                  <c:v>238.0908203125</c:v>
                </c:pt>
                <c:pt idx="829">
                  <c:v>238.1005859375</c:v>
                </c:pt>
                <c:pt idx="830">
                  <c:v>238.1103515625</c:v>
                </c:pt>
                <c:pt idx="831">
                  <c:v>238.1201171875</c:v>
                </c:pt>
                <c:pt idx="832">
                  <c:v>238.1298828125</c:v>
                </c:pt>
                <c:pt idx="833">
                  <c:v>238.1396484375</c:v>
                </c:pt>
                <c:pt idx="834">
                  <c:v>238.1494140625</c:v>
                </c:pt>
                <c:pt idx="835">
                  <c:v>238.1591796875</c:v>
                </c:pt>
                <c:pt idx="836">
                  <c:v>238.1689453125</c:v>
                </c:pt>
                <c:pt idx="837">
                  <c:v>238.1787109375</c:v>
                </c:pt>
                <c:pt idx="838">
                  <c:v>238.1884765625</c:v>
                </c:pt>
                <c:pt idx="839">
                  <c:v>238.1982421875</c:v>
                </c:pt>
                <c:pt idx="840">
                  <c:v>238.2080078125</c:v>
                </c:pt>
                <c:pt idx="841">
                  <c:v>238.2177734375</c:v>
                </c:pt>
                <c:pt idx="842">
                  <c:v>238.2275390625</c:v>
                </c:pt>
                <c:pt idx="843">
                  <c:v>238.2373046875</c:v>
                </c:pt>
                <c:pt idx="844">
                  <c:v>238.2470703125</c:v>
                </c:pt>
                <c:pt idx="845">
                  <c:v>238.2568359375</c:v>
                </c:pt>
                <c:pt idx="846">
                  <c:v>238.2666015625</c:v>
                </c:pt>
                <c:pt idx="847">
                  <c:v>238.2763671875</c:v>
                </c:pt>
                <c:pt idx="848">
                  <c:v>238.2861328125</c:v>
                </c:pt>
                <c:pt idx="849">
                  <c:v>238.2958984375</c:v>
                </c:pt>
                <c:pt idx="850">
                  <c:v>238.3056640625</c:v>
                </c:pt>
                <c:pt idx="851">
                  <c:v>238.3154296875</c:v>
                </c:pt>
                <c:pt idx="852">
                  <c:v>238.3251953125</c:v>
                </c:pt>
                <c:pt idx="853">
                  <c:v>238.3349609375</c:v>
                </c:pt>
                <c:pt idx="854">
                  <c:v>238.3447265625</c:v>
                </c:pt>
                <c:pt idx="855">
                  <c:v>238.3544921875</c:v>
                </c:pt>
                <c:pt idx="856">
                  <c:v>238.3642578125</c:v>
                </c:pt>
                <c:pt idx="857">
                  <c:v>238.3740234375</c:v>
                </c:pt>
                <c:pt idx="858">
                  <c:v>238.3837890625</c:v>
                </c:pt>
                <c:pt idx="859">
                  <c:v>238.3935546875</c:v>
                </c:pt>
                <c:pt idx="860">
                  <c:v>238.4033203125</c:v>
                </c:pt>
                <c:pt idx="861">
                  <c:v>238.4130859375</c:v>
                </c:pt>
                <c:pt idx="862">
                  <c:v>238.4228515625</c:v>
                </c:pt>
                <c:pt idx="863">
                  <c:v>238.4326171875</c:v>
                </c:pt>
                <c:pt idx="864">
                  <c:v>238.4423828125</c:v>
                </c:pt>
                <c:pt idx="865">
                  <c:v>238.4521484375</c:v>
                </c:pt>
                <c:pt idx="866">
                  <c:v>238.4619140625</c:v>
                </c:pt>
                <c:pt idx="867">
                  <c:v>238.4716796875</c:v>
                </c:pt>
                <c:pt idx="868">
                  <c:v>238.4814453125</c:v>
                </c:pt>
                <c:pt idx="869">
                  <c:v>238.4912109375</c:v>
                </c:pt>
                <c:pt idx="870">
                  <c:v>238.5009765625</c:v>
                </c:pt>
                <c:pt idx="871">
                  <c:v>238.5107421875</c:v>
                </c:pt>
                <c:pt idx="872">
                  <c:v>238.5205078125</c:v>
                </c:pt>
                <c:pt idx="873">
                  <c:v>238.5302734375</c:v>
                </c:pt>
                <c:pt idx="874">
                  <c:v>238.5400390625</c:v>
                </c:pt>
                <c:pt idx="875">
                  <c:v>238.5498046875</c:v>
                </c:pt>
                <c:pt idx="876">
                  <c:v>238.5595703125</c:v>
                </c:pt>
                <c:pt idx="877">
                  <c:v>238.5693359375</c:v>
                </c:pt>
                <c:pt idx="878">
                  <c:v>238.5791015625</c:v>
                </c:pt>
                <c:pt idx="879">
                  <c:v>238.5888671875</c:v>
                </c:pt>
                <c:pt idx="880">
                  <c:v>238.5986328125</c:v>
                </c:pt>
                <c:pt idx="881">
                  <c:v>238.6083984375</c:v>
                </c:pt>
                <c:pt idx="882">
                  <c:v>238.6181640625</c:v>
                </c:pt>
                <c:pt idx="883">
                  <c:v>238.6279296875</c:v>
                </c:pt>
                <c:pt idx="884">
                  <c:v>238.6376953125</c:v>
                </c:pt>
                <c:pt idx="885">
                  <c:v>238.6474609375</c:v>
                </c:pt>
                <c:pt idx="886">
                  <c:v>238.6572265625</c:v>
                </c:pt>
                <c:pt idx="887">
                  <c:v>238.6669921875</c:v>
                </c:pt>
                <c:pt idx="888">
                  <c:v>238.6767578125</c:v>
                </c:pt>
                <c:pt idx="889">
                  <c:v>238.6865234375</c:v>
                </c:pt>
                <c:pt idx="890">
                  <c:v>238.6962890625</c:v>
                </c:pt>
                <c:pt idx="891">
                  <c:v>238.7060546875</c:v>
                </c:pt>
                <c:pt idx="892">
                  <c:v>238.7158203125</c:v>
                </c:pt>
                <c:pt idx="893">
                  <c:v>238.7255859375</c:v>
                </c:pt>
                <c:pt idx="894">
                  <c:v>238.7353515625</c:v>
                </c:pt>
                <c:pt idx="895">
                  <c:v>238.7451171875</c:v>
                </c:pt>
                <c:pt idx="896">
                  <c:v>238.7548828125</c:v>
                </c:pt>
                <c:pt idx="897">
                  <c:v>238.7646484375</c:v>
                </c:pt>
                <c:pt idx="898">
                  <c:v>238.7744140625</c:v>
                </c:pt>
                <c:pt idx="899">
                  <c:v>238.7841796875</c:v>
                </c:pt>
                <c:pt idx="900">
                  <c:v>238.7939453125</c:v>
                </c:pt>
                <c:pt idx="901">
                  <c:v>238.8037109375</c:v>
                </c:pt>
                <c:pt idx="902">
                  <c:v>238.8134765625</c:v>
                </c:pt>
                <c:pt idx="903">
                  <c:v>238.8232421875</c:v>
                </c:pt>
                <c:pt idx="904">
                  <c:v>238.8330078125</c:v>
                </c:pt>
                <c:pt idx="905">
                  <c:v>238.8427734375</c:v>
                </c:pt>
                <c:pt idx="906">
                  <c:v>238.8525390625</c:v>
                </c:pt>
                <c:pt idx="907">
                  <c:v>238.8623046875</c:v>
                </c:pt>
                <c:pt idx="908">
                  <c:v>238.8720703125</c:v>
                </c:pt>
                <c:pt idx="909">
                  <c:v>238.8818359375</c:v>
                </c:pt>
                <c:pt idx="910">
                  <c:v>238.8916015625</c:v>
                </c:pt>
                <c:pt idx="911">
                  <c:v>238.9013671875</c:v>
                </c:pt>
                <c:pt idx="912">
                  <c:v>238.9111328125</c:v>
                </c:pt>
                <c:pt idx="913">
                  <c:v>238.9208984375</c:v>
                </c:pt>
                <c:pt idx="914">
                  <c:v>238.9306640625</c:v>
                </c:pt>
                <c:pt idx="915">
                  <c:v>238.9404296875</c:v>
                </c:pt>
                <c:pt idx="916">
                  <c:v>238.9501953125</c:v>
                </c:pt>
                <c:pt idx="917">
                  <c:v>238.9599609375</c:v>
                </c:pt>
                <c:pt idx="918">
                  <c:v>238.9697265625</c:v>
                </c:pt>
                <c:pt idx="919">
                  <c:v>238.9794921875</c:v>
                </c:pt>
                <c:pt idx="920">
                  <c:v>238.9892578125</c:v>
                </c:pt>
                <c:pt idx="921">
                  <c:v>238.9990234375</c:v>
                </c:pt>
                <c:pt idx="922">
                  <c:v>239.0087890625</c:v>
                </c:pt>
                <c:pt idx="923">
                  <c:v>239.0185546875</c:v>
                </c:pt>
                <c:pt idx="924">
                  <c:v>239.0283203125</c:v>
                </c:pt>
                <c:pt idx="925">
                  <c:v>239.0380859375</c:v>
                </c:pt>
                <c:pt idx="926">
                  <c:v>239.0478515625</c:v>
                </c:pt>
                <c:pt idx="927">
                  <c:v>239.0576171875</c:v>
                </c:pt>
                <c:pt idx="928">
                  <c:v>239.0673828125</c:v>
                </c:pt>
                <c:pt idx="929">
                  <c:v>239.0771484375</c:v>
                </c:pt>
                <c:pt idx="930">
                  <c:v>239.0869140625</c:v>
                </c:pt>
                <c:pt idx="931">
                  <c:v>239.0966796875</c:v>
                </c:pt>
                <c:pt idx="932">
                  <c:v>239.1064453125</c:v>
                </c:pt>
                <c:pt idx="933">
                  <c:v>239.1162109375</c:v>
                </c:pt>
                <c:pt idx="934">
                  <c:v>239.1259765625</c:v>
                </c:pt>
                <c:pt idx="935">
                  <c:v>239.1357421875</c:v>
                </c:pt>
                <c:pt idx="936">
                  <c:v>239.1455078125</c:v>
                </c:pt>
                <c:pt idx="937">
                  <c:v>239.1552734375</c:v>
                </c:pt>
                <c:pt idx="938">
                  <c:v>239.1650390625</c:v>
                </c:pt>
                <c:pt idx="939">
                  <c:v>239.1748046875</c:v>
                </c:pt>
                <c:pt idx="940">
                  <c:v>239.1845703125</c:v>
                </c:pt>
                <c:pt idx="941">
                  <c:v>239.1943359375</c:v>
                </c:pt>
                <c:pt idx="942">
                  <c:v>239.2041015625</c:v>
                </c:pt>
                <c:pt idx="943">
                  <c:v>239.2138671875</c:v>
                </c:pt>
                <c:pt idx="944">
                  <c:v>239.2236328125</c:v>
                </c:pt>
                <c:pt idx="945">
                  <c:v>239.2333984375</c:v>
                </c:pt>
                <c:pt idx="946">
                  <c:v>239.2431640625</c:v>
                </c:pt>
                <c:pt idx="947">
                  <c:v>239.2529296875</c:v>
                </c:pt>
                <c:pt idx="948">
                  <c:v>239.2626953125</c:v>
                </c:pt>
                <c:pt idx="949">
                  <c:v>239.2724609375</c:v>
                </c:pt>
                <c:pt idx="950">
                  <c:v>239.2822265625</c:v>
                </c:pt>
                <c:pt idx="951">
                  <c:v>239.2919921875</c:v>
                </c:pt>
                <c:pt idx="952">
                  <c:v>239.3017578125</c:v>
                </c:pt>
                <c:pt idx="953">
                  <c:v>239.3115234375</c:v>
                </c:pt>
                <c:pt idx="954">
                  <c:v>239.3212890625</c:v>
                </c:pt>
                <c:pt idx="955">
                  <c:v>239.3310546875</c:v>
                </c:pt>
                <c:pt idx="956">
                  <c:v>239.3408203125</c:v>
                </c:pt>
                <c:pt idx="957">
                  <c:v>239.3505859375</c:v>
                </c:pt>
                <c:pt idx="958">
                  <c:v>239.3603515625</c:v>
                </c:pt>
                <c:pt idx="959">
                  <c:v>239.3701171875</c:v>
                </c:pt>
                <c:pt idx="960">
                  <c:v>239.3798828125</c:v>
                </c:pt>
                <c:pt idx="961">
                  <c:v>239.3896484375</c:v>
                </c:pt>
                <c:pt idx="962">
                  <c:v>239.3994140625</c:v>
                </c:pt>
                <c:pt idx="963">
                  <c:v>239.4091796875</c:v>
                </c:pt>
                <c:pt idx="964">
                  <c:v>239.4189453125</c:v>
                </c:pt>
                <c:pt idx="965">
                  <c:v>239.4287109375</c:v>
                </c:pt>
                <c:pt idx="966">
                  <c:v>239.4384765625</c:v>
                </c:pt>
                <c:pt idx="967">
                  <c:v>239.4482421875</c:v>
                </c:pt>
                <c:pt idx="968">
                  <c:v>239.4580078125</c:v>
                </c:pt>
                <c:pt idx="969">
                  <c:v>239.4677734375</c:v>
                </c:pt>
                <c:pt idx="970">
                  <c:v>239.4775390625</c:v>
                </c:pt>
                <c:pt idx="971">
                  <c:v>239.4873046875</c:v>
                </c:pt>
                <c:pt idx="972">
                  <c:v>239.4970703125</c:v>
                </c:pt>
                <c:pt idx="973">
                  <c:v>239.5068359375</c:v>
                </c:pt>
                <c:pt idx="974">
                  <c:v>239.5166015625</c:v>
                </c:pt>
                <c:pt idx="975">
                  <c:v>239.5263671875</c:v>
                </c:pt>
                <c:pt idx="976">
                  <c:v>239.5361328125</c:v>
                </c:pt>
                <c:pt idx="977">
                  <c:v>239.5458984375</c:v>
                </c:pt>
                <c:pt idx="978">
                  <c:v>239.5556640625</c:v>
                </c:pt>
                <c:pt idx="979">
                  <c:v>239.5654296875</c:v>
                </c:pt>
                <c:pt idx="980">
                  <c:v>239.5751953125</c:v>
                </c:pt>
                <c:pt idx="981">
                  <c:v>239.5849609375</c:v>
                </c:pt>
                <c:pt idx="982">
                  <c:v>239.5947265625</c:v>
                </c:pt>
                <c:pt idx="983">
                  <c:v>239.6044921875</c:v>
                </c:pt>
                <c:pt idx="984">
                  <c:v>239.6142578125</c:v>
                </c:pt>
                <c:pt idx="985">
                  <c:v>239.6240234375</c:v>
                </c:pt>
                <c:pt idx="986">
                  <c:v>239.6337890625</c:v>
                </c:pt>
                <c:pt idx="987">
                  <c:v>239.6435546875</c:v>
                </c:pt>
                <c:pt idx="988">
                  <c:v>239.6533203125</c:v>
                </c:pt>
                <c:pt idx="989">
                  <c:v>239.6630859375</c:v>
                </c:pt>
                <c:pt idx="990">
                  <c:v>239.6728515625</c:v>
                </c:pt>
                <c:pt idx="991">
                  <c:v>239.6826171875</c:v>
                </c:pt>
                <c:pt idx="992">
                  <c:v>239.6923828125</c:v>
                </c:pt>
                <c:pt idx="993">
                  <c:v>239.7021484375</c:v>
                </c:pt>
                <c:pt idx="994">
                  <c:v>239.7119140625</c:v>
                </c:pt>
                <c:pt idx="995">
                  <c:v>239.7216796875</c:v>
                </c:pt>
                <c:pt idx="996">
                  <c:v>239.7314453125</c:v>
                </c:pt>
                <c:pt idx="997">
                  <c:v>239.7412109375</c:v>
                </c:pt>
                <c:pt idx="998">
                  <c:v>239.7509765625</c:v>
                </c:pt>
                <c:pt idx="999">
                  <c:v>239.7607421875</c:v>
                </c:pt>
                <c:pt idx="1000">
                  <c:v>239.7705078125</c:v>
                </c:pt>
                <c:pt idx="1001">
                  <c:v>239.7802734375</c:v>
                </c:pt>
                <c:pt idx="1002">
                  <c:v>239.7900390625</c:v>
                </c:pt>
                <c:pt idx="1003">
                  <c:v>239.7998046875</c:v>
                </c:pt>
                <c:pt idx="1004">
                  <c:v>239.8095703125</c:v>
                </c:pt>
                <c:pt idx="1005">
                  <c:v>239.8193359375</c:v>
                </c:pt>
                <c:pt idx="1006">
                  <c:v>239.8291015625</c:v>
                </c:pt>
                <c:pt idx="1007">
                  <c:v>239.8388671875</c:v>
                </c:pt>
                <c:pt idx="1008">
                  <c:v>239.8486328125</c:v>
                </c:pt>
                <c:pt idx="1009">
                  <c:v>239.8583984375</c:v>
                </c:pt>
                <c:pt idx="1010">
                  <c:v>239.8681640625</c:v>
                </c:pt>
                <c:pt idx="1011">
                  <c:v>239.8779296875</c:v>
                </c:pt>
                <c:pt idx="1012">
                  <c:v>239.8876953125</c:v>
                </c:pt>
                <c:pt idx="1013">
                  <c:v>239.8974609375</c:v>
                </c:pt>
                <c:pt idx="1014">
                  <c:v>239.9072265625</c:v>
                </c:pt>
                <c:pt idx="1015">
                  <c:v>239.9169921875</c:v>
                </c:pt>
                <c:pt idx="1016">
                  <c:v>239.9267578125</c:v>
                </c:pt>
                <c:pt idx="1017">
                  <c:v>239.9365234375</c:v>
                </c:pt>
                <c:pt idx="1018">
                  <c:v>239.9462890625</c:v>
                </c:pt>
                <c:pt idx="1019">
                  <c:v>239.9560546875</c:v>
                </c:pt>
                <c:pt idx="1020">
                  <c:v>239.9658203125</c:v>
                </c:pt>
                <c:pt idx="1021">
                  <c:v>239.9755859375</c:v>
                </c:pt>
                <c:pt idx="1022">
                  <c:v>239.9853515625</c:v>
                </c:pt>
                <c:pt idx="1023">
                  <c:v>239.9951171875</c:v>
                </c:pt>
              </c:numCache>
            </c:numRef>
          </c:xVal>
          <c:yVal>
            <c:numRef>
              <c:f>'Chart Data'!$B$2:$B$1025</c:f>
              <c:numCache>
                <c:formatCode>0.00</c:formatCode>
                <c:ptCount val="1024"/>
                <c:pt idx="0">
                  <c:v>-0.00046381494737702</c:v>
                </c:pt>
                <c:pt idx="1">
                  <c:v>0.0039217139245071</c:v>
                </c:pt>
                <c:pt idx="2">
                  <c:v>0.0067217986548474</c:v>
                </c:pt>
                <c:pt idx="3">
                  <c:v>0.022194933990574</c:v>
                </c:pt>
                <c:pt idx="4">
                  <c:v>0.018240167559369</c:v>
                </c:pt>
                <c:pt idx="5">
                  <c:v>-0.0028084862258535</c:v>
                </c:pt>
                <c:pt idx="6">
                  <c:v>0.015095431449056</c:v>
                </c:pt>
                <c:pt idx="7">
                  <c:v>-0.023255831893916</c:v>
                </c:pt>
                <c:pt idx="8">
                  <c:v>-0.010267436602434</c:v>
                </c:pt>
                <c:pt idx="9">
                  <c:v>0.041786827946862</c:v>
                </c:pt>
                <c:pt idx="10">
                  <c:v>-0.0021022470228996</c:v>
                </c:pt>
                <c:pt idx="11">
                  <c:v>0.017289051597315</c:v>
                </c:pt>
                <c:pt idx="12">
                  <c:v>0.028880363264307</c:v>
                </c:pt>
                <c:pt idx="13">
                  <c:v>0.0046170914773126</c:v>
                </c:pt>
                <c:pt idx="14">
                  <c:v>0.0096779017278999</c:v>
                </c:pt>
                <c:pt idx="15">
                  <c:v>0.012501598903116</c:v>
                </c:pt>
                <c:pt idx="16">
                  <c:v>0.012501392013021</c:v>
                </c:pt>
                <c:pt idx="17">
                  <c:v>0.016116184884947</c:v>
                </c:pt>
                <c:pt idx="18">
                  <c:v>-0.0010568284271283</c:v>
                </c:pt>
                <c:pt idx="19">
                  <c:v>0.021625842364559</c:v>
                </c:pt>
                <c:pt idx="20">
                  <c:v>0.0035697937092708</c:v>
                </c:pt>
                <c:pt idx="21">
                  <c:v>0.013346594223148</c:v>
                </c:pt>
                <c:pt idx="22">
                  <c:v>0.027454007183166</c:v>
                </c:pt>
                <c:pt idx="23">
                  <c:v>0.049447468550796</c:v>
                </c:pt>
                <c:pt idx="24">
                  <c:v>0.035099631963152</c:v>
                </c:pt>
                <c:pt idx="25">
                  <c:v>-0.0043487260234561</c:v>
                </c:pt>
                <c:pt idx="26">
                  <c:v>0.0098413501322428</c:v>
                </c:pt>
                <c:pt idx="27">
                  <c:v>0.038399973006494</c:v>
                </c:pt>
                <c:pt idx="28">
                  <c:v>-0.0058087828662287</c:v>
                </c:pt>
                <c:pt idx="29">
                  <c:v>0.022021852668809</c:v>
                </c:pt>
                <c:pt idx="30">
                  <c:v>0.016577404200199</c:v>
                </c:pt>
                <c:pt idx="31">
                  <c:v>0.0089933580925827</c:v>
                </c:pt>
                <c:pt idx="32">
                  <c:v>-0.010985083941152</c:v>
                </c:pt>
                <c:pt idx="33">
                  <c:v>0.011554273253925</c:v>
                </c:pt>
                <c:pt idx="34">
                  <c:v>0.017321178905785</c:v>
                </c:pt>
                <c:pt idx="35">
                  <c:v>-0.0065109685261296</c:v>
                </c:pt>
                <c:pt idx="36">
                  <c:v>0.0030518643407831</c:v>
                </c:pt>
                <c:pt idx="37">
                  <c:v>0.0069271713456783</c:v>
                </c:pt>
                <c:pt idx="38">
                  <c:v>0.013614795824949</c:v>
                </c:pt>
                <c:pt idx="39">
                  <c:v>-0.006487873542254</c:v>
                </c:pt>
                <c:pt idx="40">
                  <c:v>0.0022813619995482</c:v>
                </c:pt>
                <c:pt idx="41">
                  <c:v>-0.0019521989951992</c:v>
                </c:pt>
                <c:pt idx="42">
                  <c:v>0.01530936926934</c:v>
                </c:pt>
                <c:pt idx="43">
                  <c:v>-0.0030888009003989</c:v>
                </c:pt>
                <c:pt idx="44">
                  <c:v>0.008086093133852</c:v>
                </c:pt>
                <c:pt idx="45">
                  <c:v>0.0040036485236005</c:v>
                </c:pt>
                <c:pt idx="46">
                  <c:v>-0.025322714227361</c:v>
                </c:pt>
                <c:pt idx="47">
                  <c:v>0.0098785582998669</c:v>
                </c:pt>
                <c:pt idx="48">
                  <c:v>-0.0012486853045549</c:v>
                </c:pt>
                <c:pt idx="49">
                  <c:v>0.0016245304809291</c:v>
                </c:pt>
                <c:pt idx="50">
                  <c:v>0.015107616061894</c:v>
                </c:pt>
                <c:pt idx="51">
                  <c:v>0.022205029056451</c:v>
                </c:pt>
                <c:pt idx="52">
                  <c:v>-0.0088990410839583</c:v>
                </c:pt>
                <c:pt idx="53">
                  <c:v>0.021480607651449</c:v>
                </c:pt>
                <c:pt idx="54">
                  <c:v>0.015187513448793</c:v>
                </c:pt>
                <c:pt idx="55">
                  <c:v>-0.015152295636994</c:v>
                </c:pt>
                <c:pt idx="56">
                  <c:v>0.0056121294486314</c:v>
                </c:pt>
                <c:pt idx="57">
                  <c:v>-0.014356327463678</c:v>
                </c:pt>
                <c:pt idx="58">
                  <c:v>0.001788377159205</c:v>
                </c:pt>
                <c:pt idx="59">
                  <c:v>0.022376869163836</c:v>
                </c:pt>
                <c:pt idx="60">
                  <c:v>0.013475851948138</c:v>
                </c:pt>
                <c:pt idx="61">
                  <c:v>0.0084685949750003</c:v>
                </c:pt>
                <c:pt idx="62">
                  <c:v>0.019216019591453</c:v>
                </c:pt>
                <c:pt idx="63">
                  <c:v>0.017181150596499</c:v>
                </c:pt>
                <c:pt idx="64">
                  <c:v>0.012753332496848</c:v>
                </c:pt>
                <c:pt idx="65">
                  <c:v>0.0087407840134389</c:v>
                </c:pt>
                <c:pt idx="66">
                  <c:v>0.038340184671333</c:v>
                </c:pt>
                <c:pt idx="67">
                  <c:v>-0.013927107913914</c:v>
                </c:pt>
                <c:pt idx="68">
                  <c:v>0.0066121842694904</c:v>
                </c:pt>
                <c:pt idx="69">
                  <c:v>0.028693663143617</c:v>
                </c:pt>
                <c:pt idx="70">
                  <c:v>0.018432011672804</c:v>
                </c:pt>
                <c:pt idx="71">
                  <c:v>-0.0061916706023107</c:v>
                </c:pt>
                <c:pt idx="72">
                  <c:v>0.011357703281565</c:v>
                </c:pt>
                <c:pt idx="73">
                  <c:v>0.024689742737638</c:v>
                </c:pt>
                <c:pt idx="74">
                  <c:v>0.02150659565095</c:v>
                </c:pt>
                <c:pt idx="75">
                  <c:v>-0.0043318332901056</c:v>
                </c:pt>
                <c:pt idx="76">
                  <c:v>0.02740537867781</c:v>
                </c:pt>
                <c:pt idx="77">
                  <c:v>0.033924110976378</c:v>
                </c:pt>
                <c:pt idx="78">
                  <c:v>-0.0082221091058439</c:v>
                </c:pt>
                <c:pt idx="79">
                  <c:v>0.028950503082877</c:v>
                </c:pt>
                <c:pt idx="80">
                  <c:v>-0.010076860279773</c:v>
                </c:pt>
                <c:pt idx="81">
                  <c:v>-0.0047630363735652</c:v>
                </c:pt>
                <c:pt idx="82">
                  <c:v>0.011086275029459</c:v>
                </c:pt>
                <c:pt idx="83">
                  <c:v>-0.0038364295557485</c:v>
                </c:pt>
                <c:pt idx="84">
                  <c:v>0.011642799123753</c:v>
                </c:pt>
                <c:pt idx="85">
                  <c:v>-0.012599849865997</c:v>
                </c:pt>
                <c:pt idx="86">
                  <c:v>0.011788487256857</c:v>
                </c:pt>
                <c:pt idx="87">
                  <c:v>-0.0036318931607127</c:v>
                </c:pt>
                <c:pt idx="88">
                  <c:v>0.030363107706658</c:v>
                </c:pt>
                <c:pt idx="89">
                  <c:v>0.011991891092998</c:v>
                </c:pt>
                <c:pt idx="90">
                  <c:v>0.017355867655215</c:v>
                </c:pt>
                <c:pt idx="91">
                  <c:v>0.0013248896346537</c:v>
                </c:pt>
                <c:pt idx="92">
                  <c:v>0.012461611325536</c:v>
                </c:pt>
                <c:pt idx="93">
                  <c:v>0.0350214936868</c:v>
                </c:pt>
                <c:pt idx="94">
                  <c:v>-0.0021099062260403</c:v>
                </c:pt>
                <c:pt idx="95">
                  <c:v>-0.012093270126246</c:v>
                </c:pt>
                <c:pt idx="96">
                  <c:v>0.027463119185201</c:v>
                </c:pt>
                <c:pt idx="97">
                  <c:v>0.029519592382948</c:v>
                </c:pt>
                <c:pt idx="98">
                  <c:v>0.018677412413594</c:v>
                </c:pt>
                <c:pt idx="99">
                  <c:v>0.028498376552688</c:v>
                </c:pt>
                <c:pt idx="100">
                  <c:v>0.019139597429167</c:v>
                </c:pt>
                <c:pt idx="101">
                  <c:v>0.010946863936432</c:v>
                </c:pt>
                <c:pt idx="102">
                  <c:v>0.0035139537495565</c:v>
                </c:pt>
                <c:pt idx="103">
                  <c:v>-0.028081806656912</c:v>
                </c:pt>
                <c:pt idx="104">
                  <c:v>0.0077290740724292</c:v>
                </c:pt>
                <c:pt idx="105">
                  <c:v>0.0048462975978832</c:v>
                </c:pt>
                <c:pt idx="106">
                  <c:v>-0.0041777807808042</c:v>
                </c:pt>
                <c:pt idx="107">
                  <c:v>0.015448132427049</c:v>
                </c:pt>
                <c:pt idx="108">
                  <c:v>0.011450029383992</c:v>
                </c:pt>
                <c:pt idx="109">
                  <c:v>0.018046159174505</c:v>
                </c:pt>
                <c:pt idx="110">
                  <c:v>-0.00080171757360525</c:v>
                </c:pt>
                <c:pt idx="111">
                  <c:v>0.040378333131779</c:v>
                </c:pt>
                <c:pt idx="112">
                  <c:v>-0.0025945789586648</c:v>
                </c:pt>
                <c:pt idx="113">
                  <c:v>0.016778131291917</c:v>
                </c:pt>
                <c:pt idx="114">
                  <c:v>0.03744392986929</c:v>
                </c:pt>
                <c:pt idx="115">
                  <c:v>-0.0014630418774095</c:v>
                </c:pt>
                <c:pt idx="116">
                  <c:v>0.012024695502276</c:v>
                </c:pt>
                <c:pt idx="117">
                  <c:v>0.0063611528534009</c:v>
                </c:pt>
                <c:pt idx="118">
                  <c:v>-0.00064851176523702</c:v>
                </c:pt>
                <c:pt idx="119">
                  <c:v>0.0059963303756979</c:v>
                </c:pt>
                <c:pt idx="120">
                  <c:v>0.0005324977443475</c:v>
                </c:pt>
                <c:pt idx="121">
                  <c:v>0.018279726245694</c:v>
                </c:pt>
                <c:pt idx="122">
                  <c:v>0.030616929883791</c:v>
                </c:pt>
                <c:pt idx="123">
                  <c:v>-0.031803495748092</c:v>
                </c:pt>
                <c:pt idx="124">
                  <c:v>0.0029633968996989</c:v>
                </c:pt>
                <c:pt idx="125">
                  <c:v>0.04806540802574</c:v>
                </c:pt>
                <c:pt idx="126">
                  <c:v>0.017290281984074</c:v>
                </c:pt>
                <c:pt idx="127">
                  <c:v>-0.0078669218554622</c:v>
                </c:pt>
                <c:pt idx="128">
                  <c:v>-0.0099118446084581</c:v>
                </c:pt>
                <c:pt idx="129">
                  <c:v>0.0082594915821452</c:v>
                </c:pt>
                <c:pt idx="130">
                  <c:v>0.015157072840534</c:v>
                </c:pt>
                <c:pt idx="131">
                  <c:v>0.013040077022164</c:v>
                </c:pt>
                <c:pt idx="132">
                  <c:v>0.0084559229521026</c:v>
                </c:pt>
                <c:pt idx="133">
                  <c:v>0.0039454355859468</c:v>
                </c:pt>
                <c:pt idx="134">
                  <c:v>0.01521887527968</c:v>
                </c:pt>
                <c:pt idx="135">
                  <c:v>0.025536324352172</c:v>
                </c:pt>
                <c:pt idx="136">
                  <c:v>-0.0038798226882633</c:v>
                </c:pt>
                <c:pt idx="137">
                  <c:v>0.013839359969415</c:v>
                </c:pt>
                <c:pt idx="138">
                  <c:v>0.018266786890114</c:v>
                </c:pt>
                <c:pt idx="139">
                  <c:v>0.047939746594808</c:v>
                </c:pt>
                <c:pt idx="140">
                  <c:v>-0.0095695373994245</c:v>
                </c:pt>
                <c:pt idx="141">
                  <c:v>0.0021248972878895</c:v>
                </c:pt>
                <c:pt idx="142">
                  <c:v>-0.020183424028594</c:v>
                </c:pt>
                <c:pt idx="143">
                  <c:v>0.016238705637287</c:v>
                </c:pt>
                <c:pt idx="144">
                  <c:v>0.028156666782985</c:v>
                </c:pt>
                <c:pt idx="145">
                  <c:v>0.00096068385480111</c:v>
                </c:pt>
                <c:pt idx="146">
                  <c:v>0.007685964824612</c:v>
                </c:pt>
                <c:pt idx="147">
                  <c:v>-0.0034056062840496</c:v>
                </c:pt>
                <c:pt idx="148">
                  <c:v>-0.011451871917075</c:v>
                </c:pt>
                <c:pt idx="149">
                  <c:v>0.0066796667066505</c:v>
                </c:pt>
                <c:pt idx="150">
                  <c:v>0.017939366246788</c:v>
                </c:pt>
                <c:pt idx="151">
                  <c:v>-0.0056777241072943</c:v>
                </c:pt>
                <c:pt idx="152">
                  <c:v>-0.0010101551834507</c:v>
                </c:pt>
                <c:pt idx="153">
                  <c:v>0.009606782013951</c:v>
                </c:pt>
                <c:pt idx="154">
                  <c:v>-0.0060143033039256</c:v>
                </c:pt>
                <c:pt idx="155">
                  <c:v>-0.013781111789179</c:v>
                </c:pt>
                <c:pt idx="156">
                  <c:v>-0.0027923459040245</c:v>
                </c:pt>
                <c:pt idx="157">
                  <c:v>-0.0029911995996644</c:v>
                </c:pt>
                <c:pt idx="158">
                  <c:v>0.024093109141371</c:v>
                </c:pt>
                <c:pt idx="159">
                  <c:v>-0.0070268330349038</c:v>
                </c:pt>
                <c:pt idx="160">
                  <c:v>0.011658393916131</c:v>
                </c:pt>
                <c:pt idx="161">
                  <c:v>0.00099482165140499</c:v>
                </c:pt>
                <c:pt idx="162">
                  <c:v>-0.0065925547590839</c:v>
                </c:pt>
                <c:pt idx="163">
                  <c:v>-0.0041840683955576</c:v>
                </c:pt>
                <c:pt idx="164">
                  <c:v>0.0078316192738895</c:v>
                </c:pt>
                <c:pt idx="165">
                  <c:v>-0.0050502787217331</c:v>
                </c:pt>
                <c:pt idx="166">
                  <c:v>0.032837103671583</c:v>
                </c:pt>
                <c:pt idx="167">
                  <c:v>0.015372587033966</c:v>
                </c:pt>
                <c:pt idx="168">
                  <c:v>0.037884914383584</c:v>
                </c:pt>
                <c:pt idx="169">
                  <c:v>0.0042593146913508</c:v>
                </c:pt>
                <c:pt idx="170">
                  <c:v>-0.0046085709108028</c:v>
                </c:pt>
                <c:pt idx="171">
                  <c:v>-0.0063925260390549</c:v>
                </c:pt>
                <c:pt idx="172">
                  <c:v>0.038893818970593</c:v>
                </c:pt>
                <c:pt idx="173">
                  <c:v>0.021532128164689</c:v>
                </c:pt>
                <c:pt idx="174">
                  <c:v>-0.001284479015282</c:v>
                </c:pt>
                <c:pt idx="175">
                  <c:v>0.005760795287207</c:v>
                </c:pt>
                <c:pt idx="176">
                  <c:v>0.024590462817737</c:v>
                </c:pt>
                <c:pt idx="177">
                  <c:v>0.0081900149878611</c:v>
                </c:pt>
                <c:pt idx="178">
                  <c:v>0.031404701139613</c:v>
                </c:pt>
                <c:pt idx="179">
                  <c:v>0.020924082868892</c:v>
                </c:pt>
                <c:pt idx="180">
                  <c:v>0.042453138122958</c:v>
                </c:pt>
                <c:pt idx="181">
                  <c:v>0.0028602297821324</c:v>
                </c:pt>
                <c:pt idx="182">
                  <c:v>0.015741208293606</c:v>
                </c:pt>
                <c:pt idx="183">
                  <c:v>0.039675042279092</c:v>
                </c:pt>
                <c:pt idx="184">
                  <c:v>0.021359446365287</c:v>
                </c:pt>
                <c:pt idx="185">
                  <c:v>0.0057995986260683</c:v>
                </c:pt>
                <c:pt idx="186">
                  <c:v>-0.015084523090272</c:v>
                </c:pt>
                <c:pt idx="187">
                  <c:v>0.014589178538554</c:v>
                </c:pt>
                <c:pt idx="188">
                  <c:v>0.0039165236961673</c:v>
                </c:pt>
                <c:pt idx="189">
                  <c:v>0.034591787319248</c:v>
                </c:pt>
                <c:pt idx="190">
                  <c:v>0.017957385928633</c:v>
                </c:pt>
                <c:pt idx="191">
                  <c:v>0.014218142254274</c:v>
                </c:pt>
                <c:pt idx="192">
                  <c:v>0.018109897720538</c:v>
                </c:pt>
                <c:pt idx="193">
                  <c:v>-0.021960910365884</c:v>
                </c:pt>
                <c:pt idx="194">
                  <c:v>0.012247475784606</c:v>
                </c:pt>
                <c:pt idx="195">
                  <c:v>0.04978588106461</c:v>
                </c:pt>
                <c:pt idx="196">
                  <c:v>0.04015804833508</c:v>
                </c:pt>
                <c:pt idx="197">
                  <c:v>0.019077433582916</c:v>
                </c:pt>
                <c:pt idx="198">
                  <c:v>0.048598069398537</c:v>
                </c:pt>
                <c:pt idx="199">
                  <c:v>0.00084816020906465</c:v>
                </c:pt>
                <c:pt idx="200">
                  <c:v>0.010154389384711</c:v>
                </c:pt>
                <c:pt idx="201">
                  <c:v>0.025550616793899</c:v>
                </c:pt>
                <c:pt idx="202">
                  <c:v>0.014025220394419</c:v>
                </c:pt>
                <c:pt idx="203">
                  <c:v>0.024837330466668</c:v>
                </c:pt>
                <c:pt idx="204">
                  <c:v>0.0078938249530603</c:v>
                </c:pt>
                <c:pt idx="205">
                  <c:v>-0.0042966073530222</c:v>
                </c:pt>
                <c:pt idx="206">
                  <c:v>0.0015642148318516</c:v>
                </c:pt>
                <c:pt idx="207">
                  <c:v>0.01271787374139</c:v>
                </c:pt>
                <c:pt idx="208">
                  <c:v>-0.0028970817904221</c:v>
                </c:pt>
                <c:pt idx="209">
                  <c:v>0.015943995439347</c:v>
                </c:pt>
                <c:pt idx="210">
                  <c:v>0.003044207723439</c:v>
                </c:pt>
                <c:pt idx="211">
                  <c:v>0.030875443890764</c:v>
                </c:pt>
                <c:pt idx="212">
                  <c:v>0.02886994259885</c:v>
                </c:pt>
                <c:pt idx="213">
                  <c:v>0.02027343828839</c:v>
                </c:pt>
                <c:pt idx="214">
                  <c:v>0.011278676500839</c:v>
                </c:pt>
                <c:pt idx="215">
                  <c:v>-0.0027303668364225</c:v>
                </c:pt>
                <c:pt idx="216">
                  <c:v>0.025577335804719</c:v>
                </c:pt>
                <c:pt idx="217">
                  <c:v>0.0064245009518478</c:v>
                </c:pt>
                <c:pt idx="218">
                  <c:v>-0.0057376621595225</c:v>
                </c:pt>
                <c:pt idx="219">
                  <c:v>0.034311599260971</c:v>
                </c:pt>
                <c:pt idx="220">
                  <c:v>-0.016047279575664</c:v>
                </c:pt>
                <c:pt idx="221">
                  <c:v>0.014354175338256</c:v>
                </c:pt>
                <c:pt idx="222">
                  <c:v>0.02738878195055</c:v>
                </c:pt>
                <c:pt idx="223">
                  <c:v>0.0069122551262129</c:v>
                </c:pt>
                <c:pt idx="224">
                  <c:v>0.021141001077433</c:v>
                </c:pt>
                <c:pt idx="225">
                  <c:v>0.033859962375654</c:v>
                </c:pt>
                <c:pt idx="226">
                  <c:v>0.028258537129403</c:v>
                </c:pt>
                <c:pt idx="227">
                  <c:v>0.030086362005704</c:v>
                </c:pt>
                <c:pt idx="228">
                  <c:v>0.0018128045666794</c:v>
                </c:pt>
                <c:pt idx="229">
                  <c:v>-0.00697242303414</c:v>
                </c:pt>
                <c:pt idx="230">
                  <c:v>0.0044537683660653</c:v>
                </c:pt>
                <c:pt idx="231">
                  <c:v>0.015253699144021</c:v>
                </c:pt>
                <c:pt idx="232">
                  <c:v>0.010630355799899</c:v>
                </c:pt>
                <c:pt idx="233">
                  <c:v>0.01459915210374</c:v>
                </c:pt>
                <c:pt idx="234">
                  <c:v>-0.0053413023724045</c:v>
                </c:pt>
                <c:pt idx="235">
                  <c:v>0.021772218148515</c:v>
                </c:pt>
                <c:pt idx="236">
                  <c:v>-0.0013491867276063</c:v>
                </c:pt>
                <c:pt idx="237">
                  <c:v>0.032867502522413</c:v>
                </c:pt>
                <c:pt idx="238">
                  <c:v>0.013272960977433</c:v>
                </c:pt>
                <c:pt idx="239">
                  <c:v>0.025632046788677</c:v>
                </c:pt>
                <c:pt idx="240">
                  <c:v>0.0029630826110473</c:v>
                </c:pt>
                <c:pt idx="241">
                  <c:v>0.024809224358138</c:v>
                </c:pt>
                <c:pt idx="242">
                  <c:v>0.020575646528046</c:v>
                </c:pt>
                <c:pt idx="243">
                  <c:v>0.040091099490281</c:v>
                </c:pt>
                <c:pt idx="244">
                  <c:v>-0.0045185975517991</c:v>
                </c:pt>
                <c:pt idx="245">
                  <c:v>0.033007612310674</c:v>
                </c:pt>
                <c:pt idx="246">
                  <c:v>0.016911001401251</c:v>
                </c:pt>
                <c:pt idx="247">
                  <c:v>0.01983765509674</c:v>
                </c:pt>
                <c:pt idx="248">
                  <c:v>0.022255276692677</c:v>
                </c:pt>
                <c:pt idx="249">
                  <c:v>-0.0015415803656388</c:v>
                </c:pt>
                <c:pt idx="250">
                  <c:v>-0.0057678408294656</c:v>
                </c:pt>
                <c:pt idx="251">
                  <c:v>-0.020359603794096</c:v>
                </c:pt>
                <c:pt idx="252">
                  <c:v>0.019290405710897</c:v>
                </c:pt>
                <c:pt idx="253">
                  <c:v>0.018090306775757</c:v>
                </c:pt>
                <c:pt idx="254">
                  <c:v>0.016318735844671</c:v>
                </c:pt>
                <c:pt idx="255">
                  <c:v>0.025099503032941</c:v>
                </c:pt>
                <c:pt idx="256">
                  <c:v>0.011187816343234</c:v>
                </c:pt>
                <c:pt idx="257">
                  <c:v>-0.010398648041227</c:v>
                </c:pt>
                <c:pt idx="258">
                  <c:v>-0.0082570855571504</c:v>
                </c:pt>
                <c:pt idx="259">
                  <c:v>0.0067703887323052</c:v>
                </c:pt>
                <c:pt idx="260">
                  <c:v>0.00099421495276388</c:v>
                </c:pt>
                <c:pt idx="261">
                  <c:v>0.0032894816689318</c:v>
                </c:pt>
                <c:pt idx="262">
                  <c:v>0.030966256150528</c:v>
                </c:pt>
                <c:pt idx="263">
                  <c:v>0.0084274571995811</c:v>
                </c:pt>
                <c:pt idx="264">
                  <c:v>-0.013664567044806</c:v>
                </c:pt>
                <c:pt idx="265">
                  <c:v>0.01182960894537</c:v>
                </c:pt>
                <c:pt idx="266">
                  <c:v>0.042271676995832</c:v>
                </c:pt>
                <c:pt idx="267">
                  <c:v>-0.0083804089698159</c:v>
                </c:pt>
                <c:pt idx="268">
                  <c:v>0.003476518982728</c:v>
                </c:pt>
                <c:pt idx="269">
                  <c:v>0.016537544696159</c:v>
                </c:pt>
                <c:pt idx="270">
                  <c:v>0.018330155890609</c:v>
                </c:pt>
                <c:pt idx="271">
                  <c:v>-0.0051262367336187</c:v>
                </c:pt>
                <c:pt idx="272">
                  <c:v>0.025852005521334</c:v>
                </c:pt>
                <c:pt idx="273">
                  <c:v>0.0039401159125167</c:v>
                </c:pt>
                <c:pt idx="274">
                  <c:v>-0.0071445834756501</c:v>
                </c:pt>
                <c:pt idx="275">
                  <c:v>0.028084704782781</c:v>
                </c:pt>
                <c:pt idx="276">
                  <c:v>0.024126181244662</c:v>
                </c:pt>
                <c:pt idx="277">
                  <c:v>-0.0010036556895535</c:v>
                </c:pt>
                <c:pt idx="278">
                  <c:v>0.002253208800062</c:v>
                </c:pt>
                <c:pt idx="279">
                  <c:v>-0.0067204417151102</c:v>
                </c:pt>
                <c:pt idx="280">
                  <c:v>0.02670435774471</c:v>
                </c:pt>
                <c:pt idx="281">
                  <c:v>0.00047295905376429</c:v>
                </c:pt>
                <c:pt idx="282">
                  <c:v>-0.014158570553483</c:v>
                </c:pt>
                <c:pt idx="283">
                  <c:v>0.029388402667265</c:v>
                </c:pt>
                <c:pt idx="284">
                  <c:v>0.0050440278631282</c:v>
                </c:pt>
                <c:pt idx="285">
                  <c:v>0.010081536861394</c:v>
                </c:pt>
                <c:pt idx="286">
                  <c:v>0.048169446586818</c:v>
                </c:pt>
                <c:pt idx="287">
                  <c:v>0.010287308949336</c:v>
                </c:pt>
                <c:pt idx="288">
                  <c:v>0.0088558337512719</c:v>
                </c:pt>
                <c:pt idx="289">
                  <c:v>0.017505002483712</c:v>
                </c:pt>
                <c:pt idx="290">
                  <c:v>0.024392955674146</c:v>
                </c:pt>
                <c:pt idx="291">
                  <c:v>0.0074877809598212</c:v>
                </c:pt>
                <c:pt idx="292">
                  <c:v>0.023279462848962</c:v>
                </c:pt>
                <c:pt idx="293">
                  <c:v>-0.0065760246460189</c:v>
                </c:pt>
                <c:pt idx="294">
                  <c:v>0.020163553449646</c:v>
                </c:pt>
                <c:pt idx="295">
                  <c:v>0.0077728187729579</c:v>
                </c:pt>
                <c:pt idx="296">
                  <c:v>0.0063646862083646</c:v>
                </c:pt>
                <c:pt idx="297">
                  <c:v>-0.0024498373776126</c:v>
                </c:pt>
                <c:pt idx="298">
                  <c:v>0.02711422359493</c:v>
                </c:pt>
                <c:pt idx="299">
                  <c:v>-0.02215486994303</c:v>
                </c:pt>
                <c:pt idx="300">
                  <c:v>-0.010244337112595</c:v>
                </c:pt>
                <c:pt idx="301">
                  <c:v>0.044954348726544</c:v>
                </c:pt>
                <c:pt idx="302">
                  <c:v>0.01649722176139</c:v>
                </c:pt>
                <c:pt idx="303">
                  <c:v>-0.0080592779035775</c:v>
                </c:pt>
                <c:pt idx="304">
                  <c:v>0.00098778581991447</c:v>
                </c:pt>
                <c:pt idx="305">
                  <c:v>0.0068768778166171</c:v>
                </c:pt>
                <c:pt idx="306">
                  <c:v>0.042817272174897</c:v>
                </c:pt>
                <c:pt idx="307">
                  <c:v>0.036057121672122</c:v>
                </c:pt>
                <c:pt idx="308">
                  <c:v>-0.0052359140501487</c:v>
                </c:pt>
                <c:pt idx="309">
                  <c:v>-0.014180836834303</c:v>
                </c:pt>
                <c:pt idx="310">
                  <c:v>-0.0088625858885108</c:v>
                </c:pt>
                <c:pt idx="311">
                  <c:v>0.0088599831132843</c:v>
                </c:pt>
                <c:pt idx="312">
                  <c:v>0.0099048272056473</c:v>
                </c:pt>
                <c:pt idx="313">
                  <c:v>0.0032078080825683</c:v>
                </c:pt>
                <c:pt idx="314">
                  <c:v>0.024084327835063</c:v>
                </c:pt>
                <c:pt idx="315">
                  <c:v>0.0080397026952685</c:v>
                </c:pt>
                <c:pt idx="316">
                  <c:v>0.014431259376942</c:v>
                </c:pt>
                <c:pt idx="317">
                  <c:v>0.00046804837272451</c:v>
                </c:pt>
                <c:pt idx="318">
                  <c:v>0.019463383734585</c:v>
                </c:pt>
                <c:pt idx="319">
                  <c:v>0.011823043434204</c:v>
                </c:pt>
                <c:pt idx="320">
                  <c:v>-0.017516172658844</c:v>
                </c:pt>
                <c:pt idx="321">
                  <c:v>-0.0061653853892159</c:v>
                </c:pt>
                <c:pt idx="322">
                  <c:v>0.028917600770388</c:v>
                </c:pt>
                <c:pt idx="323">
                  <c:v>-0.0043407170902369</c:v>
                </c:pt>
                <c:pt idx="324">
                  <c:v>0.018552296518508</c:v>
                </c:pt>
                <c:pt idx="325">
                  <c:v>0.013393642293139</c:v>
                </c:pt>
                <c:pt idx="326">
                  <c:v>-0.0084114344232119</c:v>
                </c:pt>
                <c:pt idx="327">
                  <c:v>0.016428738802648</c:v>
                </c:pt>
                <c:pt idx="328">
                  <c:v>0.0076067404061692</c:v>
                </c:pt>
                <c:pt idx="329">
                  <c:v>0.031126641442389</c:v>
                </c:pt>
                <c:pt idx="330">
                  <c:v>-0.0093318724203844</c:v>
                </c:pt>
                <c:pt idx="331">
                  <c:v>0.0072298626701131</c:v>
                </c:pt>
                <c:pt idx="332">
                  <c:v>0.026323813328292</c:v>
                </c:pt>
                <c:pt idx="333">
                  <c:v>0.042707264013651</c:v>
                </c:pt>
                <c:pt idx="334">
                  <c:v>0.025727223841962</c:v>
                </c:pt>
                <c:pt idx="335">
                  <c:v>0.014363880228236</c:v>
                </c:pt>
                <c:pt idx="336">
                  <c:v>0.015470564942799</c:v>
                </c:pt>
                <c:pt idx="337">
                  <c:v>-0.011171725350934</c:v>
                </c:pt>
                <c:pt idx="338">
                  <c:v>0.044495746503764</c:v>
                </c:pt>
                <c:pt idx="339">
                  <c:v>0.03997056199353</c:v>
                </c:pt>
                <c:pt idx="340">
                  <c:v>0.0059881463014229</c:v>
                </c:pt>
                <c:pt idx="341">
                  <c:v>0.029928421018944</c:v>
                </c:pt>
                <c:pt idx="342">
                  <c:v>0.029104552589592</c:v>
                </c:pt>
                <c:pt idx="343">
                  <c:v>0.016847791169822</c:v>
                </c:pt>
                <c:pt idx="344">
                  <c:v>0.022662550653305</c:v>
                </c:pt>
                <c:pt idx="345">
                  <c:v>0.035658828747725</c:v>
                </c:pt>
                <c:pt idx="346">
                  <c:v>0.031386047823613</c:v>
                </c:pt>
                <c:pt idx="347">
                  <c:v>-0.0034104782489513</c:v>
                </c:pt>
                <c:pt idx="348">
                  <c:v>-0.0061301705726344</c:v>
                </c:pt>
                <c:pt idx="349">
                  <c:v>0.010388492022161</c:v>
                </c:pt>
                <c:pt idx="350">
                  <c:v>0.032742683601092</c:v>
                </c:pt>
                <c:pt idx="351">
                  <c:v>0.023808761471202</c:v>
                </c:pt>
                <c:pt idx="352">
                  <c:v>0.012351742748323</c:v>
                </c:pt>
                <c:pt idx="353">
                  <c:v>0.030173693145503</c:v>
                </c:pt>
                <c:pt idx="354">
                  <c:v>0.0096404965285884</c:v>
                </c:pt>
                <c:pt idx="355">
                  <c:v>0.024892794404907</c:v>
                </c:pt>
                <c:pt idx="356">
                  <c:v>0.024580678056533</c:v>
                </c:pt>
                <c:pt idx="357">
                  <c:v>0.0069990569972072</c:v>
                </c:pt>
                <c:pt idx="358">
                  <c:v>-0.0080667263606975</c:v>
                </c:pt>
                <c:pt idx="359">
                  <c:v>0.04646314995041</c:v>
                </c:pt>
                <c:pt idx="360">
                  <c:v>-0.02337405041746</c:v>
                </c:pt>
                <c:pt idx="361">
                  <c:v>0.017714888579373</c:v>
                </c:pt>
                <c:pt idx="362">
                  <c:v>0.013818637077655</c:v>
                </c:pt>
                <c:pt idx="363">
                  <c:v>-0.0055914548714269</c:v>
                </c:pt>
                <c:pt idx="364">
                  <c:v>0.023347095690623</c:v>
                </c:pt>
                <c:pt idx="365">
                  <c:v>0.01305829331925</c:v>
                </c:pt>
                <c:pt idx="366">
                  <c:v>0.012133263723425</c:v>
                </c:pt>
                <c:pt idx="367">
                  <c:v>0.020518312155556</c:v>
                </c:pt>
                <c:pt idx="368">
                  <c:v>0.01068825754866</c:v>
                </c:pt>
                <c:pt idx="369">
                  <c:v>0.01092918144682</c:v>
                </c:pt>
                <c:pt idx="370">
                  <c:v>0.043432115061461</c:v>
                </c:pt>
                <c:pt idx="371">
                  <c:v>0.023986624955216</c:v>
                </c:pt>
                <c:pt idx="372">
                  <c:v>0.018960395655125</c:v>
                </c:pt>
                <c:pt idx="373">
                  <c:v>0.020199375965934</c:v>
                </c:pt>
                <c:pt idx="374">
                  <c:v>0.016265549379739</c:v>
                </c:pt>
                <c:pt idx="375">
                  <c:v>0.042623606645323</c:v>
                </c:pt>
                <c:pt idx="376">
                  <c:v>0.0058888442540943</c:v>
                </c:pt>
                <c:pt idx="377">
                  <c:v>0.0085079658860985</c:v>
                </c:pt>
                <c:pt idx="378">
                  <c:v>-0.0060447064286584</c:v>
                </c:pt>
                <c:pt idx="379">
                  <c:v>0.02120401288225</c:v>
                </c:pt>
                <c:pt idx="380">
                  <c:v>0.026664025260554</c:v>
                </c:pt>
                <c:pt idx="381">
                  <c:v>-0.023382028466422</c:v>
                </c:pt>
                <c:pt idx="382">
                  <c:v>-0.021479560778233</c:v>
                </c:pt>
                <c:pt idx="383">
                  <c:v>-0.00042544876984743</c:v>
                </c:pt>
                <c:pt idx="384">
                  <c:v>0.032975333812112</c:v>
                </c:pt>
                <c:pt idx="385">
                  <c:v>0.027720258529644</c:v>
                </c:pt>
                <c:pt idx="386">
                  <c:v>0.0069561653912642</c:v>
                </c:pt>
                <c:pt idx="387">
                  <c:v>0.016315643562365</c:v>
                </c:pt>
                <c:pt idx="388">
                  <c:v>0.022848855515067</c:v>
                </c:pt>
                <c:pt idx="389">
                  <c:v>0.0038993786853177</c:v>
                </c:pt>
                <c:pt idx="390">
                  <c:v>0.040641212162689</c:v>
                </c:pt>
                <c:pt idx="391">
                  <c:v>-0.0020175393060553</c:v>
                </c:pt>
                <c:pt idx="392">
                  <c:v>0.010935638040472</c:v>
                </c:pt>
                <c:pt idx="393">
                  <c:v>0.0062646536809597</c:v>
                </c:pt>
                <c:pt idx="394">
                  <c:v>0.040632791249021</c:v>
                </c:pt>
                <c:pt idx="395">
                  <c:v>0.024369024540744</c:v>
                </c:pt>
                <c:pt idx="396">
                  <c:v>0.020740896583772</c:v>
                </c:pt>
                <c:pt idx="397">
                  <c:v>0.030568993073696</c:v>
                </c:pt>
                <c:pt idx="398">
                  <c:v>0.028491813340279</c:v>
                </c:pt>
                <c:pt idx="399">
                  <c:v>0.025257406828067</c:v>
                </c:pt>
                <c:pt idx="400">
                  <c:v>0.028439905060344</c:v>
                </c:pt>
                <c:pt idx="401">
                  <c:v>0.00053892394234344</c:v>
                </c:pt>
                <c:pt idx="402">
                  <c:v>0.015427731634863</c:v>
                </c:pt>
                <c:pt idx="403">
                  <c:v>0.021209415920183</c:v>
                </c:pt>
                <c:pt idx="404">
                  <c:v>0.021230772909386</c:v>
                </c:pt>
                <c:pt idx="405">
                  <c:v>0.051406895692382</c:v>
                </c:pt>
                <c:pt idx="406">
                  <c:v>0.040556769206656</c:v>
                </c:pt>
                <c:pt idx="407">
                  <c:v>-0.0081215159918534</c:v>
                </c:pt>
                <c:pt idx="408">
                  <c:v>-0.0067340134718194</c:v>
                </c:pt>
                <c:pt idx="409">
                  <c:v>0.027847887022283</c:v>
                </c:pt>
                <c:pt idx="410">
                  <c:v>0.022093940827661</c:v>
                </c:pt>
                <c:pt idx="411">
                  <c:v>-0.0095828650762874</c:v>
                </c:pt>
                <c:pt idx="412">
                  <c:v>0.040549255547251</c:v>
                </c:pt>
                <c:pt idx="413">
                  <c:v>0.01994479885192</c:v>
                </c:pt>
                <c:pt idx="414">
                  <c:v>0.0062379868183353</c:v>
                </c:pt>
                <c:pt idx="415">
                  <c:v>0.041353369236247</c:v>
                </c:pt>
                <c:pt idx="416">
                  <c:v>0.02411450182526</c:v>
                </c:pt>
                <c:pt idx="417">
                  <c:v>0.033779085152047</c:v>
                </c:pt>
                <c:pt idx="418">
                  <c:v>0.0046758281897189</c:v>
                </c:pt>
                <c:pt idx="419">
                  <c:v>0.013964940366135</c:v>
                </c:pt>
                <c:pt idx="420">
                  <c:v>0.008921664697304</c:v>
                </c:pt>
                <c:pt idx="421">
                  <c:v>-0.004714793358841</c:v>
                </c:pt>
                <c:pt idx="422">
                  <c:v>0.0036934754647106</c:v>
                </c:pt>
                <c:pt idx="423">
                  <c:v>0.039847604957384</c:v>
                </c:pt>
                <c:pt idx="424">
                  <c:v>0.0060930288269592</c:v>
                </c:pt>
                <c:pt idx="425">
                  <c:v>0.029640006863572</c:v>
                </c:pt>
                <c:pt idx="426">
                  <c:v>0.024976095552397</c:v>
                </c:pt>
                <c:pt idx="427">
                  <c:v>0.056447412554567</c:v>
                </c:pt>
                <c:pt idx="428">
                  <c:v>0.025394784719867</c:v>
                </c:pt>
                <c:pt idx="429">
                  <c:v>0.0019863547059403</c:v>
                </c:pt>
                <c:pt idx="430">
                  <c:v>0.0041914593717688</c:v>
                </c:pt>
                <c:pt idx="431">
                  <c:v>0.064441043984702</c:v>
                </c:pt>
                <c:pt idx="432">
                  <c:v>-0.0034035019604298</c:v>
                </c:pt>
                <c:pt idx="433">
                  <c:v>0.026261216749373</c:v>
                </c:pt>
                <c:pt idx="434">
                  <c:v>0.057941477686712</c:v>
                </c:pt>
                <c:pt idx="435">
                  <c:v>-0.0016057884715922</c:v>
                </c:pt>
                <c:pt idx="436">
                  <c:v>0.013078927891161</c:v>
                </c:pt>
                <c:pt idx="437">
                  <c:v>0.050276196662537</c:v>
                </c:pt>
                <c:pt idx="438">
                  <c:v>0.053208075176724</c:v>
                </c:pt>
                <c:pt idx="439">
                  <c:v>0.024835940011379</c:v>
                </c:pt>
                <c:pt idx="440">
                  <c:v>-0.010230629100918</c:v>
                </c:pt>
                <c:pt idx="441">
                  <c:v>0.022997767821518</c:v>
                </c:pt>
                <c:pt idx="442">
                  <c:v>0.025270538614428</c:v>
                </c:pt>
                <c:pt idx="443">
                  <c:v>0.021336280062374</c:v>
                </c:pt>
                <c:pt idx="444">
                  <c:v>0.018227456767785</c:v>
                </c:pt>
                <c:pt idx="445">
                  <c:v>0.031090359264538</c:v>
                </c:pt>
                <c:pt idx="446">
                  <c:v>0.011643269772517</c:v>
                </c:pt>
                <c:pt idx="447">
                  <c:v>0.034274562243318</c:v>
                </c:pt>
                <c:pt idx="448">
                  <c:v>0.01334014117144</c:v>
                </c:pt>
                <c:pt idx="449">
                  <c:v>0.018865019005862</c:v>
                </c:pt>
                <c:pt idx="450">
                  <c:v>0.010652480693351</c:v>
                </c:pt>
                <c:pt idx="451">
                  <c:v>0.01414713031642</c:v>
                </c:pt>
                <c:pt idx="452">
                  <c:v>0.01925126380862</c:v>
                </c:pt>
                <c:pt idx="453">
                  <c:v>0.023122935735789</c:v>
                </c:pt>
                <c:pt idx="454">
                  <c:v>-0.0013535562582562</c:v>
                </c:pt>
                <c:pt idx="455">
                  <c:v>0.029979890535177</c:v>
                </c:pt>
                <c:pt idx="456">
                  <c:v>0.027453864699188</c:v>
                </c:pt>
                <c:pt idx="457">
                  <c:v>-0.0021100680736525</c:v>
                </c:pt>
                <c:pt idx="458">
                  <c:v>0.051311774053964</c:v>
                </c:pt>
                <c:pt idx="459">
                  <c:v>0.014218650487883</c:v>
                </c:pt>
                <c:pt idx="460">
                  <c:v>0.0065174408283708</c:v>
                </c:pt>
                <c:pt idx="461">
                  <c:v>0.047322159319514</c:v>
                </c:pt>
                <c:pt idx="462">
                  <c:v>0.0076295921157042</c:v>
                </c:pt>
                <c:pt idx="463">
                  <c:v>-0.010189460104211</c:v>
                </c:pt>
                <c:pt idx="464">
                  <c:v>0.018160538256966</c:v>
                </c:pt>
                <c:pt idx="465">
                  <c:v>0.038490589035884</c:v>
                </c:pt>
                <c:pt idx="466">
                  <c:v>0.025904335378506</c:v>
                </c:pt>
                <c:pt idx="467">
                  <c:v>-0.0010029387908009</c:v>
                </c:pt>
                <c:pt idx="468">
                  <c:v>0.0083882788282348</c:v>
                </c:pt>
                <c:pt idx="469">
                  <c:v>0.0050230635584281</c:v>
                </c:pt>
                <c:pt idx="470">
                  <c:v>0.041401068614747</c:v>
                </c:pt>
                <c:pt idx="471">
                  <c:v>0.038682910313325</c:v>
                </c:pt>
                <c:pt idx="472">
                  <c:v>0.014540964878473</c:v>
                </c:pt>
                <c:pt idx="473">
                  <c:v>0.017787343775246</c:v>
                </c:pt>
                <c:pt idx="474">
                  <c:v>-0.00024638323018811</c:v>
                </c:pt>
                <c:pt idx="475">
                  <c:v>0.018517712028387</c:v>
                </c:pt>
                <c:pt idx="476">
                  <c:v>-0.017921329269554</c:v>
                </c:pt>
                <c:pt idx="477">
                  <c:v>0.015162151752015</c:v>
                </c:pt>
                <c:pt idx="478">
                  <c:v>0.022127677449216</c:v>
                </c:pt>
                <c:pt idx="479">
                  <c:v>-0.0082426125224716</c:v>
                </c:pt>
                <c:pt idx="480">
                  <c:v>0.0055945252374362</c:v>
                </c:pt>
                <c:pt idx="481">
                  <c:v>0.0048313607069997</c:v>
                </c:pt>
                <c:pt idx="482">
                  <c:v>0.019098584527336</c:v>
                </c:pt>
                <c:pt idx="483">
                  <c:v>0.040649338194107</c:v>
                </c:pt>
                <c:pt idx="484">
                  <c:v>0.016521056448883</c:v>
                </c:pt>
                <c:pt idx="485">
                  <c:v>0.037374561749151</c:v>
                </c:pt>
                <c:pt idx="486">
                  <c:v>0.010105332728839</c:v>
                </c:pt>
                <c:pt idx="487">
                  <c:v>0.0034039346241216</c:v>
                </c:pt>
                <c:pt idx="488">
                  <c:v>0.0026545912277417</c:v>
                </c:pt>
                <c:pt idx="489">
                  <c:v>0.042639736267808</c:v>
                </c:pt>
                <c:pt idx="490">
                  <c:v>0.0056980371489984</c:v>
                </c:pt>
                <c:pt idx="491">
                  <c:v>0.008299183441878</c:v>
                </c:pt>
                <c:pt idx="492">
                  <c:v>0.043226676499716</c:v>
                </c:pt>
                <c:pt idx="493">
                  <c:v>-0.0045280113436781</c:v>
                </c:pt>
                <c:pt idx="494">
                  <c:v>0.012862698535985</c:v>
                </c:pt>
                <c:pt idx="495">
                  <c:v>0.037658037319998</c:v>
                </c:pt>
                <c:pt idx="496">
                  <c:v>0.020819969668631</c:v>
                </c:pt>
                <c:pt idx="497">
                  <c:v>0.0076484245363354</c:v>
                </c:pt>
                <c:pt idx="498">
                  <c:v>0.011464010156111</c:v>
                </c:pt>
                <c:pt idx="499">
                  <c:v>0.016387220299673</c:v>
                </c:pt>
                <c:pt idx="500">
                  <c:v>0.047301803552318</c:v>
                </c:pt>
                <c:pt idx="501">
                  <c:v>0.031205851182583</c:v>
                </c:pt>
                <c:pt idx="502">
                  <c:v>-0.0088861315165975</c:v>
                </c:pt>
                <c:pt idx="503">
                  <c:v>0.012541476382368</c:v>
                </c:pt>
                <c:pt idx="504">
                  <c:v>0.0095846854965101</c:v>
                </c:pt>
                <c:pt idx="505">
                  <c:v>0.038724575534619</c:v>
                </c:pt>
                <c:pt idx="506">
                  <c:v>0.0088917427204666</c:v>
                </c:pt>
                <c:pt idx="507">
                  <c:v>0.039332052246605</c:v>
                </c:pt>
                <c:pt idx="508">
                  <c:v>0.028611032789885</c:v>
                </c:pt>
                <c:pt idx="509">
                  <c:v>0.030868664469428</c:v>
                </c:pt>
                <c:pt idx="510">
                  <c:v>0.0220584326984</c:v>
                </c:pt>
                <c:pt idx="511">
                  <c:v>-0.031417175253895</c:v>
                </c:pt>
                <c:pt idx="512">
                  <c:v>0.016162625018988</c:v>
                </c:pt>
                <c:pt idx="513">
                  <c:v>0.039431415004894</c:v>
                </c:pt>
                <c:pt idx="514">
                  <c:v>0.02783704237979</c:v>
                </c:pt>
                <c:pt idx="515">
                  <c:v>0.039309736415167</c:v>
                </c:pt>
                <c:pt idx="516">
                  <c:v>0.029268747570558</c:v>
                </c:pt>
                <c:pt idx="517">
                  <c:v>0.015520939735529</c:v>
                </c:pt>
                <c:pt idx="518">
                  <c:v>0.019723665411777</c:v>
                </c:pt>
                <c:pt idx="519">
                  <c:v>0.0143935136299</c:v>
                </c:pt>
                <c:pt idx="520">
                  <c:v>0.04435398063072</c:v>
                </c:pt>
                <c:pt idx="521">
                  <c:v>0.036963180396374</c:v>
                </c:pt>
                <c:pt idx="522">
                  <c:v>0.019526745129928</c:v>
                </c:pt>
                <c:pt idx="523">
                  <c:v>-0.0020035450317944</c:v>
                </c:pt>
                <c:pt idx="524">
                  <c:v>0.029954099372395</c:v>
                </c:pt>
                <c:pt idx="525">
                  <c:v>-0.0017901010396816</c:v>
                </c:pt>
                <c:pt idx="526">
                  <c:v>-0.0045895068243677</c:v>
                </c:pt>
                <c:pt idx="527">
                  <c:v>0.0078539839233599</c:v>
                </c:pt>
                <c:pt idx="528">
                  <c:v>0.014313725820133</c:v>
                </c:pt>
                <c:pt idx="529">
                  <c:v>-0.021991882720843</c:v>
                </c:pt>
                <c:pt idx="530">
                  <c:v>0.0048109218127539</c:v>
                </c:pt>
                <c:pt idx="531">
                  <c:v>0.01375137477186</c:v>
                </c:pt>
                <c:pt idx="532">
                  <c:v>0.00216742777028</c:v>
                </c:pt>
                <c:pt idx="533">
                  <c:v>0.0065928718501959</c:v>
                </c:pt>
                <c:pt idx="534">
                  <c:v>0.041459058049048</c:v>
                </c:pt>
                <c:pt idx="535">
                  <c:v>0.02648402828346</c:v>
                </c:pt>
                <c:pt idx="536">
                  <c:v>0.021989877946276</c:v>
                </c:pt>
                <c:pt idx="537">
                  <c:v>0.023344761617134</c:v>
                </c:pt>
                <c:pt idx="538">
                  <c:v>0.028273013438244</c:v>
                </c:pt>
                <c:pt idx="539">
                  <c:v>0.020408200898026</c:v>
                </c:pt>
                <c:pt idx="540">
                  <c:v>0.0072909393891161</c:v>
                </c:pt>
                <c:pt idx="541">
                  <c:v>0.029722706833062</c:v>
                </c:pt>
                <c:pt idx="542">
                  <c:v>0.045166355182083</c:v>
                </c:pt>
                <c:pt idx="543">
                  <c:v>-0.0035357002796884</c:v>
                </c:pt>
                <c:pt idx="544">
                  <c:v>0.0097668435672831</c:v>
                </c:pt>
                <c:pt idx="545">
                  <c:v>0.025849586038482</c:v>
                </c:pt>
                <c:pt idx="546">
                  <c:v>0.0121662013111</c:v>
                </c:pt>
                <c:pt idx="547">
                  <c:v>0.043363215406965</c:v>
                </c:pt>
                <c:pt idx="548">
                  <c:v>0.031400706811698</c:v>
                </c:pt>
                <c:pt idx="549">
                  <c:v>0.00050538036273672</c:v>
                </c:pt>
                <c:pt idx="550">
                  <c:v>0.015177415949272</c:v>
                </c:pt>
                <c:pt idx="551">
                  <c:v>0.022739855949189</c:v>
                </c:pt>
                <c:pt idx="552">
                  <c:v>0.0062222940201825</c:v>
                </c:pt>
                <c:pt idx="553">
                  <c:v>0.033787633500898</c:v>
                </c:pt>
                <c:pt idx="554">
                  <c:v>0.036617363512503</c:v>
                </c:pt>
                <c:pt idx="555">
                  <c:v>0.033145054453813</c:v>
                </c:pt>
                <c:pt idx="556">
                  <c:v>0.02758993639304</c:v>
                </c:pt>
                <c:pt idx="557">
                  <c:v>0.036311022899589</c:v>
                </c:pt>
                <c:pt idx="558">
                  <c:v>0.041381559737283</c:v>
                </c:pt>
                <c:pt idx="559">
                  <c:v>0.031140742221356</c:v>
                </c:pt>
                <c:pt idx="560">
                  <c:v>0.031511759424168</c:v>
                </c:pt>
                <c:pt idx="561">
                  <c:v>0.027545486771063</c:v>
                </c:pt>
                <c:pt idx="562">
                  <c:v>-0.002524819521927</c:v>
                </c:pt>
                <c:pt idx="563">
                  <c:v>0.003470473470507</c:v>
                </c:pt>
                <c:pt idx="564">
                  <c:v>0.031503735143441</c:v>
                </c:pt>
                <c:pt idx="565">
                  <c:v>0.0014238092285377</c:v>
                </c:pt>
                <c:pt idx="566">
                  <c:v>0.068275861187804</c:v>
                </c:pt>
                <c:pt idx="567">
                  <c:v>0.010810955298555</c:v>
                </c:pt>
                <c:pt idx="568">
                  <c:v>0.023466445781869</c:v>
                </c:pt>
                <c:pt idx="569">
                  <c:v>0.037080544649529</c:v>
                </c:pt>
                <c:pt idx="570">
                  <c:v>0.010111841433698</c:v>
                </c:pt>
                <c:pt idx="571">
                  <c:v>0.031364970580015</c:v>
                </c:pt>
                <c:pt idx="572">
                  <c:v>0.001268282089694</c:v>
                </c:pt>
                <c:pt idx="573">
                  <c:v>0.017605936689208</c:v>
                </c:pt>
                <c:pt idx="574">
                  <c:v>0.016051565342463</c:v>
                </c:pt>
                <c:pt idx="575">
                  <c:v>0.037416456838846</c:v>
                </c:pt>
                <c:pt idx="576">
                  <c:v>0.0088888539120653</c:v>
                </c:pt>
                <c:pt idx="577">
                  <c:v>0.04259219284041</c:v>
                </c:pt>
                <c:pt idx="578">
                  <c:v>0.0096294165439473</c:v>
                </c:pt>
                <c:pt idx="579">
                  <c:v>-0.002265315168776</c:v>
                </c:pt>
                <c:pt idx="580">
                  <c:v>0.017739507757632</c:v>
                </c:pt>
                <c:pt idx="581">
                  <c:v>0.022151896964691</c:v>
                </c:pt>
                <c:pt idx="582">
                  <c:v>0.022502891744745</c:v>
                </c:pt>
                <c:pt idx="583">
                  <c:v>0.0042330383964642</c:v>
                </c:pt>
                <c:pt idx="584">
                  <c:v>0.035383412302304</c:v>
                </c:pt>
                <c:pt idx="585">
                  <c:v>0.017367775063436</c:v>
                </c:pt>
                <c:pt idx="586">
                  <c:v>0.024034330380739</c:v>
                </c:pt>
                <c:pt idx="587">
                  <c:v>0.0046332017213142</c:v>
                </c:pt>
                <c:pt idx="588">
                  <c:v>0.041949479552921</c:v>
                </c:pt>
                <c:pt idx="589">
                  <c:v>0.0086368317666036</c:v>
                </c:pt>
                <c:pt idx="590">
                  <c:v>0.034789772773762</c:v>
                </c:pt>
                <c:pt idx="591">
                  <c:v>0.00035758443675045</c:v>
                </c:pt>
                <c:pt idx="592">
                  <c:v>0.024864826703427</c:v>
                </c:pt>
                <c:pt idx="593">
                  <c:v>0.0073764044061625</c:v>
                </c:pt>
                <c:pt idx="594">
                  <c:v>0.026145343638636</c:v>
                </c:pt>
                <c:pt idx="595">
                  <c:v>-0.0066953118841331</c:v>
                </c:pt>
                <c:pt idx="596">
                  <c:v>0.025503608112617</c:v>
                </c:pt>
                <c:pt idx="597">
                  <c:v>0.028780929705166</c:v>
                </c:pt>
                <c:pt idx="598">
                  <c:v>0.024049340150273</c:v>
                </c:pt>
                <c:pt idx="599">
                  <c:v>0.04430387159191</c:v>
                </c:pt>
                <c:pt idx="600">
                  <c:v>0.017730244173436</c:v>
                </c:pt>
                <c:pt idx="601">
                  <c:v>0.050018061552103</c:v>
                </c:pt>
                <c:pt idx="602">
                  <c:v>0.006892332203</c:v>
                </c:pt>
                <c:pt idx="603">
                  <c:v>0.024152632074384</c:v>
                </c:pt>
                <c:pt idx="604">
                  <c:v>0.036412942145483</c:v>
                </c:pt>
                <c:pt idx="605">
                  <c:v>0.056016637790633</c:v>
                </c:pt>
                <c:pt idx="606">
                  <c:v>0.0040164760645604</c:v>
                </c:pt>
                <c:pt idx="607">
                  <c:v>0.034435728629088</c:v>
                </c:pt>
                <c:pt idx="608">
                  <c:v>0.021685155798732</c:v>
                </c:pt>
                <c:pt idx="609">
                  <c:v>0.044547825073851</c:v>
                </c:pt>
                <c:pt idx="610">
                  <c:v>0.017371400771748</c:v>
                </c:pt>
                <c:pt idx="611">
                  <c:v>0.015423486731198</c:v>
                </c:pt>
                <c:pt idx="612">
                  <c:v>0.014131058828271</c:v>
                </c:pt>
                <c:pt idx="613">
                  <c:v>0.015786434730278</c:v>
                </c:pt>
                <c:pt idx="614">
                  <c:v>0.012480071966843</c:v>
                </c:pt>
                <c:pt idx="615">
                  <c:v>0.057474727749718</c:v>
                </c:pt>
                <c:pt idx="616">
                  <c:v>-0.038959636833704</c:v>
                </c:pt>
                <c:pt idx="617">
                  <c:v>0.057488336504871</c:v>
                </c:pt>
                <c:pt idx="618">
                  <c:v>0.046983033147283</c:v>
                </c:pt>
                <c:pt idx="619">
                  <c:v>0.0098507772951793</c:v>
                </c:pt>
                <c:pt idx="620">
                  <c:v>0.0060519142665412</c:v>
                </c:pt>
                <c:pt idx="621">
                  <c:v>0.03034768547326</c:v>
                </c:pt>
                <c:pt idx="622">
                  <c:v>-0.02291940504839</c:v>
                </c:pt>
                <c:pt idx="623">
                  <c:v>0.045341763647072</c:v>
                </c:pt>
                <c:pt idx="624">
                  <c:v>0.034020259827449</c:v>
                </c:pt>
                <c:pt idx="625">
                  <c:v>0.012190452695969</c:v>
                </c:pt>
                <c:pt idx="626">
                  <c:v>0.01423308437134</c:v>
                </c:pt>
                <c:pt idx="627">
                  <c:v>0.033236016967897</c:v>
                </c:pt>
                <c:pt idx="628">
                  <c:v>0.035261920461866</c:v>
                </c:pt>
                <c:pt idx="629">
                  <c:v>0.038108906221931</c:v>
                </c:pt>
                <c:pt idx="630">
                  <c:v>0.029345380076951</c:v>
                </c:pt>
                <c:pt idx="631">
                  <c:v>0.033170585101646</c:v>
                </c:pt>
                <c:pt idx="632">
                  <c:v>0.013948314861172</c:v>
                </c:pt>
                <c:pt idx="633">
                  <c:v>0.0029502484118999</c:v>
                </c:pt>
                <c:pt idx="634">
                  <c:v>0.036073252735936</c:v>
                </c:pt>
                <c:pt idx="635">
                  <c:v>0.043791447906551</c:v>
                </c:pt>
                <c:pt idx="636">
                  <c:v>0.0075773991970535</c:v>
                </c:pt>
                <c:pt idx="637">
                  <c:v>0.06779136138966</c:v>
                </c:pt>
                <c:pt idx="638">
                  <c:v>0.011292119039108</c:v>
                </c:pt>
                <c:pt idx="639">
                  <c:v>0.053330058650154</c:v>
                </c:pt>
                <c:pt idx="640">
                  <c:v>0.023610659720188</c:v>
                </c:pt>
                <c:pt idx="641">
                  <c:v>0.028405532754409</c:v>
                </c:pt>
                <c:pt idx="642">
                  <c:v>0.020733675589363</c:v>
                </c:pt>
                <c:pt idx="643">
                  <c:v>0.046887248711851</c:v>
                </c:pt>
                <c:pt idx="644">
                  <c:v>0.023247616396464</c:v>
                </c:pt>
                <c:pt idx="645">
                  <c:v>0.027775279202304</c:v>
                </c:pt>
                <c:pt idx="646">
                  <c:v>0.032202411224062</c:v>
                </c:pt>
                <c:pt idx="647">
                  <c:v>0.00075949189459202</c:v>
                </c:pt>
                <c:pt idx="648">
                  <c:v>0.034673421871302</c:v>
                </c:pt>
                <c:pt idx="649">
                  <c:v>0.011323540347575</c:v>
                </c:pt>
                <c:pt idx="650">
                  <c:v>-0.0068037198382215</c:v>
                </c:pt>
                <c:pt idx="651">
                  <c:v>0.023520977374537</c:v>
                </c:pt>
                <c:pt idx="652">
                  <c:v>0.0061386587625384</c:v>
                </c:pt>
                <c:pt idx="653">
                  <c:v>0.013007490697354</c:v>
                </c:pt>
                <c:pt idx="654">
                  <c:v>0.017289428339095</c:v>
                </c:pt>
                <c:pt idx="655">
                  <c:v>0.0058803289000503</c:v>
                </c:pt>
                <c:pt idx="656">
                  <c:v>0.036169333811331</c:v>
                </c:pt>
                <c:pt idx="657">
                  <c:v>0.067606024230024</c:v>
                </c:pt>
                <c:pt idx="658">
                  <c:v>0.054337163358063</c:v>
                </c:pt>
                <c:pt idx="659">
                  <c:v>0.020343992003825</c:v>
                </c:pt>
                <c:pt idx="660">
                  <c:v>0.029096204999422</c:v>
                </c:pt>
                <c:pt idx="661">
                  <c:v>0.049640230601567</c:v>
                </c:pt>
                <c:pt idx="662">
                  <c:v>0.038285149714258</c:v>
                </c:pt>
                <c:pt idx="663">
                  <c:v>0.062514455169935</c:v>
                </c:pt>
                <c:pt idx="664">
                  <c:v>0.048425558762758</c:v>
                </c:pt>
                <c:pt idx="665">
                  <c:v>0.035109937606603</c:v>
                </c:pt>
                <c:pt idx="666">
                  <c:v>0.016747958321659</c:v>
                </c:pt>
                <c:pt idx="667">
                  <c:v>0.0096022435808558</c:v>
                </c:pt>
                <c:pt idx="668">
                  <c:v>0.017476234616367</c:v>
                </c:pt>
                <c:pt idx="669">
                  <c:v>0.040037522182572</c:v>
                </c:pt>
                <c:pt idx="670">
                  <c:v>0.037724636991109</c:v>
                </c:pt>
                <c:pt idx="671">
                  <c:v>0.017510337541039</c:v>
                </c:pt>
                <c:pt idx="672">
                  <c:v>0.031934711905294</c:v>
                </c:pt>
                <c:pt idx="673">
                  <c:v>0.023025526936589</c:v>
                </c:pt>
                <c:pt idx="674">
                  <c:v>0.044617349627923</c:v>
                </c:pt>
                <c:pt idx="675">
                  <c:v>0.031897355932876</c:v>
                </c:pt>
                <c:pt idx="676">
                  <c:v>0.019222282154511</c:v>
                </c:pt>
                <c:pt idx="677">
                  <c:v>0.0012460149939684</c:v>
                </c:pt>
                <c:pt idx="678">
                  <c:v>0.0062116313496399</c:v>
                </c:pt>
                <c:pt idx="679">
                  <c:v>0.026866778874175</c:v>
                </c:pt>
                <c:pt idx="680">
                  <c:v>0.0076276125922814</c:v>
                </c:pt>
                <c:pt idx="681">
                  <c:v>0.056284132404467</c:v>
                </c:pt>
                <c:pt idx="682">
                  <c:v>0.0053196697894973</c:v>
                </c:pt>
                <c:pt idx="683">
                  <c:v>0.0044599175958085</c:v>
                </c:pt>
                <c:pt idx="684">
                  <c:v>0.048360211871733</c:v>
                </c:pt>
                <c:pt idx="685">
                  <c:v>0.019200302731188</c:v>
                </c:pt>
                <c:pt idx="686">
                  <c:v>0.044331847102503</c:v>
                </c:pt>
                <c:pt idx="687">
                  <c:v>0.042668802003715</c:v>
                </c:pt>
                <c:pt idx="688">
                  <c:v>0.036452426755192</c:v>
                </c:pt>
                <c:pt idx="689">
                  <c:v>0.0091406815296293</c:v>
                </c:pt>
                <c:pt idx="690">
                  <c:v>0.05107208124157</c:v>
                </c:pt>
                <c:pt idx="691">
                  <c:v>0.014276893269737</c:v>
                </c:pt>
                <c:pt idx="692">
                  <c:v>0.030872570474659</c:v>
                </c:pt>
                <c:pt idx="693">
                  <c:v>0.060015342617044</c:v>
                </c:pt>
                <c:pt idx="694">
                  <c:v>0.0040041461385565</c:v>
                </c:pt>
                <c:pt idx="695">
                  <c:v>0.025236269258682</c:v>
                </c:pt>
                <c:pt idx="696">
                  <c:v>0.02637936681118</c:v>
                </c:pt>
                <c:pt idx="697">
                  <c:v>0.034185172588824</c:v>
                </c:pt>
                <c:pt idx="698">
                  <c:v>0.032330490285913</c:v>
                </c:pt>
                <c:pt idx="699">
                  <c:v>0.032476626985389</c:v>
                </c:pt>
                <c:pt idx="700">
                  <c:v>0.033327118463872</c:v>
                </c:pt>
                <c:pt idx="701">
                  <c:v>0.071825037038222</c:v>
                </c:pt>
                <c:pt idx="702">
                  <c:v>0.034368053824629</c:v>
                </c:pt>
                <c:pt idx="703">
                  <c:v>0.030340797215859</c:v>
                </c:pt>
                <c:pt idx="704">
                  <c:v>0.032050988159779</c:v>
                </c:pt>
                <c:pt idx="705">
                  <c:v>0.067938436452933</c:v>
                </c:pt>
                <c:pt idx="706">
                  <c:v>0.027113602081345</c:v>
                </c:pt>
                <c:pt idx="707">
                  <c:v>0.023069116982975</c:v>
                </c:pt>
                <c:pt idx="708">
                  <c:v>0.054115472612595</c:v>
                </c:pt>
                <c:pt idx="709">
                  <c:v>0.017585233404834</c:v>
                </c:pt>
                <c:pt idx="710">
                  <c:v>-0.025562734132607</c:v>
                </c:pt>
                <c:pt idx="711">
                  <c:v>0.027325412237518</c:v>
                </c:pt>
                <c:pt idx="712">
                  <c:v>0.038638935711409</c:v>
                </c:pt>
                <c:pt idx="713">
                  <c:v>0.036522212867553</c:v>
                </c:pt>
                <c:pt idx="714">
                  <c:v>0.03349978498962</c:v>
                </c:pt>
                <c:pt idx="715">
                  <c:v>0.020562965344123</c:v>
                </c:pt>
                <c:pt idx="716">
                  <c:v>0.014541970062563</c:v>
                </c:pt>
                <c:pt idx="717">
                  <c:v>0.044659949673692</c:v>
                </c:pt>
                <c:pt idx="718">
                  <c:v>0.011918856421674</c:v>
                </c:pt>
                <c:pt idx="719">
                  <c:v>0.041323149085891</c:v>
                </c:pt>
                <c:pt idx="720">
                  <c:v>0.0070896815587766</c:v>
                </c:pt>
                <c:pt idx="721">
                  <c:v>0.037920877439217</c:v>
                </c:pt>
                <c:pt idx="722">
                  <c:v>0.04425728021715</c:v>
                </c:pt>
                <c:pt idx="723">
                  <c:v>0.083426450359637</c:v>
                </c:pt>
                <c:pt idx="724">
                  <c:v>0.045003892597823</c:v>
                </c:pt>
                <c:pt idx="725">
                  <c:v>0.022431939011149</c:v>
                </c:pt>
                <c:pt idx="726">
                  <c:v>0.044578689570458</c:v>
                </c:pt>
                <c:pt idx="727">
                  <c:v>0.028245417426991</c:v>
                </c:pt>
                <c:pt idx="728">
                  <c:v>0.026772223629529</c:v>
                </c:pt>
                <c:pt idx="729">
                  <c:v>0.050275989088332</c:v>
                </c:pt>
                <c:pt idx="730">
                  <c:v>0.045693399658881</c:v>
                </c:pt>
                <c:pt idx="731">
                  <c:v>0.017461522684322</c:v>
                </c:pt>
                <c:pt idx="732">
                  <c:v>0.010169505102463</c:v>
                </c:pt>
                <c:pt idx="733">
                  <c:v>0.030752335889897</c:v>
                </c:pt>
                <c:pt idx="734">
                  <c:v>0.027373154277622</c:v>
                </c:pt>
                <c:pt idx="735">
                  <c:v>0.025276416611648</c:v>
                </c:pt>
                <c:pt idx="736">
                  <c:v>0.014779348090058</c:v>
                </c:pt>
                <c:pt idx="737">
                  <c:v>0.065820231834754</c:v>
                </c:pt>
                <c:pt idx="738">
                  <c:v>0.029154245075486</c:v>
                </c:pt>
                <c:pt idx="739">
                  <c:v>0.021863840566112</c:v>
                </c:pt>
                <c:pt idx="740">
                  <c:v>0.026924473765662</c:v>
                </c:pt>
                <c:pt idx="741">
                  <c:v>0.02117190501807</c:v>
                </c:pt>
                <c:pt idx="742">
                  <c:v>0.042221554075253</c:v>
                </c:pt>
                <c:pt idx="743">
                  <c:v>0.022071771878482</c:v>
                </c:pt>
                <c:pt idx="744">
                  <c:v>0.010662075354089</c:v>
                </c:pt>
                <c:pt idx="745">
                  <c:v>0.05016720934345</c:v>
                </c:pt>
                <c:pt idx="746">
                  <c:v>0.019843740850167</c:v>
                </c:pt>
                <c:pt idx="747">
                  <c:v>0.023089516059354</c:v>
                </c:pt>
                <c:pt idx="748">
                  <c:v>0.048433670562621</c:v>
                </c:pt>
                <c:pt idx="749">
                  <c:v>0.031921784375614</c:v>
                </c:pt>
                <c:pt idx="750">
                  <c:v>0.051588764465799</c:v>
                </c:pt>
                <c:pt idx="751">
                  <c:v>0.0052590702014915</c:v>
                </c:pt>
                <c:pt idx="752">
                  <c:v>0.037725586719332</c:v>
                </c:pt>
                <c:pt idx="753">
                  <c:v>0.035157328036888</c:v>
                </c:pt>
                <c:pt idx="754">
                  <c:v>0.054050255895231</c:v>
                </c:pt>
                <c:pt idx="755">
                  <c:v>0.053853633645034</c:v>
                </c:pt>
                <c:pt idx="756">
                  <c:v>0.022246185761573</c:v>
                </c:pt>
                <c:pt idx="757">
                  <c:v>0.053810952116606</c:v>
                </c:pt>
                <c:pt idx="758">
                  <c:v>0.032357328601116</c:v>
                </c:pt>
                <c:pt idx="759">
                  <c:v>0.048080415628661</c:v>
                </c:pt>
                <c:pt idx="760">
                  <c:v>0.053231020064742</c:v>
                </c:pt>
                <c:pt idx="761">
                  <c:v>0.037520464536623</c:v>
                </c:pt>
                <c:pt idx="762">
                  <c:v>0.023917423532104</c:v>
                </c:pt>
                <c:pt idx="763">
                  <c:v>0.02136028413027</c:v>
                </c:pt>
                <c:pt idx="764">
                  <c:v>0.018538133260244</c:v>
                </c:pt>
                <c:pt idx="765">
                  <c:v>0.0016732664515527</c:v>
                </c:pt>
                <c:pt idx="766">
                  <c:v>0.042178756010237</c:v>
                </c:pt>
                <c:pt idx="767">
                  <c:v>0.018701897303309</c:v>
                </c:pt>
                <c:pt idx="768">
                  <c:v>0.045785259166153</c:v>
                </c:pt>
                <c:pt idx="769">
                  <c:v>0.039746724953733</c:v>
                </c:pt>
                <c:pt idx="770">
                  <c:v>0.017978426489956</c:v>
                </c:pt>
                <c:pt idx="771">
                  <c:v>0.066771935250518</c:v>
                </c:pt>
                <c:pt idx="772">
                  <c:v>0.013494628101312</c:v>
                </c:pt>
                <c:pt idx="773">
                  <c:v>0.0043281793524599</c:v>
                </c:pt>
                <c:pt idx="774">
                  <c:v>0.039383053605239</c:v>
                </c:pt>
                <c:pt idx="775">
                  <c:v>0.014166086565298</c:v>
                </c:pt>
                <c:pt idx="776">
                  <c:v>0.0308280958756</c:v>
                </c:pt>
                <c:pt idx="777">
                  <c:v>0.037497236779139</c:v>
                </c:pt>
                <c:pt idx="778">
                  <c:v>0.02680810343771</c:v>
                </c:pt>
                <c:pt idx="779">
                  <c:v>0.018419369530855</c:v>
                </c:pt>
                <c:pt idx="780">
                  <c:v>0.054398772792889</c:v>
                </c:pt>
                <c:pt idx="781">
                  <c:v>0.048159883639307</c:v>
                </c:pt>
                <c:pt idx="782">
                  <c:v>0.040033135507746</c:v>
                </c:pt>
                <c:pt idx="783">
                  <c:v>0.06659751000997</c:v>
                </c:pt>
                <c:pt idx="784">
                  <c:v>0.019506723115531</c:v>
                </c:pt>
                <c:pt idx="785">
                  <c:v>0.055245318318269</c:v>
                </c:pt>
                <c:pt idx="786">
                  <c:v>0.018101619870479</c:v>
                </c:pt>
                <c:pt idx="787">
                  <c:v>0.025771313703883</c:v>
                </c:pt>
                <c:pt idx="788">
                  <c:v>0.033677024692819</c:v>
                </c:pt>
                <c:pt idx="789">
                  <c:v>0.033222937227312</c:v>
                </c:pt>
                <c:pt idx="790">
                  <c:v>0.063522803426891</c:v>
                </c:pt>
                <c:pt idx="791">
                  <c:v>0.0045169738883356</c:v>
                </c:pt>
                <c:pt idx="792">
                  <c:v>0.035298024244654</c:v>
                </c:pt>
                <c:pt idx="793">
                  <c:v>0.045716417660922</c:v>
                </c:pt>
                <c:pt idx="794">
                  <c:v>0.018462665624204</c:v>
                </c:pt>
                <c:pt idx="795">
                  <c:v>0.048943271561238</c:v>
                </c:pt>
                <c:pt idx="796">
                  <c:v>0.037400547909237</c:v>
                </c:pt>
                <c:pt idx="797">
                  <c:v>0.050093017511091</c:v>
                </c:pt>
                <c:pt idx="798">
                  <c:v>0.013054768539002</c:v>
                </c:pt>
                <c:pt idx="799">
                  <c:v>0.028139001196763</c:v>
                </c:pt>
                <c:pt idx="800">
                  <c:v>0.019554319686247</c:v>
                </c:pt>
                <c:pt idx="801">
                  <c:v>0.030885396141029</c:v>
                </c:pt>
                <c:pt idx="802">
                  <c:v>0.048730177285798</c:v>
                </c:pt>
                <c:pt idx="803">
                  <c:v>0.0016552573220722</c:v>
                </c:pt>
                <c:pt idx="804">
                  <c:v>0.033314088107238</c:v>
                </c:pt>
                <c:pt idx="805">
                  <c:v>0.02453900148756</c:v>
                </c:pt>
                <c:pt idx="806">
                  <c:v>0.050883544184918</c:v>
                </c:pt>
                <c:pt idx="807">
                  <c:v>0.0093803677509423</c:v>
                </c:pt>
                <c:pt idx="808">
                  <c:v>0.045085640474248</c:v>
                </c:pt>
                <c:pt idx="809">
                  <c:v>0.02406923123682</c:v>
                </c:pt>
                <c:pt idx="810">
                  <c:v>0.023117950294558</c:v>
                </c:pt>
                <c:pt idx="811">
                  <c:v>0.02475574515812</c:v>
                </c:pt>
                <c:pt idx="812">
                  <c:v>0.018292777290855</c:v>
                </c:pt>
                <c:pt idx="813">
                  <c:v>0.024049870182541</c:v>
                </c:pt>
                <c:pt idx="814">
                  <c:v>0.0032006688522639</c:v>
                </c:pt>
                <c:pt idx="815">
                  <c:v>0.017621010887424</c:v>
                </c:pt>
                <c:pt idx="816">
                  <c:v>0.0014757865619333</c:v>
                </c:pt>
                <c:pt idx="817">
                  <c:v>0.092134696663331</c:v>
                </c:pt>
                <c:pt idx="818">
                  <c:v>0.034022205275527</c:v>
                </c:pt>
                <c:pt idx="819">
                  <c:v>0.051181265800527</c:v>
                </c:pt>
                <c:pt idx="820">
                  <c:v>0.036058286573367</c:v>
                </c:pt>
                <c:pt idx="821">
                  <c:v>0.043292849515248</c:v>
                </c:pt>
                <c:pt idx="822">
                  <c:v>0.014995798187495</c:v>
                </c:pt>
                <c:pt idx="823">
                  <c:v>0.027790574431517</c:v>
                </c:pt>
                <c:pt idx="824">
                  <c:v>0.040561783939627</c:v>
                </c:pt>
                <c:pt idx="825">
                  <c:v>0.024634498760575</c:v>
                </c:pt>
                <c:pt idx="826">
                  <c:v>0.010539231857797</c:v>
                </c:pt>
                <c:pt idx="827">
                  <c:v>0.023207983718523</c:v>
                </c:pt>
                <c:pt idx="828">
                  <c:v>0.010464788686732</c:v>
                </c:pt>
                <c:pt idx="829">
                  <c:v>0.042790108448229</c:v>
                </c:pt>
                <c:pt idx="830">
                  <c:v>0.026437126577939</c:v>
                </c:pt>
                <c:pt idx="831">
                  <c:v>0.068891144482152</c:v>
                </c:pt>
                <c:pt idx="832">
                  <c:v>-0.0024453908139346</c:v>
                </c:pt>
                <c:pt idx="833">
                  <c:v>-0.0030780175271612</c:v>
                </c:pt>
                <c:pt idx="834">
                  <c:v>0.050858285350025</c:v>
                </c:pt>
                <c:pt idx="835">
                  <c:v>0.047068287827772</c:v>
                </c:pt>
                <c:pt idx="836">
                  <c:v>0.027155609918301</c:v>
                </c:pt>
                <c:pt idx="837">
                  <c:v>0.063812805879691</c:v>
                </c:pt>
                <c:pt idx="838">
                  <c:v>0.046284757396029</c:v>
                </c:pt>
                <c:pt idx="839">
                  <c:v>0.04887442183537</c:v>
                </c:pt>
                <c:pt idx="840">
                  <c:v>0.052001091563873</c:v>
                </c:pt>
                <c:pt idx="841">
                  <c:v>0.034052098116456</c:v>
                </c:pt>
                <c:pt idx="842">
                  <c:v>0.036263891166081</c:v>
                </c:pt>
                <c:pt idx="843">
                  <c:v>0.051973161879759</c:v>
                </c:pt>
                <c:pt idx="844">
                  <c:v>0.055590024017627</c:v>
                </c:pt>
                <c:pt idx="845">
                  <c:v>0.056174834228794</c:v>
                </c:pt>
                <c:pt idx="846">
                  <c:v>0.04448049501128</c:v>
                </c:pt>
                <c:pt idx="847">
                  <c:v>0.036419656800641</c:v>
                </c:pt>
                <c:pt idx="848">
                  <c:v>0.026563611588598</c:v>
                </c:pt>
                <c:pt idx="849">
                  <c:v>0.032886120900307</c:v>
                </c:pt>
                <c:pt idx="850">
                  <c:v>0.017749845353343</c:v>
                </c:pt>
                <c:pt idx="851">
                  <c:v>0.025049321942734</c:v>
                </c:pt>
                <c:pt idx="852">
                  <c:v>0.0578712068753</c:v>
                </c:pt>
                <c:pt idx="853">
                  <c:v>0.038439124642086</c:v>
                </c:pt>
                <c:pt idx="854">
                  <c:v>0.025017841875297</c:v>
                </c:pt>
                <c:pt idx="855">
                  <c:v>0.050208650567697</c:v>
                </c:pt>
                <c:pt idx="856">
                  <c:v>0.062986682571823</c:v>
                </c:pt>
                <c:pt idx="857">
                  <c:v>0.053915691987231</c:v>
                </c:pt>
                <c:pt idx="858">
                  <c:v>0.0072415028436906</c:v>
                </c:pt>
                <c:pt idx="859">
                  <c:v>0.013450254099492</c:v>
                </c:pt>
                <c:pt idx="860">
                  <c:v>0.044598131179805</c:v>
                </c:pt>
                <c:pt idx="861">
                  <c:v>0.01856164548918</c:v>
                </c:pt>
                <c:pt idx="862">
                  <c:v>0.03435542260962</c:v>
                </c:pt>
                <c:pt idx="863">
                  <c:v>0.028873380124277</c:v>
                </c:pt>
                <c:pt idx="864">
                  <c:v>0.025460859353918</c:v>
                </c:pt>
                <c:pt idx="865">
                  <c:v>0.027775125446663</c:v>
                </c:pt>
                <c:pt idx="866">
                  <c:v>0.019783828383089</c:v>
                </c:pt>
                <c:pt idx="867">
                  <c:v>0.05509649066786</c:v>
                </c:pt>
                <c:pt idx="868">
                  <c:v>0.034308093345242</c:v>
                </c:pt>
                <c:pt idx="869">
                  <c:v>0.048138976298868</c:v>
                </c:pt>
                <c:pt idx="870">
                  <c:v>0.042595074540508</c:v>
                </c:pt>
                <c:pt idx="871">
                  <c:v>0.01226905376682</c:v>
                </c:pt>
                <c:pt idx="872">
                  <c:v>-0.0013236662405934</c:v>
                </c:pt>
                <c:pt idx="873">
                  <c:v>0.041897730083139</c:v>
                </c:pt>
                <c:pt idx="874">
                  <c:v>0.022862695317825</c:v>
                </c:pt>
                <c:pt idx="875">
                  <c:v>0.042199157886544</c:v>
                </c:pt>
                <c:pt idx="876">
                  <c:v>0.020462016819523</c:v>
                </c:pt>
                <c:pt idx="877">
                  <c:v>0.041448151306342</c:v>
                </c:pt>
                <c:pt idx="878">
                  <c:v>0.073155993684146</c:v>
                </c:pt>
                <c:pt idx="879">
                  <c:v>0.016544968308653</c:v>
                </c:pt>
                <c:pt idx="880">
                  <c:v>0.04218470730742</c:v>
                </c:pt>
                <c:pt idx="881">
                  <c:v>0.026377812658674</c:v>
                </c:pt>
                <c:pt idx="882">
                  <c:v>0.023956745657173</c:v>
                </c:pt>
                <c:pt idx="883">
                  <c:v>0.064729003275842</c:v>
                </c:pt>
                <c:pt idx="884">
                  <c:v>0.028535184894418</c:v>
                </c:pt>
                <c:pt idx="885">
                  <c:v>0.074433451068067</c:v>
                </c:pt>
                <c:pt idx="886">
                  <c:v>0.04041496271846</c:v>
                </c:pt>
                <c:pt idx="887">
                  <c:v>0.01005344893018</c:v>
                </c:pt>
                <c:pt idx="888">
                  <c:v>0.025059306800208</c:v>
                </c:pt>
                <c:pt idx="889">
                  <c:v>0.055041294580752</c:v>
                </c:pt>
                <c:pt idx="890">
                  <c:v>0.023750417427247</c:v>
                </c:pt>
                <c:pt idx="891">
                  <c:v>0.055468701274463</c:v>
                </c:pt>
                <c:pt idx="892">
                  <c:v>0.043787934802525</c:v>
                </c:pt>
                <c:pt idx="893">
                  <c:v>0.020890204291906</c:v>
                </c:pt>
                <c:pt idx="894">
                  <c:v>0.017394437959097</c:v>
                </c:pt>
                <c:pt idx="895">
                  <c:v>0.032976676863959</c:v>
                </c:pt>
                <c:pt idx="896">
                  <c:v>0.035210751827569</c:v>
                </c:pt>
                <c:pt idx="897">
                  <c:v>0.055919422468531</c:v>
                </c:pt>
                <c:pt idx="898">
                  <c:v>0.035425316891579</c:v>
                </c:pt>
                <c:pt idx="899">
                  <c:v>0.026435421351651</c:v>
                </c:pt>
                <c:pt idx="900">
                  <c:v>0.062810766917268</c:v>
                </c:pt>
                <c:pt idx="901">
                  <c:v>0.04418716265698</c:v>
                </c:pt>
                <c:pt idx="902">
                  <c:v>0.025143945621518</c:v>
                </c:pt>
                <c:pt idx="903">
                  <c:v>0.037141828208829</c:v>
                </c:pt>
                <c:pt idx="904">
                  <c:v>0.058593415532383</c:v>
                </c:pt>
                <c:pt idx="905">
                  <c:v>0.040335225798793</c:v>
                </c:pt>
                <c:pt idx="906">
                  <c:v>0.047808031677975</c:v>
                </c:pt>
                <c:pt idx="907">
                  <c:v>0.027856169873197</c:v>
                </c:pt>
                <c:pt idx="908">
                  <c:v>0.054639077425728</c:v>
                </c:pt>
                <c:pt idx="909">
                  <c:v>0.033455611939008</c:v>
                </c:pt>
                <c:pt idx="910">
                  <c:v>0.037509513437144</c:v>
                </c:pt>
                <c:pt idx="911">
                  <c:v>0.012491342507087</c:v>
                </c:pt>
                <c:pt idx="912">
                  <c:v>0.037437863947284</c:v>
                </c:pt>
                <c:pt idx="913">
                  <c:v>0.068129981289586</c:v>
                </c:pt>
                <c:pt idx="914">
                  <c:v>0.030759539203636</c:v>
                </c:pt>
                <c:pt idx="915">
                  <c:v>0.048137460589467</c:v>
                </c:pt>
                <c:pt idx="916">
                  <c:v>0.022648980618282</c:v>
                </c:pt>
                <c:pt idx="917">
                  <c:v>0.046118354702759</c:v>
                </c:pt>
                <c:pt idx="918">
                  <c:v>0.030255879525757</c:v>
                </c:pt>
                <c:pt idx="919">
                  <c:v>0.0022541991879582</c:v>
                </c:pt>
                <c:pt idx="920">
                  <c:v>0.00097270314858268</c:v>
                </c:pt>
                <c:pt idx="921">
                  <c:v>0.05990165352887</c:v>
                </c:pt>
                <c:pt idx="922">
                  <c:v>0.059760615243456</c:v>
                </c:pt>
                <c:pt idx="923">
                  <c:v>0.035160926556165</c:v>
                </c:pt>
                <c:pt idx="924">
                  <c:v>0.035167035482678</c:v>
                </c:pt>
                <c:pt idx="925">
                  <c:v>0.026937886981315</c:v>
                </c:pt>
                <c:pt idx="926">
                  <c:v>0.064915709371962</c:v>
                </c:pt>
                <c:pt idx="927">
                  <c:v>0.053004948453605</c:v>
                </c:pt>
                <c:pt idx="928">
                  <c:v>0.045931829064881</c:v>
                </c:pt>
                <c:pt idx="929">
                  <c:v>0.039452026686338</c:v>
                </c:pt>
                <c:pt idx="930">
                  <c:v>0.053739225896506</c:v>
                </c:pt>
                <c:pt idx="931">
                  <c:v>0.056731251918798</c:v>
                </c:pt>
                <c:pt idx="932">
                  <c:v>0.049592821471962</c:v>
                </c:pt>
                <c:pt idx="933">
                  <c:v>0.054873715844845</c:v>
                </c:pt>
                <c:pt idx="934">
                  <c:v>0.04632293322699</c:v>
                </c:pt>
                <c:pt idx="935">
                  <c:v>0.02081060169517</c:v>
                </c:pt>
                <c:pt idx="936">
                  <c:v>0.034944262110829</c:v>
                </c:pt>
                <c:pt idx="937">
                  <c:v>0.062692748199731</c:v>
                </c:pt>
                <c:pt idx="938">
                  <c:v>0.026690203175308</c:v>
                </c:pt>
                <c:pt idx="939">
                  <c:v>0.010115368964923</c:v>
                </c:pt>
                <c:pt idx="940">
                  <c:v>0.027907011335494</c:v>
                </c:pt>
                <c:pt idx="941">
                  <c:v>0.038130251243395</c:v>
                </c:pt>
                <c:pt idx="942">
                  <c:v>0.020301416588521</c:v>
                </c:pt>
                <c:pt idx="943">
                  <c:v>0.027660249366082</c:v>
                </c:pt>
                <c:pt idx="944">
                  <c:v>0.041867318343161</c:v>
                </c:pt>
                <c:pt idx="945">
                  <c:v>0.041261740850406</c:v>
                </c:pt>
                <c:pt idx="946">
                  <c:v>0.040759087760811</c:v>
                </c:pt>
                <c:pt idx="947">
                  <c:v>0.025684200006726</c:v>
                </c:pt>
                <c:pt idx="948">
                  <c:v>0.02790630881103</c:v>
                </c:pt>
                <c:pt idx="949">
                  <c:v>0.0040827534261044</c:v>
                </c:pt>
                <c:pt idx="950">
                  <c:v>0.055181966923221</c:v>
                </c:pt>
                <c:pt idx="951">
                  <c:v>0.06259863233262</c:v>
                </c:pt>
                <c:pt idx="952">
                  <c:v>0.036437646036529</c:v>
                </c:pt>
                <c:pt idx="953">
                  <c:v>0.039964403678661</c:v>
                </c:pt>
                <c:pt idx="954">
                  <c:v>0.050230202757248</c:v>
                </c:pt>
                <c:pt idx="955">
                  <c:v>0.044393748761972</c:v>
                </c:pt>
                <c:pt idx="956">
                  <c:v>0.044332348457115</c:v>
                </c:pt>
                <c:pt idx="957">
                  <c:v>0.029839785291791</c:v>
                </c:pt>
                <c:pt idx="958">
                  <c:v>0.059834082716949</c:v>
                </c:pt>
                <c:pt idx="959">
                  <c:v>0.036319531594062</c:v>
                </c:pt>
                <c:pt idx="960">
                  <c:v>0.044405262725016</c:v>
                </c:pt>
                <c:pt idx="961">
                  <c:v>0.032020412212364</c:v>
                </c:pt>
                <c:pt idx="962">
                  <c:v>0.037605572274859</c:v>
                </c:pt>
                <c:pt idx="963">
                  <c:v>0.047591574804767</c:v>
                </c:pt>
                <c:pt idx="964">
                  <c:v>0.036676272235913</c:v>
                </c:pt>
                <c:pt idx="965">
                  <c:v>0.036196046244032</c:v>
                </c:pt>
                <c:pt idx="966">
                  <c:v>0.064481580389062</c:v>
                </c:pt>
                <c:pt idx="967">
                  <c:v>0.05942532511107</c:v>
                </c:pt>
                <c:pt idx="968">
                  <c:v>0.036154303319226</c:v>
                </c:pt>
                <c:pt idx="969">
                  <c:v>0.051797457024307</c:v>
                </c:pt>
                <c:pt idx="970">
                  <c:v>0.053411262387155</c:v>
                </c:pt>
                <c:pt idx="971">
                  <c:v>0.036737363836909</c:v>
                </c:pt>
                <c:pt idx="972">
                  <c:v>0.043864332245581</c:v>
                </c:pt>
                <c:pt idx="973">
                  <c:v>0.049059476654798</c:v>
                </c:pt>
                <c:pt idx="974">
                  <c:v>0.028460017755801</c:v>
                </c:pt>
                <c:pt idx="975">
                  <c:v>0.05076131828342</c:v>
                </c:pt>
                <c:pt idx="976">
                  <c:v>0.052242486552627</c:v>
                </c:pt>
                <c:pt idx="977">
                  <c:v>-0.013387260165379</c:v>
                </c:pt>
                <c:pt idx="978">
                  <c:v>0.041963091064915</c:v>
                </c:pt>
                <c:pt idx="979">
                  <c:v>0.048920718617415</c:v>
                </c:pt>
                <c:pt idx="980">
                  <c:v>0.052896766421444</c:v>
                </c:pt>
                <c:pt idx="981">
                  <c:v>0.03348533322272</c:v>
                </c:pt>
                <c:pt idx="982">
                  <c:v>4.7387146780028E-06</c:v>
                </c:pt>
                <c:pt idx="983">
                  <c:v>0.042823011373863</c:v>
                </c:pt>
                <c:pt idx="984">
                  <c:v>0.036151694934818</c:v>
                </c:pt>
                <c:pt idx="985">
                  <c:v>0.0419487643706</c:v>
                </c:pt>
                <c:pt idx="986">
                  <c:v>0.047650553436339</c:v>
                </c:pt>
                <c:pt idx="987">
                  <c:v>0.041453535867973</c:v>
                </c:pt>
                <c:pt idx="988">
                  <c:v>0.036592662860266</c:v>
                </c:pt>
                <c:pt idx="989">
                  <c:v>0.038261919045414</c:v>
                </c:pt>
                <c:pt idx="990">
                  <c:v>0.038924342750267</c:v>
                </c:pt>
                <c:pt idx="991">
                  <c:v>0.04776762928978</c:v>
                </c:pt>
                <c:pt idx="992">
                  <c:v>0.029024500014916</c:v>
                </c:pt>
                <c:pt idx="993">
                  <c:v>0.023814272187496</c:v>
                </c:pt>
                <c:pt idx="994">
                  <c:v>0.04104629952175</c:v>
                </c:pt>
                <c:pt idx="995">
                  <c:v>0.071378790808899</c:v>
                </c:pt>
                <c:pt idx="996">
                  <c:v>0.047345197781527</c:v>
                </c:pt>
                <c:pt idx="997">
                  <c:v>0.037033525814743</c:v>
                </c:pt>
                <c:pt idx="998">
                  <c:v>0.033685951047839</c:v>
                </c:pt>
                <c:pt idx="999">
                  <c:v>0.025086390520703</c:v>
                </c:pt>
                <c:pt idx="1000">
                  <c:v>0.051559856905354</c:v>
                </c:pt>
                <c:pt idx="1001">
                  <c:v>0.067527788713201</c:v>
                </c:pt>
                <c:pt idx="1002">
                  <c:v>0.049240264213628</c:v>
                </c:pt>
                <c:pt idx="1003">
                  <c:v>0.024392845611634</c:v>
                </c:pt>
                <c:pt idx="1004">
                  <c:v>0.057207741203722</c:v>
                </c:pt>
                <c:pt idx="1005">
                  <c:v>0.049246730751704</c:v>
                </c:pt>
                <c:pt idx="1006">
                  <c:v>0.032215399921608</c:v>
                </c:pt>
                <c:pt idx="1007">
                  <c:v>0.049507476175915</c:v>
                </c:pt>
                <c:pt idx="1008">
                  <c:v>0.012994528038043</c:v>
                </c:pt>
                <c:pt idx="1009">
                  <c:v>0.044011271978934</c:v>
                </c:pt>
                <c:pt idx="1010">
                  <c:v>0.037606468859098</c:v>
                </c:pt>
                <c:pt idx="1011">
                  <c:v>0.065681394415924</c:v>
                </c:pt>
                <c:pt idx="1012">
                  <c:v>0.017699648215589</c:v>
                </c:pt>
                <c:pt idx="1013">
                  <c:v>0.059496958082337</c:v>
                </c:pt>
                <c:pt idx="1014">
                  <c:v>0.04527595759716</c:v>
                </c:pt>
                <c:pt idx="1015">
                  <c:v>0.03550302851099</c:v>
                </c:pt>
                <c:pt idx="1016">
                  <c:v>0.035722747817156</c:v>
                </c:pt>
                <c:pt idx="1017">
                  <c:v>0.037891137402197</c:v>
                </c:pt>
                <c:pt idx="1018">
                  <c:v>0.01509735823658</c:v>
                </c:pt>
                <c:pt idx="1019">
                  <c:v>0.02410551194393</c:v>
                </c:pt>
                <c:pt idx="1020">
                  <c:v>0.020461709023709</c:v>
                </c:pt>
                <c:pt idx="1021">
                  <c:v>0.046375745404876</c:v>
                </c:pt>
                <c:pt idx="1022">
                  <c:v>0.021697310660972</c:v>
                </c:pt>
                <c:pt idx="1023">
                  <c:v>0.030551022160964</c:v>
                </c:pt>
              </c:numCache>
            </c:numRef>
          </c:yVal>
        </c:ser>
        <c:ser>
          <c:idx val="1"/>
          <c:order val="1"/>
          <c:tx>
            <c:v>True extra absorption a q</c:v>
          </c:tx>
          <c:spPr>
            <a:ln xmlns:a="http://schemas.openxmlformats.org/drawingml/2006/main" w="19050">
              <a:solidFill>
                <a:srgbClr val="126B76"/>
              </a:solidFill>
            </a:ln>
          </c:spPr>
          <c:marker>
            <c:symbol val="none"/>
          </c:marker>
          <c:xVal>
            <c:numRef>
              <c:f>'Chart Data'!$C$2:$C$1025</c:f>
              <c:numCache>
                <c:formatCode>General</c:formatCode>
                <c:ptCount val="1024"/>
                <c:pt idx="0">
                  <c:v>230.0048828125</c:v>
                </c:pt>
                <c:pt idx="1">
                  <c:v>230.0146484375</c:v>
                </c:pt>
                <c:pt idx="2">
                  <c:v>230.0244140625</c:v>
                </c:pt>
                <c:pt idx="3">
                  <c:v>230.0341796875</c:v>
                </c:pt>
                <c:pt idx="4">
                  <c:v>230.0439453125</c:v>
                </c:pt>
                <c:pt idx="5">
                  <c:v>230.0537109375</c:v>
                </c:pt>
                <c:pt idx="6">
                  <c:v>230.0634765625</c:v>
                </c:pt>
                <c:pt idx="7">
                  <c:v>230.0732421875</c:v>
                </c:pt>
                <c:pt idx="8">
                  <c:v>230.0830078125</c:v>
                </c:pt>
                <c:pt idx="9">
                  <c:v>230.0927734375</c:v>
                </c:pt>
                <c:pt idx="10">
                  <c:v>230.1025390625</c:v>
                </c:pt>
                <c:pt idx="11">
                  <c:v>230.1123046875</c:v>
                </c:pt>
                <c:pt idx="12">
                  <c:v>230.1220703125</c:v>
                </c:pt>
                <c:pt idx="13">
                  <c:v>230.1318359375</c:v>
                </c:pt>
                <c:pt idx="14">
                  <c:v>230.1416015625</c:v>
                </c:pt>
                <c:pt idx="15">
                  <c:v>230.1513671875</c:v>
                </c:pt>
                <c:pt idx="16">
                  <c:v>230.1611328125</c:v>
                </c:pt>
                <c:pt idx="17">
                  <c:v>230.1708984375</c:v>
                </c:pt>
                <c:pt idx="18">
                  <c:v>230.1806640625</c:v>
                </c:pt>
                <c:pt idx="19">
                  <c:v>230.1904296875</c:v>
                </c:pt>
                <c:pt idx="20">
                  <c:v>230.2001953125</c:v>
                </c:pt>
                <c:pt idx="21">
                  <c:v>230.2099609375</c:v>
                </c:pt>
                <c:pt idx="22">
                  <c:v>230.2197265625</c:v>
                </c:pt>
                <c:pt idx="23">
                  <c:v>230.2294921875</c:v>
                </c:pt>
                <c:pt idx="24">
                  <c:v>230.2392578125</c:v>
                </c:pt>
                <c:pt idx="25">
                  <c:v>230.2490234375</c:v>
                </c:pt>
                <c:pt idx="26">
                  <c:v>230.2587890625</c:v>
                </c:pt>
                <c:pt idx="27">
                  <c:v>230.2685546875</c:v>
                </c:pt>
                <c:pt idx="28">
                  <c:v>230.2783203125</c:v>
                </c:pt>
                <c:pt idx="29">
                  <c:v>230.2880859375</c:v>
                </c:pt>
                <c:pt idx="30">
                  <c:v>230.2978515625</c:v>
                </c:pt>
                <c:pt idx="31">
                  <c:v>230.3076171875</c:v>
                </c:pt>
                <c:pt idx="32">
                  <c:v>230.3173828125</c:v>
                </c:pt>
                <c:pt idx="33">
                  <c:v>230.3271484375</c:v>
                </c:pt>
                <c:pt idx="34">
                  <c:v>230.3369140625</c:v>
                </c:pt>
                <c:pt idx="35">
                  <c:v>230.3466796875</c:v>
                </c:pt>
                <c:pt idx="36">
                  <c:v>230.3564453125</c:v>
                </c:pt>
                <c:pt idx="37">
                  <c:v>230.3662109375</c:v>
                </c:pt>
                <c:pt idx="38">
                  <c:v>230.3759765625</c:v>
                </c:pt>
                <c:pt idx="39">
                  <c:v>230.3857421875</c:v>
                </c:pt>
                <c:pt idx="40">
                  <c:v>230.3955078125</c:v>
                </c:pt>
                <c:pt idx="41">
                  <c:v>230.4052734375</c:v>
                </c:pt>
                <c:pt idx="42">
                  <c:v>230.4150390625</c:v>
                </c:pt>
                <c:pt idx="43">
                  <c:v>230.4248046875</c:v>
                </c:pt>
                <c:pt idx="44">
                  <c:v>230.4345703125</c:v>
                </c:pt>
                <c:pt idx="45">
                  <c:v>230.4443359375</c:v>
                </c:pt>
                <c:pt idx="46">
                  <c:v>230.4541015625</c:v>
                </c:pt>
                <c:pt idx="47">
                  <c:v>230.4638671875</c:v>
                </c:pt>
                <c:pt idx="48">
                  <c:v>230.4736328125</c:v>
                </c:pt>
                <c:pt idx="49">
                  <c:v>230.4833984375</c:v>
                </c:pt>
                <c:pt idx="50">
                  <c:v>230.4931640625</c:v>
                </c:pt>
                <c:pt idx="51">
                  <c:v>230.5029296875</c:v>
                </c:pt>
                <c:pt idx="52">
                  <c:v>230.5126953125</c:v>
                </c:pt>
                <c:pt idx="53">
                  <c:v>230.5224609375</c:v>
                </c:pt>
                <c:pt idx="54">
                  <c:v>230.5322265625</c:v>
                </c:pt>
                <c:pt idx="55">
                  <c:v>230.5419921875</c:v>
                </c:pt>
                <c:pt idx="56">
                  <c:v>230.5517578125</c:v>
                </c:pt>
                <c:pt idx="57">
                  <c:v>230.5615234375</c:v>
                </c:pt>
                <c:pt idx="58">
                  <c:v>230.5712890625</c:v>
                </c:pt>
                <c:pt idx="59">
                  <c:v>230.5810546875</c:v>
                </c:pt>
                <c:pt idx="60">
                  <c:v>230.5908203125</c:v>
                </c:pt>
                <c:pt idx="61">
                  <c:v>230.6005859375</c:v>
                </c:pt>
                <c:pt idx="62">
                  <c:v>230.6103515625</c:v>
                </c:pt>
                <c:pt idx="63">
                  <c:v>230.6201171875</c:v>
                </c:pt>
                <c:pt idx="64">
                  <c:v>230.6298828125</c:v>
                </c:pt>
                <c:pt idx="65">
                  <c:v>230.6396484375</c:v>
                </c:pt>
                <c:pt idx="66">
                  <c:v>230.6494140625</c:v>
                </c:pt>
                <c:pt idx="67">
                  <c:v>230.6591796875</c:v>
                </c:pt>
                <c:pt idx="68">
                  <c:v>230.6689453125</c:v>
                </c:pt>
                <c:pt idx="69">
                  <c:v>230.6787109375</c:v>
                </c:pt>
                <c:pt idx="70">
                  <c:v>230.6884765625</c:v>
                </c:pt>
                <c:pt idx="71">
                  <c:v>230.6982421875</c:v>
                </c:pt>
                <c:pt idx="72">
                  <c:v>230.7080078125</c:v>
                </c:pt>
                <c:pt idx="73">
                  <c:v>230.7177734375</c:v>
                </c:pt>
                <c:pt idx="74">
                  <c:v>230.7275390625</c:v>
                </c:pt>
                <c:pt idx="75">
                  <c:v>230.7373046875</c:v>
                </c:pt>
                <c:pt idx="76">
                  <c:v>230.7470703125</c:v>
                </c:pt>
                <c:pt idx="77">
                  <c:v>230.7568359375</c:v>
                </c:pt>
                <c:pt idx="78">
                  <c:v>230.7666015625</c:v>
                </c:pt>
                <c:pt idx="79">
                  <c:v>230.7763671875</c:v>
                </c:pt>
                <c:pt idx="80">
                  <c:v>230.7861328125</c:v>
                </c:pt>
                <c:pt idx="81">
                  <c:v>230.7958984375</c:v>
                </c:pt>
                <c:pt idx="82">
                  <c:v>230.8056640625</c:v>
                </c:pt>
                <c:pt idx="83">
                  <c:v>230.8154296875</c:v>
                </c:pt>
                <c:pt idx="84">
                  <c:v>230.8251953125</c:v>
                </c:pt>
                <c:pt idx="85">
                  <c:v>230.8349609375</c:v>
                </c:pt>
                <c:pt idx="86">
                  <c:v>230.8447265625</c:v>
                </c:pt>
                <c:pt idx="87">
                  <c:v>230.8544921875</c:v>
                </c:pt>
                <c:pt idx="88">
                  <c:v>230.8642578125</c:v>
                </c:pt>
                <c:pt idx="89">
                  <c:v>230.8740234375</c:v>
                </c:pt>
                <c:pt idx="90">
                  <c:v>230.8837890625</c:v>
                </c:pt>
                <c:pt idx="91">
                  <c:v>230.8935546875</c:v>
                </c:pt>
                <c:pt idx="92">
                  <c:v>230.9033203125</c:v>
                </c:pt>
                <c:pt idx="93">
                  <c:v>230.9130859375</c:v>
                </c:pt>
                <c:pt idx="94">
                  <c:v>230.9228515625</c:v>
                </c:pt>
                <c:pt idx="95">
                  <c:v>230.9326171875</c:v>
                </c:pt>
                <c:pt idx="96">
                  <c:v>230.9423828125</c:v>
                </c:pt>
                <c:pt idx="97">
                  <c:v>230.9521484375</c:v>
                </c:pt>
                <c:pt idx="98">
                  <c:v>230.9619140625</c:v>
                </c:pt>
                <c:pt idx="99">
                  <c:v>230.9716796875</c:v>
                </c:pt>
                <c:pt idx="100">
                  <c:v>230.9814453125</c:v>
                </c:pt>
                <c:pt idx="101">
                  <c:v>230.9912109375</c:v>
                </c:pt>
                <c:pt idx="102">
                  <c:v>231.0009765625</c:v>
                </c:pt>
                <c:pt idx="103">
                  <c:v>231.0107421875</c:v>
                </c:pt>
                <c:pt idx="104">
                  <c:v>231.0205078125</c:v>
                </c:pt>
                <c:pt idx="105">
                  <c:v>231.0302734375</c:v>
                </c:pt>
                <c:pt idx="106">
                  <c:v>231.0400390625</c:v>
                </c:pt>
                <c:pt idx="107">
                  <c:v>231.0498046875</c:v>
                </c:pt>
                <c:pt idx="108">
                  <c:v>231.0595703125</c:v>
                </c:pt>
                <c:pt idx="109">
                  <c:v>231.0693359375</c:v>
                </c:pt>
                <c:pt idx="110">
                  <c:v>231.0791015625</c:v>
                </c:pt>
                <c:pt idx="111">
                  <c:v>231.0888671875</c:v>
                </c:pt>
                <c:pt idx="112">
                  <c:v>231.0986328125</c:v>
                </c:pt>
                <c:pt idx="113">
                  <c:v>231.1083984375</c:v>
                </c:pt>
                <c:pt idx="114">
                  <c:v>231.1181640625</c:v>
                </c:pt>
                <c:pt idx="115">
                  <c:v>231.1279296875</c:v>
                </c:pt>
                <c:pt idx="116">
                  <c:v>231.1376953125</c:v>
                </c:pt>
                <c:pt idx="117">
                  <c:v>231.1474609375</c:v>
                </c:pt>
                <c:pt idx="118">
                  <c:v>231.1572265625</c:v>
                </c:pt>
                <c:pt idx="119">
                  <c:v>231.1669921875</c:v>
                </c:pt>
                <c:pt idx="120">
                  <c:v>231.1767578125</c:v>
                </c:pt>
                <c:pt idx="121">
                  <c:v>231.1865234375</c:v>
                </c:pt>
                <c:pt idx="122">
                  <c:v>231.1962890625</c:v>
                </c:pt>
                <c:pt idx="123">
                  <c:v>231.2060546875</c:v>
                </c:pt>
                <c:pt idx="124">
                  <c:v>231.2158203125</c:v>
                </c:pt>
                <c:pt idx="125">
                  <c:v>231.2255859375</c:v>
                </c:pt>
                <c:pt idx="126">
                  <c:v>231.2353515625</c:v>
                </c:pt>
                <c:pt idx="127">
                  <c:v>231.2451171875</c:v>
                </c:pt>
                <c:pt idx="128">
                  <c:v>231.2548828125</c:v>
                </c:pt>
                <c:pt idx="129">
                  <c:v>231.2646484375</c:v>
                </c:pt>
                <c:pt idx="130">
                  <c:v>231.2744140625</c:v>
                </c:pt>
                <c:pt idx="131">
                  <c:v>231.2841796875</c:v>
                </c:pt>
                <c:pt idx="132">
                  <c:v>231.2939453125</c:v>
                </c:pt>
                <c:pt idx="133">
                  <c:v>231.3037109375</c:v>
                </c:pt>
                <c:pt idx="134">
                  <c:v>231.3134765625</c:v>
                </c:pt>
                <c:pt idx="135">
                  <c:v>231.3232421875</c:v>
                </c:pt>
                <c:pt idx="136">
                  <c:v>231.3330078125</c:v>
                </c:pt>
                <c:pt idx="137">
                  <c:v>231.3427734375</c:v>
                </c:pt>
                <c:pt idx="138">
                  <c:v>231.3525390625</c:v>
                </c:pt>
                <c:pt idx="139">
                  <c:v>231.3623046875</c:v>
                </c:pt>
                <c:pt idx="140">
                  <c:v>231.3720703125</c:v>
                </c:pt>
                <c:pt idx="141">
                  <c:v>231.3818359375</c:v>
                </c:pt>
                <c:pt idx="142">
                  <c:v>231.3916015625</c:v>
                </c:pt>
                <c:pt idx="143">
                  <c:v>231.4013671875</c:v>
                </c:pt>
                <c:pt idx="144">
                  <c:v>231.4111328125</c:v>
                </c:pt>
                <c:pt idx="145">
                  <c:v>231.4208984375</c:v>
                </c:pt>
                <c:pt idx="146">
                  <c:v>231.4306640625</c:v>
                </c:pt>
                <c:pt idx="147">
                  <c:v>231.4404296875</c:v>
                </c:pt>
                <c:pt idx="148">
                  <c:v>231.4501953125</c:v>
                </c:pt>
                <c:pt idx="149">
                  <c:v>231.4599609375</c:v>
                </c:pt>
                <c:pt idx="150">
                  <c:v>231.4697265625</c:v>
                </c:pt>
                <c:pt idx="151">
                  <c:v>231.4794921875</c:v>
                </c:pt>
                <c:pt idx="152">
                  <c:v>231.4892578125</c:v>
                </c:pt>
                <c:pt idx="153">
                  <c:v>231.4990234375</c:v>
                </c:pt>
                <c:pt idx="154">
                  <c:v>231.5087890625</c:v>
                </c:pt>
                <c:pt idx="155">
                  <c:v>231.5185546875</c:v>
                </c:pt>
                <c:pt idx="156">
                  <c:v>231.5283203125</c:v>
                </c:pt>
                <c:pt idx="157">
                  <c:v>231.5380859375</c:v>
                </c:pt>
                <c:pt idx="158">
                  <c:v>231.5478515625</c:v>
                </c:pt>
                <c:pt idx="159">
                  <c:v>231.5576171875</c:v>
                </c:pt>
                <c:pt idx="160">
                  <c:v>231.5673828125</c:v>
                </c:pt>
                <c:pt idx="161">
                  <c:v>231.5771484375</c:v>
                </c:pt>
                <c:pt idx="162">
                  <c:v>231.5869140625</c:v>
                </c:pt>
                <c:pt idx="163">
                  <c:v>231.5966796875</c:v>
                </c:pt>
                <c:pt idx="164">
                  <c:v>231.6064453125</c:v>
                </c:pt>
                <c:pt idx="165">
                  <c:v>231.6162109375</c:v>
                </c:pt>
                <c:pt idx="166">
                  <c:v>231.6259765625</c:v>
                </c:pt>
                <c:pt idx="167">
                  <c:v>231.6357421875</c:v>
                </c:pt>
                <c:pt idx="168">
                  <c:v>231.6455078125</c:v>
                </c:pt>
                <c:pt idx="169">
                  <c:v>231.6552734375</c:v>
                </c:pt>
                <c:pt idx="170">
                  <c:v>231.6650390625</c:v>
                </c:pt>
                <c:pt idx="171">
                  <c:v>231.6748046875</c:v>
                </c:pt>
                <c:pt idx="172">
                  <c:v>231.6845703125</c:v>
                </c:pt>
                <c:pt idx="173">
                  <c:v>231.6943359375</c:v>
                </c:pt>
                <c:pt idx="174">
                  <c:v>231.7041015625</c:v>
                </c:pt>
                <c:pt idx="175">
                  <c:v>231.7138671875</c:v>
                </c:pt>
                <c:pt idx="176">
                  <c:v>231.7236328125</c:v>
                </c:pt>
                <c:pt idx="177">
                  <c:v>231.7333984375</c:v>
                </c:pt>
                <c:pt idx="178">
                  <c:v>231.7431640625</c:v>
                </c:pt>
                <c:pt idx="179">
                  <c:v>231.7529296875</c:v>
                </c:pt>
                <c:pt idx="180">
                  <c:v>231.7626953125</c:v>
                </c:pt>
                <c:pt idx="181">
                  <c:v>231.7724609375</c:v>
                </c:pt>
                <c:pt idx="182">
                  <c:v>231.7822265625</c:v>
                </c:pt>
                <c:pt idx="183">
                  <c:v>231.7919921875</c:v>
                </c:pt>
                <c:pt idx="184">
                  <c:v>231.8017578125</c:v>
                </c:pt>
                <c:pt idx="185">
                  <c:v>231.8115234375</c:v>
                </c:pt>
                <c:pt idx="186">
                  <c:v>231.8212890625</c:v>
                </c:pt>
                <c:pt idx="187">
                  <c:v>231.8310546875</c:v>
                </c:pt>
                <c:pt idx="188">
                  <c:v>231.8408203125</c:v>
                </c:pt>
                <c:pt idx="189">
                  <c:v>231.8505859375</c:v>
                </c:pt>
                <c:pt idx="190">
                  <c:v>231.8603515625</c:v>
                </c:pt>
                <c:pt idx="191">
                  <c:v>231.8701171875</c:v>
                </c:pt>
                <c:pt idx="192">
                  <c:v>231.8798828125</c:v>
                </c:pt>
                <c:pt idx="193">
                  <c:v>231.8896484375</c:v>
                </c:pt>
                <c:pt idx="194">
                  <c:v>231.8994140625</c:v>
                </c:pt>
                <c:pt idx="195">
                  <c:v>231.9091796875</c:v>
                </c:pt>
                <c:pt idx="196">
                  <c:v>231.9189453125</c:v>
                </c:pt>
                <c:pt idx="197">
                  <c:v>231.9287109375</c:v>
                </c:pt>
                <c:pt idx="198">
                  <c:v>231.9384765625</c:v>
                </c:pt>
                <c:pt idx="199">
                  <c:v>231.9482421875</c:v>
                </c:pt>
                <c:pt idx="200">
                  <c:v>231.9580078125</c:v>
                </c:pt>
                <c:pt idx="201">
                  <c:v>231.9677734375</c:v>
                </c:pt>
                <c:pt idx="202">
                  <c:v>231.9775390625</c:v>
                </c:pt>
                <c:pt idx="203">
                  <c:v>231.9873046875</c:v>
                </c:pt>
                <c:pt idx="204">
                  <c:v>231.9970703125</c:v>
                </c:pt>
                <c:pt idx="205">
                  <c:v>232.0068359375</c:v>
                </c:pt>
                <c:pt idx="206">
                  <c:v>232.0166015625</c:v>
                </c:pt>
                <c:pt idx="207">
                  <c:v>232.0263671875</c:v>
                </c:pt>
                <c:pt idx="208">
                  <c:v>232.0361328125</c:v>
                </c:pt>
                <c:pt idx="209">
                  <c:v>232.0458984375</c:v>
                </c:pt>
                <c:pt idx="210">
                  <c:v>232.0556640625</c:v>
                </c:pt>
                <c:pt idx="211">
                  <c:v>232.0654296875</c:v>
                </c:pt>
                <c:pt idx="212">
                  <c:v>232.0751953125</c:v>
                </c:pt>
                <c:pt idx="213">
                  <c:v>232.0849609375</c:v>
                </c:pt>
                <c:pt idx="214">
                  <c:v>232.0947265625</c:v>
                </c:pt>
                <c:pt idx="215">
                  <c:v>232.1044921875</c:v>
                </c:pt>
                <c:pt idx="216">
                  <c:v>232.1142578125</c:v>
                </c:pt>
                <c:pt idx="217">
                  <c:v>232.1240234375</c:v>
                </c:pt>
                <c:pt idx="218">
                  <c:v>232.1337890625</c:v>
                </c:pt>
                <c:pt idx="219">
                  <c:v>232.1435546875</c:v>
                </c:pt>
                <c:pt idx="220">
                  <c:v>232.1533203125</c:v>
                </c:pt>
                <c:pt idx="221">
                  <c:v>232.1630859375</c:v>
                </c:pt>
                <c:pt idx="222">
                  <c:v>232.1728515625</c:v>
                </c:pt>
                <c:pt idx="223">
                  <c:v>232.1826171875</c:v>
                </c:pt>
                <c:pt idx="224">
                  <c:v>232.1923828125</c:v>
                </c:pt>
                <c:pt idx="225">
                  <c:v>232.2021484375</c:v>
                </c:pt>
                <c:pt idx="226">
                  <c:v>232.2119140625</c:v>
                </c:pt>
                <c:pt idx="227">
                  <c:v>232.2216796875</c:v>
                </c:pt>
                <c:pt idx="228">
                  <c:v>232.2314453125</c:v>
                </c:pt>
                <c:pt idx="229">
                  <c:v>232.2412109375</c:v>
                </c:pt>
                <c:pt idx="230">
                  <c:v>232.2509765625</c:v>
                </c:pt>
                <c:pt idx="231">
                  <c:v>232.2607421875</c:v>
                </c:pt>
                <c:pt idx="232">
                  <c:v>232.2705078125</c:v>
                </c:pt>
                <c:pt idx="233">
                  <c:v>232.2802734375</c:v>
                </c:pt>
                <c:pt idx="234">
                  <c:v>232.2900390625</c:v>
                </c:pt>
                <c:pt idx="235">
                  <c:v>232.2998046875</c:v>
                </c:pt>
                <c:pt idx="236">
                  <c:v>232.3095703125</c:v>
                </c:pt>
                <c:pt idx="237">
                  <c:v>232.3193359375</c:v>
                </c:pt>
                <c:pt idx="238">
                  <c:v>232.3291015625</c:v>
                </c:pt>
                <c:pt idx="239">
                  <c:v>232.3388671875</c:v>
                </c:pt>
                <c:pt idx="240">
                  <c:v>232.3486328125</c:v>
                </c:pt>
                <c:pt idx="241">
                  <c:v>232.3583984375</c:v>
                </c:pt>
                <c:pt idx="242">
                  <c:v>232.3681640625</c:v>
                </c:pt>
                <c:pt idx="243">
                  <c:v>232.3779296875</c:v>
                </c:pt>
                <c:pt idx="244">
                  <c:v>232.3876953125</c:v>
                </c:pt>
                <c:pt idx="245">
                  <c:v>232.3974609375</c:v>
                </c:pt>
                <c:pt idx="246">
                  <c:v>232.4072265625</c:v>
                </c:pt>
                <c:pt idx="247">
                  <c:v>232.4169921875</c:v>
                </c:pt>
                <c:pt idx="248">
                  <c:v>232.4267578125</c:v>
                </c:pt>
                <c:pt idx="249">
                  <c:v>232.4365234375</c:v>
                </c:pt>
                <c:pt idx="250">
                  <c:v>232.4462890625</c:v>
                </c:pt>
                <c:pt idx="251">
                  <c:v>232.4560546875</c:v>
                </c:pt>
                <c:pt idx="252">
                  <c:v>232.4658203125</c:v>
                </c:pt>
                <c:pt idx="253">
                  <c:v>232.4755859375</c:v>
                </c:pt>
                <c:pt idx="254">
                  <c:v>232.4853515625</c:v>
                </c:pt>
                <c:pt idx="255">
                  <c:v>232.4951171875</c:v>
                </c:pt>
                <c:pt idx="256">
                  <c:v>232.5048828125</c:v>
                </c:pt>
                <c:pt idx="257">
                  <c:v>232.5146484375</c:v>
                </c:pt>
                <c:pt idx="258">
                  <c:v>232.5244140625</c:v>
                </c:pt>
                <c:pt idx="259">
                  <c:v>232.5341796875</c:v>
                </c:pt>
                <c:pt idx="260">
                  <c:v>232.5439453125</c:v>
                </c:pt>
                <c:pt idx="261">
                  <c:v>232.5537109375</c:v>
                </c:pt>
                <c:pt idx="262">
                  <c:v>232.5634765625</c:v>
                </c:pt>
                <c:pt idx="263">
                  <c:v>232.5732421875</c:v>
                </c:pt>
                <c:pt idx="264">
                  <c:v>232.5830078125</c:v>
                </c:pt>
                <c:pt idx="265">
                  <c:v>232.5927734375</c:v>
                </c:pt>
                <c:pt idx="266">
                  <c:v>232.6025390625</c:v>
                </c:pt>
                <c:pt idx="267">
                  <c:v>232.6123046875</c:v>
                </c:pt>
                <c:pt idx="268">
                  <c:v>232.6220703125</c:v>
                </c:pt>
                <c:pt idx="269">
                  <c:v>232.6318359375</c:v>
                </c:pt>
                <c:pt idx="270">
                  <c:v>232.6416015625</c:v>
                </c:pt>
                <c:pt idx="271">
                  <c:v>232.6513671875</c:v>
                </c:pt>
                <c:pt idx="272">
                  <c:v>232.6611328125</c:v>
                </c:pt>
                <c:pt idx="273">
                  <c:v>232.6708984375</c:v>
                </c:pt>
                <c:pt idx="274">
                  <c:v>232.6806640625</c:v>
                </c:pt>
                <c:pt idx="275">
                  <c:v>232.6904296875</c:v>
                </c:pt>
                <c:pt idx="276">
                  <c:v>232.7001953125</c:v>
                </c:pt>
                <c:pt idx="277">
                  <c:v>232.7099609375</c:v>
                </c:pt>
                <c:pt idx="278">
                  <c:v>232.7197265625</c:v>
                </c:pt>
                <c:pt idx="279">
                  <c:v>232.7294921875</c:v>
                </c:pt>
                <c:pt idx="280">
                  <c:v>232.7392578125</c:v>
                </c:pt>
                <c:pt idx="281">
                  <c:v>232.7490234375</c:v>
                </c:pt>
                <c:pt idx="282">
                  <c:v>232.7587890625</c:v>
                </c:pt>
                <c:pt idx="283">
                  <c:v>232.7685546875</c:v>
                </c:pt>
                <c:pt idx="284">
                  <c:v>232.7783203125</c:v>
                </c:pt>
                <c:pt idx="285">
                  <c:v>232.7880859375</c:v>
                </c:pt>
                <c:pt idx="286">
                  <c:v>232.7978515625</c:v>
                </c:pt>
                <c:pt idx="287">
                  <c:v>232.8076171875</c:v>
                </c:pt>
                <c:pt idx="288">
                  <c:v>232.8173828125</c:v>
                </c:pt>
                <c:pt idx="289">
                  <c:v>232.8271484375</c:v>
                </c:pt>
                <c:pt idx="290">
                  <c:v>232.8369140625</c:v>
                </c:pt>
                <c:pt idx="291">
                  <c:v>232.8466796875</c:v>
                </c:pt>
                <c:pt idx="292">
                  <c:v>232.8564453125</c:v>
                </c:pt>
                <c:pt idx="293">
                  <c:v>232.8662109375</c:v>
                </c:pt>
                <c:pt idx="294">
                  <c:v>232.8759765625</c:v>
                </c:pt>
                <c:pt idx="295">
                  <c:v>232.8857421875</c:v>
                </c:pt>
                <c:pt idx="296">
                  <c:v>232.8955078125</c:v>
                </c:pt>
                <c:pt idx="297">
                  <c:v>232.9052734375</c:v>
                </c:pt>
                <c:pt idx="298">
                  <c:v>232.9150390625</c:v>
                </c:pt>
                <c:pt idx="299">
                  <c:v>232.9248046875</c:v>
                </c:pt>
                <c:pt idx="300">
                  <c:v>232.9345703125</c:v>
                </c:pt>
                <c:pt idx="301">
                  <c:v>232.9443359375</c:v>
                </c:pt>
                <c:pt idx="302">
                  <c:v>232.9541015625</c:v>
                </c:pt>
                <c:pt idx="303">
                  <c:v>232.9638671875</c:v>
                </c:pt>
                <c:pt idx="304">
                  <c:v>232.9736328125</c:v>
                </c:pt>
                <c:pt idx="305">
                  <c:v>232.9833984375</c:v>
                </c:pt>
                <c:pt idx="306">
                  <c:v>232.9931640625</c:v>
                </c:pt>
                <c:pt idx="307">
                  <c:v>233.0029296875</c:v>
                </c:pt>
                <c:pt idx="308">
                  <c:v>233.0126953125</c:v>
                </c:pt>
                <c:pt idx="309">
                  <c:v>233.0224609375</c:v>
                </c:pt>
                <c:pt idx="310">
                  <c:v>233.0322265625</c:v>
                </c:pt>
                <c:pt idx="311">
                  <c:v>233.0419921875</c:v>
                </c:pt>
                <c:pt idx="312">
                  <c:v>233.0517578125</c:v>
                </c:pt>
                <c:pt idx="313">
                  <c:v>233.0615234375</c:v>
                </c:pt>
                <c:pt idx="314">
                  <c:v>233.0712890625</c:v>
                </c:pt>
                <c:pt idx="315">
                  <c:v>233.0810546875</c:v>
                </c:pt>
                <c:pt idx="316">
                  <c:v>233.0908203125</c:v>
                </c:pt>
                <c:pt idx="317">
                  <c:v>233.1005859375</c:v>
                </c:pt>
                <c:pt idx="318">
                  <c:v>233.1103515625</c:v>
                </c:pt>
                <c:pt idx="319">
                  <c:v>233.1201171875</c:v>
                </c:pt>
                <c:pt idx="320">
                  <c:v>233.1298828125</c:v>
                </c:pt>
                <c:pt idx="321">
                  <c:v>233.1396484375</c:v>
                </c:pt>
                <c:pt idx="322">
                  <c:v>233.1494140625</c:v>
                </c:pt>
                <c:pt idx="323">
                  <c:v>233.1591796875</c:v>
                </c:pt>
                <c:pt idx="324">
                  <c:v>233.1689453125</c:v>
                </c:pt>
                <c:pt idx="325">
                  <c:v>233.1787109375</c:v>
                </c:pt>
                <c:pt idx="326">
                  <c:v>233.1884765625</c:v>
                </c:pt>
                <c:pt idx="327">
                  <c:v>233.1982421875</c:v>
                </c:pt>
                <c:pt idx="328">
                  <c:v>233.2080078125</c:v>
                </c:pt>
                <c:pt idx="329">
                  <c:v>233.2177734375</c:v>
                </c:pt>
                <c:pt idx="330">
                  <c:v>233.2275390625</c:v>
                </c:pt>
                <c:pt idx="331">
                  <c:v>233.2373046875</c:v>
                </c:pt>
                <c:pt idx="332">
                  <c:v>233.2470703125</c:v>
                </c:pt>
                <c:pt idx="333">
                  <c:v>233.2568359375</c:v>
                </c:pt>
                <c:pt idx="334">
                  <c:v>233.2666015625</c:v>
                </c:pt>
                <c:pt idx="335">
                  <c:v>233.2763671875</c:v>
                </c:pt>
                <c:pt idx="336">
                  <c:v>233.2861328125</c:v>
                </c:pt>
                <c:pt idx="337">
                  <c:v>233.2958984375</c:v>
                </c:pt>
                <c:pt idx="338">
                  <c:v>233.3056640625</c:v>
                </c:pt>
                <c:pt idx="339">
                  <c:v>233.3154296875</c:v>
                </c:pt>
                <c:pt idx="340">
                  <c:v>233.3251953125</c:v>
                </c:pt>
                <c:pt idx="341">
                  <c:v>233.3349609375</c:v>
                </c:pt>
                <c:pt idx="342">
                  <c:v>233.3447265625</c:v>
                </c:pt>
                <c:pt idx="343">
                  <c:v>233.3544921875</c:v>
                </c:pt>
                <c:pt idx="344">
                  <c:v>233.3642578125</c:v>
                </c:pt>
                <c:pt idx="345">
                  <c:v>233.3740234375</c:v>
                </c:pt>
                <c:pt idx="346">
                  <c:v>233.3837890625</c:v>
                </c:pt>
                <c:pt idx="347">
                  <c:v>233.3935546875</c:v>
                </c:pt>
                <c:pt idx="348">
                  <c:v>233.4033203125</c:v>
                </c:pt>
                <c:pt idx="349">
                  <c:v>233.4130859375</c:v>
                </c:pt>
                <c:pt idx="350">
                  <c:v>233.4228515625</c:v>
                </c:pt>
                <c:pt idx="351">
                  <c:v>233.4326171875</c:v>
                </c:pt>
                <c:pt idx="352">
                  <c:v>233.4423828125</c:v>
                </c:pt>
                <c:pt idx="353">
                  <c:v>233.4521484375</c:v>
                </c:pt>
                <c:pt idx="354">
                  <c:v>233.4619140625</c:v>
                </c:pt>
                <c:pt idx="355">
                  <c:v>233.4716796875</c:v>
                </c:pt>
                <c:pt idx="356">
                  <c:v>233.4814453125</c:v>
                </c:pt>
                <c:pt idx="357">
                  <c:v>233.4912109375</c:v>
                </c:pt>
                <c:pt idx="358">
                  <c:v>233.5009765625</c:v>
                </c:pt>
                <c:pt idx="359">
                  <c:v>233.5107421875</c:v>
                </c:pt>
                <c:pt idx="360">
                  <c:v>233.5205078125</c:v>
                </c:pt>
                <c:pt idx="361">
                  <c:v>233.5302734375</c:v>
                </c:pt>
                <c:pt idx="362">
                  <c:v>233.5400390625</c:v>
                </c:pt>
                <c:pt idx="363">
                  <c:v>233.5498046875</c:v>
                </c:pt>
                <c:pt idx="364">
                  <c:v>233.5595703125</c:v>
                </c:pt>
                <c:pt idx="365">
                  <c:v>233.5693359375</c:v>
                </c:pt>
                <c:pt idx="366">
                  <c:v>233.5791015625</c:v>
                </c:pt>
                <c:pt idx="367">
                  <c:v>233.5888671875</c:v>
                </c:pt>
                <c:pt idx="368">
                  <c:v>233.5986328125</c:v>
                </c:pt>
                <c:pt idx="369">
                  <c:v>233.6083984375</c:v>
                </c:pt>
                <c:pt idx="370">
                  <c:v>233.6181640625</c:v>
                </c:pt>
                <c:pt idx="371">
                  <c:v>233.6279296875</c:v>
                </c:pt>
                <c:pt idx="372">
                  <c:v>233.6376953125</c:v>
                </c:pt>
                <c:pt idx="373">
                  <c:v>233.6474609375</c:v>
                </c:pt>
                <c:pt idx="374">
                  <c:v>233.6572265625</c:v>
                </c:pt>
                <c:pt idx="375">
                  <c:v>233.6669921875</c:v>
                </c:pt>
                <c:pt idx="376">
                  <c:v>233.6767578125</c:v>
                </c:pt>
                <c:pt idx="377">
                  <c:v>233.6865234375</c:v>
                </c:pt>
                <c:pt idx="378">
                  <c:v>233.6962890625</c:v>
                </c:pt>
                <c:pt idx="379">
                  <c:v>233.7060546875</c:v>
                </c:pt>
                <c:pt idx="380">
                  <c:v>233.7158203125</c:v>
                </c:pt>
                <c:pt idx="381">
                  <c:v>233.7255859375</c:v>
                </c:pt>
                <c:pt idx="382">
                  <c:v>233.7353515625</c:v>
                </c:pt>
                <c:pt idx="383">
                  <c:v>233.7451171875</c:v>
                </c:pt>
                <c:pt idx="384">
                  <c:v>233.7548828125</c:v>
                </c:pt>
                <c:pt idx="385">
                  <c:v>233.7646484375</c:v>
                </c:pt>
                <c:pt idx="386">
                  <c:v>233.7744140625</c:v>
                </c:pt>
                <c:pt idx="387">
                  <c:v>233.7841796875</c:v>
                </c:pt>
                <c:pt idx="388">
                  <c:v>233.7939453125</c:v>
                </c:pt>
                <c:pt idx="389">
                  <c:v>233.8037109375</c:v>
                </c:pt>
                <c:pt idx="390">
                  <c:v>233.8134765625</c:v>
                </c:pt>
                <c:pt idx="391">
                  <c:v>233.8232421875</c:v>
                </c:pt>
                <c:pt idx="392">
                  <c:v>233.8330078125</c:v>
                </c:pt>
                <c:pt idx="393">
                  <c:v>233.8427734375</c:v>
                </c:pt>
                <c:pt idx="394">
                  <c:v>233.8525390625</c:v>
                </c:pt>
                <c:pt idx="395">
                  <c:v>233.8623046875</c:v>
                </c:pt>
                <c:pt idx="396">
                  <c:v>233.8720703125</c:v>
                </c:pt>
                <c:pt idx="397">
                  <c:v>233.8818359375</c:v>
                </c:pt>
                <c:pt idx="398">
                  <c:v>233.8916015625</c:v>
                </c:pt>
                <c:pt idx="399">
                  <c:v>233.9013671875</c:v>
                </c:pt>
                <c:pt idx="400">
                  <c:v>233.9111328125</c:v>
                </c:pt>
                <c:pt idx="401">
                  <c:v>233.9208984375</c:v>
                </c:pt>
                <c:pt idx="402">
                  <c:v>233.9306640625</c:v>
                </c:pt>
                <c:pt idx="403">
                  <c:v>233.9404296875</c:v>
                </c:pt>
                <c:pt idx="404">
                  <c:v>233.9501953125</c:v>
                </c:pt>
                <c:pt idx="405">
                  <c:v>233.9599609375</c:v>
                </c:pt>
                <c:pt idx="406">
                  <c:v>233.9697265625</c:v>
                </c:pt>
                <c:pt idx="407">
                  <c:v>233.9794921875</c:v>
                </c:pt>
                <c:pt idx="408">
                  <c:v>233.9892578125</c:v>
                </c:pt>
                <c:pt idx="409">
                  <c:v>233.9990234375</c:v>
                </c:pt>
                <c:pt idx="410">
                  <c:v>234.0087890625</c:v>
                </c:pt>
                <c:pt idx="411">
                  <c:v>234.0185546875</c:v>
                </c:pt>
                <c:pt idx="412">
                  <c:v>234.0283203125</c:v>
                </c:pt>
                <c:pt idx="413">
                  <c:v>234.0380859375</c:v>
                </c:pt>
                <c:pt idx="414">
                  <c:v>234.0478515625</c:v>
                </c:pt>
                <c:pt idx="415">
                  <c:v>234.0576171875</c:v>
                </c:pt>
                <c:pt idx="416">
                  <c:v>234.0673828125</c:v>
                </c:pt>
                <c:pt idx="417">
                  <c:v>234.0771484375</c:v>
                </c:pt>
                <c:pt idx="418">
                  <c:v>234.0869140625</c:v>
                </c:pt>
                <c:pt idx="419">
                  <c:v>234.0966796875</c:v>
                </c:pt>
                <c:pt idx="420">
                  <c:v>234.1064453125</c:v>
                </c:pt>
                <c:pt idx="421">
                  <c:v>234.1162109375</c:v>
                </c:pt>
                <c:pt idx="422">
                  <c:v>234.1259765625</c:v>
                </c:pt>
                <c:pt idx="423">
                  <c:v>234.1357421875</c:v>
                </c:pt>
                <c:pt idx="424">
                  <c:v>234.1455078125</c:v>
                </c:pt>
                <c:pt idx="425">
                  <c:v>234.1552734375</c:v>
                </c:pt>
                <c:pt idx="426">
                  <c:v>234.1650390625</c:v>
                </c:pt>
                <c:pt idx="427">
                  <c:v>234.1748046875</c:v>
                </c:pt>
                <c:pt idx="428">
                  <c:v>234.1845703125</c:v>
                </c:pt>
                <c:pt idx="429">
                  <c:v>234.1943359375</c:v>
                </c:pt>
                <c:pt idx="430">
                  <c:v>234.2041015625</c:v>
                </c:pt>
                <c:pt idx="431">
                  <c:v>234.2138671875</c:v>
                </c:pt>
                <c:pt idx="432">
                  <c:v>234.2236328125</c:v>
                </c:pt>
                <c:pt idx="433">
                  <c:v>234.2333984375</c:v>
                </c:pt>
                <c:pt idx="434">
                  <c:v>234.2431640625</c:v>
                </c:pt>
                <c:pt idx="435">
                  <c:v>234.2529296875</c:v>
                </c:pt>
                <c:pt idx="436">
                  <c:v>234.2626953125</c:v>
                </c:pt>
                <c:pt idx="437">
                  <c:v>234.2724609375</c:v>
                </c:pt>
                <c:pt idx="438">
                  <c:v>234.2822265625</c:v>
                </c:pt>
                <c:pt idx="439">
                  <c:v>234.2919921875</c:v>
                </c:pt>
                <c:pt idx="440">
                  <c:v>234.3017578125</c:v>
                </c:pt>
                <c:pt idx="441">
                  <c:v>234.3115234375</c:v>
                </c:pt>
                <c:pt idx="442">
                  <c:v>234.3212890625</c:v>
                </c:pt>
                <c:pt idx="443">
                  <c:v>234.3310546875</c:v>
                </c:pt>
                <c:pt idx="444">
                  <c:v>234.3408203125</c:v>
                </c:pt>
                <c:pt idx="445">
                  <c:v>234.3505859375</c:v>
                </c:pt>
                <c:pt idx="446">
                  <c:v>234.3603515625</c:v>
                </c:pt>
                <c:pt idx="447">
                  <c:v>234.3701171875</c:v>
                </c:pt>
                <c:pt idx="448">
                  <c:v>234.3798828125</c:v>
                </c:pt>
                <c:pt idx="449">
                  <c:v>234.3896484375</c:v>
                </c:pt>
                <c:pt idx="450">
                  <c:v>234.3994140625</c:v>
                </c:pt>
                <c:pt idx="451">
                  <c:v>234.4091796875</c:v>
                </c:pt>
                <c:pt idx="452">
                  <c:v>234.4189453125</c:v>
                </c:pt>
                <c:pt idx="453">
                  <c:v>234.4287109375</c:v>
                </c:pt>
                <c:pt idx="454">
                  <c:v>234.4384765625</c:v>
                </c:pt>
                <c:pt idx="455">
                  <c:v>234.4482421875</c:v>
                </c:pt>
                <c:pt idx="456">
                  <c:v>234.4580078125</c:v>
                </c:pt>
                <c:pt idx="457">
                  <c:v>234.4677734375</c:v>
                </c:pt>
                <c:pt idx="458">
                  <c:v>234.4775390625</c:v>
                </c:pt>
                <c:pt idx="459">
                  <c:v>234.4873046875</c:v>
                </c:pt>
                <c:pt idx="460">
                  <c:v>234.4970703125</c:v>
                </c:pt>
                <c:pt idx="461">
                  <c:v>234.5068359375</c:v>
                </c:pt>
                <c:pt idx="462">
                  <c:v>234.5166015625</c:v>
                </c:pt>
                <c:pt idx="463">
                  <c:v>234.5263671875</c:v>
                </c:pt>
                <c:pt idx="464">
                  <c:v>234.5361328125</c:v>
                </c:pt>
                <c:pt idx="465">
                  <c:v>234.5458984375</c:v>
                </c:pt>
                <c:pt idx="466">
                  <c:v>234.5556640625</c:v>
                </c:pt>
                <c:pt idx="467">
                  <c:v>234.5654296875</c:v>
                </c:pt>
                <c:pt idx="468">
                  <c:v>234.5751953125</c:v>
                </c:pt>
                <c:pt idx="469">
                  <c:v>234.5849609375</c:v>
                </c:pt>
                <c:pt idx="470">
                  <c:v>234.5947265625</c:v>
                </c:pt>
                <c:pt idx="471">
                  <c:v>234.6044921875</c:v>
                </c:pt>
                <c:pt idx="472">
                  <c:v>234.6142578125</c:v>
                </c:pt>
                <c:pt idx="473">
                  <c:v>234.6240234375</c:v>
                </c:pt>
                <c:pt idx="474">
                  <c:v>234.6337890625</c:v>
                </c:pt>
                <c:pt idx="475">
                  <c:v>234.6435546875</c:v>
                </c:pt>
                <c:pt idx="476">
                  <c:v>234.6533203125</c:v>
                </c:pt>
                <c:pt idx="477">
                  <c:v>234.6630859375</c:v>
                </c:pt>
                <c:pt idx="478">
                  <c:v>234.6728515625</c:v>
                </c:pt>
                <c:pt idx="479">
                  <c:v>234.6826171875</c:v>
                </c:pt>
                <c:pt idx="480">
                  <c:v>234.6923828125</c:v>
                </c:pt>
                <c:pt idx="481">
                  <c:v>234.7021484375</c:v>
                </c:pt>
                <c:pt idx="482">
                  <c:v>234.7119140625</c:v>
                </c:pt>
                <c:pt idx="483">
                  <c:v>234.7216796875</c:v>
                </c:pt>
                <c:pt idx="484">
                  <c:v>234.7314453125</c:v>
                </c:pt>
                <c:pt idx="485">
                  <c:v>234.7412109375</c:v>
                </c:pt>
                <c:pt idx="486">
                  <c:v>234.7509765625</c:v>
                </c:pt>
                <c:pt idx="487">
                  <c:v>234.7607421875</c:v>
                </c:pt>
                <c:pt idx="488">
                  <c:v>234.7705078125</c:v>
                </c:pt>
                <c:pt idx="489">
                  <c:v>234.7802734375</c:v>
                </c:pt>
                <c:pt idx="490">
                  <c:v>234.7900390625</c:v>
                </c:pt>
                <c:pt idx="491">
                  <c:v>234.7998046875</c:v>
                </c:pt>
                <c:pt idx="492">
                  <c:v>234.8095703125</c:v>
                </c:pt>
                <c:pt idx="493">
                  <c:v>234.8193359375</c:v>
                </c:pt>
                <c:pt idx="494">
                  <c:v>234.8291015625</c:v>
                </c:pt>
                <c:pt idx="495">
                  <c:v>234.8388671875</c:v>
                </c:pt>
                <c:pt idx="496">
                  <c:v>234.8486328125</c:v>
                </c:pt>
                <c:pt idx="497">
                  <c:v>234.8583984375</c:v>
                </c:pt>
                <c:pt idx="498">
                  <c:v>234.8681640625</c:v>
                </c:pt>
                <c:pt idx="499">
                  <c:v>234.8779296875</c:v>
                </c:pt>
                <c:pt idx="500">
                  <c:v>234.8876953125</c:v>
                </c:pt>
                <c:pt idx="501">
                  <c:v>234.8974609375</c:v>
                </c:pt>
                <c:pt idx="502">
                  <c:v>234.9072265625</c:v>
                </c:pt>
                <c:pt idx="503">
                  <c:v>234.9169921875</c:v>
                </c:pt>
                <c:pt idx="504">
                  <c:v>234.9267578125</c:v>
                </c:pt>
                <c:pt idx="505">
                  <c:v>234.9365234375</c:v>
                </c:pt>
                <c:pt idx="506">
                  <c:v>234.9462890625</c:v>
                </c:pt>
                <c:pt idx="507">
                  <c:v>234.9560546875</c:v>
                </c:pt>
                <c:pt idx="508">
                  <c:v>234.9658203125</c:v>
                </c:pt>
                <c:pt idx="509">
                  <c:v>234.9755859375</c:v>
                </c:pt>
                <c:pt idx="510">
                  <c:v>234.9853515625</c:v>
                </c:pt>
                <c:pt idx="511">
                  <c:v>234.9951171875</c:v>
                </c:pt>
                <c:pt idx="512">
                  <c:v>235.0048828125</c:v>
                </c:pt>
                <c:pt idx="513">
                  <c:v>235.0146484375</c:v>
                </c:pt>
                <c:pt idx="514">
                  <c:v>235.0244140625</c:v>
                </c:pt>
                <c:pt idx="515">
                  <c:v>235.0341796875</c:v>
                </c:pt>
                <c:pt idx="516">
                  <c:v>235.0439453125</c:v>
                </c:pt>
                <c:pt idx="517">
                  <c:v>235.0537109375</c:v>
                </c:pt>
                <c:pt idx="518">
                  <c:v>235.0634765625</c:v>
                </c:pt>
                <c:pt idx="519">
                  <c:v>235.0732421875</c:v>
                </c:pt>
                <c:pt idx="520">
                  <c:v>235.0830078125</c:v>
                </c:pt>
                <c:pt idx="521">
                  <c:v>235.0927734375</c:v>
                </c:pt>
                <c:pt idx="522">
                  <c:v>235.1025390625</c:v>
                </c:pt>
                <c:pt idx="523">
                  <c:v>235.1123046875</c:v>
                </c:pt>
                <c:pt idx="524">
                  <c:v>235.1220703125</c:v>
                </c:pt>
                <c:pt idx="525">
                  <c:v>235.1318359375</c:v>
                </c:pt>
                <c:pt idx="526">
                  <c:v>235.1416015625</c:v>
                </c:pt>
                <c:pt idx="527">
                  <c:v>235.1513671875</c:v>
                </c:pt>
                <c:pt idx="528">
                  <c:v>235.1611328125</c:v>
                </c:pt>
                <c:pt idx="529">
                  <c:v>235.1708984375</c:v>
                </c:pt>
                <c:pt idx="530">
                  <c:v>235.1806640625</c:v>
                </c:pt>
                <c:pt idx="531">
                  <c:v>235.1904296875</c:v>
                </c:pt>
                <c:pt idx="532">
                  <c:v>235.2001953125</c:v>
                </c:pt>
                <c:pt idx="533">
                  <c:v>235.2099609375</c:v>
                </c:pt>
                <c:pt idx="534">
                  <c:v>235.2197265625</c:v>
                </c:pt>
                <c:pt idx="535">
                  <c:v>235.2294921875</c:v>
                </c:pt>
                <c:pt idx="536">
                  <c:v>235.2392578125</c:v>
                </c:pt>
                <c:pt idx="537">
                  <c:v>235.2490234375</c:v>
                </c:pt>
                <c:pt idx="538">
                  <c:v>235.2587890625</c:v>
                </c:pt>
                <c:pt idx="539">
                  <c:v>235.2685546875</c:v>
                </c:pt>
                <c:pt idx="540">
                  <c:v>235.2783203125</c:v>
                </c:pt>
                <c:pt idx="541">
                  <c:v>235.2880859375</c:v>
                </c:pt>
                <c:pt idx="542">
                  <c:v>235.2978515625</c:v>
                </c:pt>
                <c:pt idx="543">
                  <c:v>235.3076171875</c:v>
                </c:pt>
                <c:pt idx="544">
                  <c:v>235.3173828125</c:v>
                </c:pt>
                <c:pt idx="545">
                  <c:v>235.3271484375</c:v>
                </c:pt>
                <c:pt idx="546">
                  <c:v>235.3369140625</c:v>
                </c:pt>
                <c:pt idx="547">
                  <c:v>235.3466796875</c:v>
                </c:pt>
                <c:pt idx="548">
                  <c:v>235.3564453125</c:v>
                </c:pt>
                <c:pt idx="549">
                  <c:v>235.3662109375</c:v>
                </c:pt>
                <c:pt idx="550">
                  <c:v>235.3759765625</c:v>
                </c:pt>
                <c:pt idx="551">
                  <c:v>235.3857421875</c:v>
                </c:pt>
                <c:pt idx="552">
                  <c:v>235.3955078125</c:v>
                </c:pt>
                <c:pt idx="553">
                  <c:v>235.4052734375</c:v>
                </c:pt>
                <c:pt idx="554">
                  <c:v>235.4150390625</c:v>
                </c:pt>
                <c:pt idx="555">
                  <c:v>235.4248046875</c:v>
                </c:pt>
                <c:pt idx="556">
                  <c:v>235.4345703125</c:v>
                </c:pt>
                <c:pt idx="557">
                  <c:v>235.4443359375</c:v>
                </c:pt>
                <c:pt idx="558">
                  <c:v>235.4541015625</c:v>
                </c:pt>
                <c:pt idx="559">
                  <c:v>235.4638671875</c:v>
                </c:pt>
                <c:pt idx="560">
                  <c:v>235.4736328125</c:v>
                </c:pt>
                <c:pt idx="561">
                  <c:v>235.4833984375</c:v>
                </c:pt>
                <c:pt idx="562">
                  <c:v>235.4931640625</c:v>
                </c:pt>
                <c:pt idx="563">
                  <c:v>235.5029296875</c:v>
                </c:pt>
                <c:pt idx="564">
                  <c:v>235.5126953125</c:v>
                </c:pt>
                <c:pt idx="565">
                  <c:v>235.5224609375</c:v>
                </c:pt>
                <c:pt idx="566">
                  <c:v>235.5322265625</c:v>
                </c:pt>
                <c:pt idx="567">
                  <c:v>235.5419921875</c:v>
                </c:pt>
                <c:pt idx="568">
                  <c:v>235.5517578125</c:v>
                </c:pt>
                <c:pt idx="569">
                  <c:v>235.5615234375</c:v>
                </c:pt>
                <c:pt idx="570">
                  <c:v>235.5712890625</c:v>
                </c:pt>
                <c:pt idx="571">
                  <c:v>235.5810546875</c:v>
                </c:pt>
                <c:pt idx="572">
                  <c:v>235.5908203125</c:v>
                </c:pt>
                <c:pt idx="573">
                  <c:v>235.6005859375</c:v>
                </c:pt>
                <c:pt idx="574">
                  <c:v>235.6103515625</c:v>
                </c:pt>
                <c:pt idx="575">
                  <c:v>235.6201171875</c:v>
                </c:pt>
                <c:pt idx="576">
                  <c:v>235.6298828125</c:v>
                </c:pt>
                <c:pt idx="577">
                  <c:v>235.6396484375</c:v>
                </c:pt>
                <c:pt idx="578">
                  <c:v>235.6494140625</c:v>
                </c:pt>
                <c:pt idx="579">
                  <c:v>235.6591796875</c:v>
                </c:pt>
                <c:pt idx="580">
                  <c:v>235.6689453125</c:v>
                </c:pt>
                <c:pt idx="581">
                  <c:v>235.6787109375</c:v>
                </c:pt>
                <c:pt idx="582">
                  <c:v>235.6884765625</c:v>
                </c:pt>
                <c:pt idx="583">
                  <c:v>235.6982421875</c:v>
                </c:pt>
                <c:pt idx="584">
                  <c:v>235.7080078125</c:v>
                </c:pt>
                <c:pt idx="585">
                  <c:v>235.7177734375</c:v>
                </c:pt>
                <c:pt idx="586">
                  <c:v>235.7275390625</c:v>
                </c:pt>
                <c:pt idx="587">
                  <c:v>235.7373046875</c:v>
                </c:pt>
                <c:pt idx="588">
                  <c:v>235.7470703125</c:v>
                </c:pt>
                <c:pt idx="589">
                  <c:v>235.7568359375</c:v>
                </c:pt>
                <c:pt idx="590">
                  <c:v>235.7666015625</c:v>
                </c:pt>
                <c:pt idx="591">
                  <c:v>235.7763671875</c:v>
                </c:pt>
                <c:pt idx="592">
                  <c:v>235.7861328125</c:v>
                </c:pt>
                <c:pt idx="593">
                  <c:v>235.7958984375</c:v>
                </c:pt>
                <c:pt idx="594">
                  <c:v>235.8056640625</c:v>
                </c:pt>
                <c:pt idx="595">
                  <c:v>235.8154296875</c:v>
                </c:pt>
                <c:pt idx="596">
                  <c:v>235.8251953125</c:v>
                </c:pt>
                <c:pt idx="597">
                  <c:v>235.8349609375</c:v>
                </c:pt>
                <c:pt idx="598">
                  <c:v>235.8447265625</c:v>
                </c:pt>
                <c:pt idx="599">
                  <c:v>235.8544921875</c:v>
                </c:pt>
                <c:pt idx="600">
                  <c:v>235.8642578125</c:v>
                </c:pt>
                <c:pt idx="601">
                  <c:v>235.8740234375</c:v>
                </c:pt>
                <c:pt idx="602">
                  <c:v>235.8837890625</c:v>
                </c:pt>
                <c:pt idx="603">
                  <c:v>235.8935546875</c:v>
                </c:pt>
                <c:pt idx="604">
                  <c:v>235.9033203125</c:v>
                </c:pt>
                <c:pt idx="605">
                  <c:v>235.9130859375</c:v>
                </c:pt>
                <c:pt idx="606">
                  <c:v>235.9228515625</c:v>
                </c:pt>
                <c:pt idx="607">
                  <c:v>235.9326171875</c:v>
                </c:pt>
                <c:pt idx="608">
                  <c:v>235.9423828125</c:v>
                </c:pt>
                <c:pt idx="609">
                  <c:v>235.9521484375</c:v>
                </c:pt>
                <c:pt idx="610">
                  <c:v>235.9619140625</c:v>
                </c:pt>
                <c:pt idx="611">
                  <c:v>235.9716796875</c:v>
                </c:pt>
                <c:pt idx="612">
                  <c:v>235.9814453125</c:v>
                </c:pt>
                <c:pt idx="613">
                  <c:v>235.9912109375</c:v>
                </c:pt>
                <c:pt idx="614">
                  <c:v>236.0009765625</c:v>
                </c:pt>
                <c:pt idx="615">
                  <c:v>236.0107421875</c:v>
                </c:pt>
                <c:pt idx="616">
                  <c:v>236.0205078125</c:v>
                </c:pt>
                <c:pt idx="617">
                  <c:v>236.0302734375</c:v>
                </c:pt>
                <c:pt idx="618">
                  <c:v>236.0400390625</c:v>
                </c:pt>
                <c:pt idx="619">
                  <c:v>236.0498046875</c:v>
                </c:pt>
                <c:pt idx="620">
                  <c:v>236.0595703125</c:v>
                </c:pt>
                <c:pt idx="621">
                  <c:v>236.0693359375</c:v>
                </c:pt>
                <c:pt idx="622">
                  <c:v>236.0791015625</c:v>
                </c:pt>
                <c:pt idx="623">
                  <c:v>236.0888671875</c:v>
                </c:pt>
                <c:pt idx="624">
                  <c:v>236.0986328125</c:v>
                </c:pt>
                <c:pt idx="625">
                  <c:v>236.1083984375</c:v>
                </c:pt>
                <c:pt idx="626">
                  <c:v>236.1181640625</c:v>
                </c:pt>
                <c:pt idx="627">
                  <c:v>236.1279296875</c:v>
                </c:pt>
                <c:pt idx="628">
                  <c:v>236.1376953125</c:v>
                </c:pt>
                <c:pt idx="629">
                  <c:v>236.1474609375</c:v>
                </c:pt>
                <c:pt idx="630">
                  <c:v>236.1572265625</c:v>
                </c:pt>
                <c:pt idx="631">
                  <c:v>236.1669921875</c:v>
                </c:pt>
                <c:pt idx="632">
                  <c:v>236.1767578125</c:v>
                </c:pt>
                <c:pt idx="633">
                  <c:v>236.1865234375</c:v>
                </c:pt>
                <c:pt idx="634">
                  <c:v>236.1962890625</c:v>
                </c:pt>
                <c:pt idx="635">
                  <c:v>236.2060546875</c:v>
                </c:pt>
                <c:pt idx="636">
                  <c:v>236.2158203125</c:v>
                </c:pt>
                <c:pt idx="637">
                  <c:v>236.2255859375</c:v>
                </c:pt>
                <c:pt idx="638">
                  <c:v>236.2353515625</c:v>
                </c:pt>
                <c:pt idx="639">
                  <c:v>236.2451171875</c:v>
                </c:pt>
                <c:pt idx="640">
                  <c:v>236.2548828125</c:v>
                </c:pt>
                <c:pt idx="641">
                  <c:v>236.2646484375</c:v>
                </c:pt>
                <c:pt idx="642">
                  <c:v>236.2744140625</c:v>
                </c:pt>
                <c:pt idx="643">
                  <c:v>236.2841796875</c:v>
                </c:pt>
                <c:pt idx="644">
                  <c:v>236.2939453125</c:v>
                </c:pt>
                <c:pt idx="645">
                  <c:v>236.3037109375</c:v>
                </c:pt>
                <c:pt idx="646">
                  <c:v>236.3134765625</c:v>
                </c:pt>
                <c:pt idx="647">
                  <c:v>236.3232421875</c:v>
                </c:pt>
                <c:pt idx="648">
                  <c:v>236.3330078125</c:v>
                </c:pt>
                <c:pt idx="649">
                  <c:v>236.3427734375</c:v>
                </c:pt>
                <c:pt idx="650">
                  <c:v>236.3525390625</c:v>
                </c:pt>
                <c:pt idx="651">
                  <c:v>236.3623046875</c:v>
                </c:pt>
                <c:pt idx="652">
                  <c:v>236.3720703125</c:v>
                </c:pt>
                <c:pt idx="653">
                  <c:v>236.3818359375</c:v>
                </c:pt>
                <c:pt idx="654">
                  <c:v>236.3916015625</c:v>
                </c:pt>
                <c:pt idx="655">
                  <c:v>236.4013671875</c:v>
                </c:pt>
                <c:pt idx="656">
                  <c:v>236.4111328125</c:v>
                </c:pt>
                <c:pt idx="657">
                  <c:v>236.4208984375</c:v>
                </c:pt>
                <c:pt idx="658">
                  <c:v>236.4306640625</c:v>
                </c:pt>
                <c:pt idx="659">
                  <c:v>236.4404296875</c:v>
                </c:pt>
                <c:pt idx="660">
                  <c:v>236.4501953125</c:v>
                </c:pt>
                <c:pt idx="661">
                  <c:v>236.4599609375</c:v>
                </c:pt>
                <c:pt idx="662">
                  <c:v>236.4697265625</c:v>
                </c:pt>
                <c:pt idx="663">
                  <c:v>236.4794921875</c:v>
                </c:pt>
                <c:pt idx="664">
                  <c:v>236.4892578125</c:v>
                </c:pt>
                <c:pt idx="665">
                  <c:v>236.4990234375</c:v>
                </c:pt>
                <c:pt idx="666">
                  <c:v>236.5087890625</c:v>
                </c:pt>
                <c:pt idx="667">
                  <c:v>236.5185546875</c:v>
                </c:pt>
                <c:pt idx="668">
                  <c:v>236.5283203125</c:v>
                </c:pt>
                <c:pt idx="669">
                  <c:v>236.5380859375</c:v>
                </c:pt>
                <c:pt idx="670">
                  <c:v>236.5478515625</c:v>
                </c:pt>
                <c:pt idx="671">
                  <c:v>236.5576171875</c:v>
                </c:pt>
                <c:pt idx="672">
                  <c:v>236.5673828125</c:v>
                </c:pt>
                <c:pt idx="673">
                  <c:v>236.5771484375</c:v>
                </c:pt>
                <c:pt idx="674">
                  <c:v>236.5869140625</c:v>
                </c:pt>
                <c:pt idx="675">
                  <c:v>236.5966796875</c:v>
                </c:pt>
                <c:pt idx="676">
                  <c:v>236.6064453125</c:v>
                </c:pt>
                <c:pt idx="677">
                  <c:v>236.6162109375</c:v>
                </c:pt>
                <c:pt idx="678">
                  <c:v>236.6259765625</c:v>
                </c:pt>
                <c:pt idx="679">
                  <c:v>236.6357421875</c:v>
                </c:pt>
                <c:pt idx="680">
                  <c:v>236.6455078125</c:v>
                </c:pt>
                <c:pt idx="681">
                  <c:v>236.6552734375</c:v>
                </c:pt>
                <c:pt idx="682">
                  <c:v>236.6650390625</c:v>
                </c:pt>
                <c:pt idx="683">
                  <c:v>236.6748046875</c:v>
                </c:pt>
                <c:pt idx="684">
                  <c:v>236.6845703125</c:v>
                </c:pt>
                <c:pt idx="685">
                  <c:v>236.6943359375</c:v>
                </c:pt>
                <c:pt idx="686">
                  <c:v>236.7041015625</c:v>
                </c:pt>
                <c:pt idx="687">
                  <c:v>236.7138671875</c:v>
                </c:pt>
                <c:pt idx="688">
                  <c:v>236.7236328125</c:v>
                </c:pt>
                <c:pt idx="689">
                  <c:v>236.7333984375</c:v>
                </c:pt>
                <c:pt idx="690">
                  <c:v>236.7431640625</c:v>
                </c:pt>
                <c:pt idx="691">
                  <c:v>236.7529296875</c:v>
                </c:pt>
                <c:pt idx="692">
                  <c:v>236.7626953125</c:v>
                </c:pt>
                <c:pt idx="693">
                  <c:v>236.7724609375</c:v>
                </c:pt>
                <c:pt idx="694">
                  <c:v>236.7822265625</c:v>
                </c:pt>
                <c:pt idx="695">
                  <c:v>236.7919921875</c:v>
                </c:pt>
                <c:pt idx="696">
                  <c:v>236.8017578125</c:v>
                </c:pt>
                <c:pt idx="697">
                  <c:v>236.8115234375</c:v>
                </c:pt>
                <c:pt idx="698">
                  <c:v>236.8212890625</c:v>
                </c:pt>
                <c:pt idx="699">
                  <c:v>236.8310546875</c:v>
                </c:pt>
                <c:pt idx="700">
                  <c:v>236.8408203125</c:v>
                </c:pt>
                <c:pt idx="701">
                  <c:v>236.8505859375</c:v>
                </c:pt>
                <c:pt idx="702">
                  <c:v>236.8603515625</c:v>
                </c:pt>
                <c:pt idx="703">
                  <c:v>236.8701171875</c:v>
                </c:pt>
                <c:pt idx="704">
                  <c:v>236.8798828125</c:v>
                </c:pt>
                <c:pt idx="705">
                  <c:v>236.8896484375</c:v>
                </c:pt>
                <c:pt idx="706">
                  <c:v>236.8994140625</c:v>
                </c:pt>
                <c:pt idx="707">
                  <c:v>236.9091796875</c:v>
                </c:pt>
                <c:pt idx="708">
                  <c:v>236.9189453125</c:v>
                </c:pt>
                <c:pt idx="709">
                  <c:v>236.9287109375</c:v>
                </c:pt>
                <c:pt idx="710">
                  <c:v>236.9384765625</c:v>
                </c:pt>
                <c:pt idx="711">
                  <c:v>236.9482421875</c:v>
                </c:pt>
                <c:pt idx="712">
                  <c:v>236.9580078125</c:v>
                </c:pt>
                <c:pt idx="713">
                  <c:v>236.9677734375</c:v>
                </c:pt>
                <c:pt idx="714">
                  <c:v>236.9775390625</c:v>
                </c:pt>
                <c:pt idx="715">
                  <c:v>236.9873046875</c:v>
                </c:pt>
                <c:pt idx="716">
                  <c:v>236.9970703125</c:v>
                </c:pt>
                <c:pt idx="717">
                  <c:v>237.0068359375</c:v>
                </c:pt>
                <c:pt idx="718">
                  <c:v>237.0166015625</c:v>
                </c:pt>
                <c:pt idx="719">
                  <c:v>237.0263671875</c:v>
                </c:pt>
                <c:pt idx="720">
                  <c:v>237.0361328125</c:v>
                </c:pt>
                <c:pt idx="721">
                  <c:v>237.0458984375</c:v>
                </c:pt>
                <c:pt idx="722">
                  <c:v>237.0556640625</c:v>
                </c:pt>
                <c:pt idx="723">
                  <c:v>237.0654296875</c:v>
                </c:pt>
                <c:pt idx="724">
                  <c:v>237.0751953125</c:v>
                </c:pt>
                <c:pt idx="725">
                  <c:v>237.0849609375</c:v>
                </c:pt>
                <c:pt idx="726">
                  <c:v>237.0947265625</c:v>
                </c:pt>
                <c:pt idx="727">
                  <c:v>237.1044921875</c:v>
                </c:pt>
                <c:pt idx="728">
                  <c:v>237.1142578125</c:v>
                </c:pt>
                <c:pt idx="729">
                  <c:v>237.1240234375</c:v>
                </c:pt>
                <c:pt idx="730">
                  <c:v>237.1337890625</c:v>
                </c:pt>
                <c:pt idx="731">
                  <c:v>237.1435546875</c:v>
                </c:pt>
                <c:pt idx="732">
                  <c:v>237.1533203125</c:v>
                </c:pt>
                <c:pt idx="733">
                  <c:v>237.1630859375</c:v>
                </c:pt>
                <c:pt idx="734">
                  <c:v>237.1728515625</c:v>
                </c:pt>
                <c:pt idx="735">
                  <c:v>237.1826171875</c:v>
                </c:pt>
                <c:pt idx="736">
                  <c:v>237.1923828125</c:v>
                </c:pt>
                <c:pt idx="737">
                  <c:v>237.2021484375</c:v>
                </c:pt>
                <c:pt idx="738">
                  <c:v>237.2119140625</c:v>
                </c:pt>
                <c:pt idx="739">
                  <c:v>237.2216796875</c:v>
                </c:pt>
                <c:pt idx="740">
                  <c:v>237.2314453125</c:v>
                </c:pt>
                <c:pt idx="741">
                  <c:v>237.2412109375</c:v>
                </c:pt>
                <c:pt idx="742">
                  <c:v>237.2509765625</c:v>
                </c:pt>
                <c:pt idx="743">
                  <c:v>237.2607421875</c:v>
                </c:pt>
                <c:pt idx="744">
                  <c:v>237.2705078125</c:v>
                </c:pt>
                <c:pt idx="745">
                  <c:v>237.2802734375</c:v>
                </c:pt>
                <c:pt idx="746">
                  <c:v>237.2900390625</c:v>
                </c:pt>
                <c:pt idx="747">
                  <c:v>237.2998046875</c:v>
                </c:pt>
                <c:pt idx="748">
                  <c:v>237.3095703125</c:v>
                </c:pt>
                <c:pt idx="749">
                  <c:v>237.3193359375</c:v>
                </c:pt>
                <c:pt idx="750">
                  <c:v>237.3291015625</c:v>
                </c:pt>
                <c:pt idx="751">
                  <c:v>237.3388671875</c:v>
                </c:pt>
                <c:pt idx="752">
                  <c:v>237.3486328125</c:v>
                </c:pt>
                <c:pt idx="753">
                  <c:v>237.3583984375</c:v>
                </c:pt>
                <c:pt idx="754">
                  <c:v>237.3681640625</c:v>
                </c:pt>
                <c:pt idx="755">
                  <c:v>237.3779296875</c:v>
                </c:pt>
                <c:pt idx="756">
                  <c:v>237.3876953125</c:v>
                </c:pt>
                <c:pt idx="757">
                  <c:v>237.3974609375</c:v>
                </c:pt>
                <c:pt idx="758">
                  <c:v>237.4072265625</c:v>
                </c:pt>
                <c:pt idx="759">
                  <c:v>237.4169921875</c:v>
                </c:pt>
                <c:pt idx="760">
                  <c:v>237.4267578125</c:v>
                </c:pt>
                <c:pt idx="761">
                  <c:v>237.4365234375</c:v>
                </c:pt>
                <c:pt idx="762">
                  <c:v>237.4462890625</c:v>
                </c:pt>
                <c:pt idx="763">
                  <c:v>237.4560546875</c:v>
                </c:pt>
                <c:pt idx="764">
                  <c:v>237.4658203125</c:v>
                </c:pt>
                <c:pt idx="765">
                  <c:v>237.4755859375</c:v>
                </c:pt>
                <c:pt idx="766">
                  <c:v>237.4853515625</c:v>
                </c:pt>
                <c:pt idx="767">
                  <c:v>237.4951171875</c:v>
                </c:pt>
                <c:pt idx="768">
                  <c:v>237.5048828125</c:v>
                </c:pt>
                <c:pt idx="769">
                  <c:v>237.5146484375</c:v>
                </c:pt>
                <c:pt idx="770">
                  <c:v>237.5244140625</c:v>
                </c:pt>
                <c:pt idx="771">
                  <c:v>237.5341796875</c:v>
                </c:pt>
                <c:pt idx="772">
                  <c:v>237.5439453125</c:v>
                </c:pt>
                <c:pt idx="773">
                  <c:v>237.5537109375</c:v>
                </c:pt>
                <c:pt idx="774">
                  <c:v>237.5634765625</c:v>
                </c:pt>
                <c:pt idx="775">
                  <c:v>237.5732421875</c:v>
                </c:pt>
                <c:pt idx="776">
                  <c:v>237.5830078125</c:v>
                </c:pt>
                <c:pt idx="777">
                  <c:v>237.5927734375</c:v>
                </c:pt>
                <c:pt idx="778">
                  <c:v>237.6025390625</c:v>
                </c:pt>
                <c:pt idx="779">
                  <c:v>237.6123046875</c:v>
                </c:pt>
                <c:pt idx="780">
                  <c:v>237.6220703125</c:v>
                </c:pt>
                <c:pt idx="781">
                  <c:v>237.6318359375</c:v>
                </c:pt>
                <c:pt idx="782">
                  <c:v>237.6416015625</c:v>
                </c:pt>
                <c:pt idx="783">
                  <c:v>237.6513671875</c:v>
                </c:pt>
                <c:pt idx="784">
                  <c:v>237.6611328125</c:v>
                </c:pt>
                <c:pt idx="785">
                  <c:v>237.6708984375</c:v>
                </c:pt>
                <c:pt idx="786">
                  <c:v>237.6806640625</c:v>
                </c:pt>
                <c:pt idx="787">
                  <c:v>237.6904296875</c:v>
                </c:pt>
                <c:pt idx="788">
                  <c:v>237.7001953125</c:v>
                </c:pt>
                <c:pt idx="789">
                  <c:v>237.7099609375</c:v>
                </c:pt>
                <c:pt idx="790">
                  <c:v>237.7197265625</c:v>
                </c:pt>
                <c:pt idx="791">
                  <c:v>237.7294921875</c:v>
                </c:pt>
                <c:pt idx="792">
                  <c:v>237.7392578125</c:v>
                </c:pt>
                <c:pt idx="793">
                  <c:v>237.7490234375</c:v>
                </c:pt>
                <c:pt idx="794">
                  <c:v>237.7587890625</c:v>
                </c:pt>
                <c:pt idx="795">
                  <c:v>237.7685546875</c:v>
                </c:pt>
                <c:pt idx="796">
                  <c:v>237.7783203125</c:v>
                </c:pt>
                <c:pt idx="797">
                  <c:v>237.7880859375</c:v>
                </c:pt>
                <c:pt idx="798">
                  <c:v>237.7978515625</c:v>
                </c:pt>
                <c:pt idx="799">
                  <c:v>237.8076171875</c:v>
                </c:pt>
                <c:pt idx="800">
                  <c:v>237.8173828125</c:v>
                </c:pt>
                <c:pt idx="801">
                  <c:v>237.8271484375</c:v>
                </c:pt>
                <c:pt idx="802">
                  <c:v>237.8369140625</c:v>
                </c:pt>
                <c:pt idx="803">
                  <c:v>237.8466796875</c:v>
                </c:pt>
                <c:pt idx="804">
                  <c:v>237.8564453125</c:v>
                </c:pt>
                <c:pt idx="805">
                  <c:v>237.8662109375</c:v>
                </c:pt>
                <c:pt idx="806">
                  <c:v>237.8759765625</c:v>
                </c:pt>
                <c:pt idx="807">
                  <c:v>237.8857421875</c:v>
                </c:pt>
                <c:pt idx="808">
                  <c:v>237.8955078125</c:v>
                </c:pt>
                <c:pt idx="809">
                  <c:v>237.9052734375</c:v>
                </c:pt>
                <c:pt idx="810">
                  <c:v>237.9150390625</c:v>
                </c:pt>
                <c:pt idx="811">
                  <c:v>237.9248046875</c:v>
                </c:pt>
                <c:pt idx="812">
                  <c:v>237.9345703125</c:v>
                </c:pt>
                <c:pt idx="813">
                  <c:v>237.9443359375</c:v>
                </c:pt>
                <c:pt idx="814">
                  <c:v>237.9541015625</c:v>
                </c:pt>
                <c:pt idx="815">
                  <c:v>237.9638671875</c:v>
                </c:pt>
                <c:pt idx="816">
                  <c:v>237.9736328125</c:v>
                </c:pt>
                <c:pt idx="817">
                  <c:v>237.9833984375</c:v>
                </c:pt>
                <c:pt idx="818">
                  <c:v>237.9931640625</c:v>
                </c:pt>
                <c:pt idx="819">
                  <c:v>238.0029296875</c:v>
                </c:pt>
                <c:pt idx="820">
                  <c:v>238.0126953125</c:v>
                </c:pt>
                <c:pt idx="821">
                  <c:v>238.0224609375</c:v>
                </c:pt>
                <c:pt idx="822">
                  <c:v>238.0322265625</c:v>
                </c:pt>
                <c:pt idx="823">
                  <c:v>238.0419921875</c:v>
                </c:pt>
                <c:pt idx="824">
                  <c:v>238.0517578125</c:v>
                </c:pt>
                <c:pt idx="825">
                  <c:v>238.0615234375</c:v>
                </c:pt>
                <c:pt idx="826">
                  <c:v>238.0712890625</c:v>
                </c:pt>
                <c:pt idx="827">
                  <c:v>238.0810546875</c:v>
                </c:pt>
                <c:pt idx="828">
                  <c:v>238.0908203125</c:v>
                </c:pt>
                <c:pt idx="829">
                  <c:v>238.1005859375</c:v>
                </c:pt>
                <c:pt idx="830">
                  <c:v>238.1103515625</c:v>
                </c:pt>
                <c:pt idx="831">
                  <c:v>238.1201171875</c:v>
                </c:pt>
                <c:pt idx="832">
                  <c:v>238.1298828125</c:v>
                </c:pt>
                <c:pt idx="833">
                  <c:v>238.1396484375</c:v>
                </c:pt>
                <c:pt idx="834">
                  <c:v>238.1494140625</c:v>
                </c:pt>
                <c:pt idx="835">
                  <c:v>238.1591796875</c:v>
                </c:pt>
                <c:pt idx="836">
                  <c:v>238.1689453125</c:v>
                </c:pt>
                <c:pt idx="837">
                  <c:v>238.1787109375</c:v>
                </c:pt>
                <c:pt idx="838">
                  <c:v>238.1884765625</c:v>
                </c:pt>
                <c:pt idx="839">
                  <c:v>238.1982421875</c:v>
                </c:pt>
                <c:pt idx="840">
                  <c:v>238.2080078125</c:v>
                </c:pt>
                <c:pt idx="841">
                  <c:v>238.2177734375</c:v>
                </c:pt>
                <c:pt idx="842">
                  <c:v>238.2275390625</c:v>
                </c:pt>
                <c:pt idx="843">
                  <c:v>238.2373046875</c:v>
                </c:pt>
                <c:pt idx="844">
                  <c:v>238.2470703125</c:v>
                </c:pt>
                <c:pt idx="845">
                  <c:v>238.2568359375</c:v>
                </c:pt>
                <c:pt idx="846">
                  <c:v>238.2666015625</c:v>
                </c:pt>
                <c:pt idx="847">
                  <c:v>238.2763671875</c:v>
                </c:pt>
                <c:pt idx="848">
                  <c:v>238.2861328125</c:v>
                </c:pt>
                <c:pt idx="849">
                  <c:v>238.2958984375</c:v>
                </c:pt>
                <c:pt idx="850">
                  <c:v>238.3056640625</c:v>
                </c:pt>
                <c:pt idx="851">
                  <c:v>238.3154296875</c:v>
                </c:pt>
                <c:pt idx="852">
                  <c:v>238.3251953125</c:v>
                </c:pt>
                <c:pt idx="853">
                  <c:v>238.3349609375</c:v>
                </c:pt>
                <c:pt idx="854">
                  <c:v>238.3447265625</c:v>
                </c:pt>
                <c:pt idx="855">
                  <c:v>238.3544921875</c:v>
                </c:pt>
                <c:pt idx="856">
                  <c:v>238.3642578125</c:v>
                </c:pt>
                <c:pt idx="857">
                  <c:v>238.3740234375</c:v>
                </c:pt>
                <c:pt idx="858">
                  <c:v>238.3837890625</c:v>
                </c:pt>
                <c:pt idx="859">
                  <c:v>238.3935546875</c:v>
                </c:pt>
                <c:pt idx="860">
                  <c:v>238.4033203125</c:v>
                </c:pt>
                <c:pt idx="861">
                  <c:v>238.4130859375</c:v>
                </c:pt>
                <c:pt idx="862">
                  <c:v>238.4228515625</c:v>
                </c:pt>
                <c:pt idx="863">
                  <c:v>238.4326171875</c:v>
                </c:pt>
                <c:pt idx="864">
                  <c:v>238.4423828125</c:v>
                </c:pt>
                <c:pt idx="865">
                  <c:v>238.4521484375</c:v>
                </c:pt>
                <c:pt idx="866">
                  <c:v>238.4619140625</c:v>
                </c:pt>
                <c:pt idx="867">
                  <c:v>238.4716796875</c:v>
                </c:pt>
                <c:pt idx="868">
                  <c:v>238.4814453125</c:v>
                </c:pt>
                <c:pt idx="869">
                  <c:v>238.4912109375</c:v>
                </c:pt>
                <c:pt idx="870">
                  <c:v>238.5009765625</c:v>
                </c:pt>
                <c:pt idx="871">
                  <c:v>238.5107421875</c:v>
                </c:pt>
                <c:pt idx="872">
                  <c:v>238.5205078125</c:v>
                </c:pt>
                <c:pt idx="873">
                  <c:v>238.5302734375</c:v>
                </c:pt>
                <c:pt idx="874">
                  <c:v>238.5400390625</c:v>
                </c:pt>
                <c:pt idx="875">
                  <c:v>238.5498046875</c:v>
                </c:pt>
                <c:pt idx="876">
                  <c:v>238.5595703125</c:v>
                </c:pt>
                <c:pt idx="877">
                  <c:v>238.5693359375</c:v>
                </c:pt>
                <c:pt idx="878">
                  <c:v>238.5791015625</c:v>
                </c:pt>
                <c:pt idx="879">
                  <c:v>238.5888671875</c:v>
                </c:pt>
                <c:pt idx="880">
                  <c:v>238.5986328125</c:v>
                </c:pt>
                <c:pt idx="881">
                  <c:v>238.6083984375</c:v>
                </c:pt>
                <c:pt idx="882">
                  <c:v>238.6181640625</c:v>
                </c:pt>
                <c:pt idx="883">
                  <c:v>238.6279296875</c:v>
                </c:pt>
                <c:pt idx="884">
                  <c:v>238.6376953125</c:v>
                </c:pt>
                <c:pt idx="885">
                  <c:v>238.6474609375</c:v>
                </c:pt>
                <c:pt idx="886">
                  <c:v>238.6572265625</c:v>
                </c:pt>
                <c:pt idx="887">
                  <c:v>238.6669921875</c:v>
                </c:pt>
                <c:pt idx="888">
                  <c:v>238.6767578125</c:v>
                </c:pt>
                <c:pt idx="889">
                  <c:v>238.6865234375</c:v>
                </c:pt>
                <c:pt idx="890">
                  <c:v>238.6962890625</c:v>
                </c:pt>
                <c:pt idx="891">
                  <c:v>238.7060546875</c:v>
                </c:pt>
                <c:pt idx="892">
                  <c:v>238.7158203125</c:v>
                </c:pt>
                <c:pt idx="893">
                  <c:v>238.7255859375</c:v>
                </c:pt>
                <c:pt idx="894">
                  <c:v>238.7353515625</c:v>
                </c:pt>
                <c:pt idx="895">
                  <c:v>238.7451171875</c:v>
                </c:pt>
                <c:pt idx="896">
                  <c:v>238.7548828125</c:v>
                </c:pt>
                <c:pt idx="897">
                  <c:v>238.7646484375</c:v>
                </c:pt>
                <c:pt idx="898">
                  <c:v>238.7744140625</c:v>
                </c:pt>
                <c:pt idx="899">
                  <c:v>238.7841796875</c:v>
                </c:pt>
                <c:pt idx="900">
                  <c:v>238.7939453125</c:v>
                </c:pt>
                <c:pt idx="901">
                  <c:v>238.8037109375</c:v>
                </c:pt>
                <c:pt idx="902">
                  <c:v>238.8134765625</c:v>
                </c:pt>
                <c:pt idx="903">
                  <c:v>238.8232421875</c:v>
                </c:pt>
                <c:pt idx="904">
                  <c:v>238.8330078125</c:v>
                </c:pt>
                <c:pt idx="905">
                  <c:v>238.8427734375</c:v>
                </c:pt>
                <c:pt idx="906">
                  <c:v>238.8525390625</c:v>
                </c:pt>
                <c:pt idx="907">
                  <c:v>238.8623046875</c:v>
                </c:pt>
                <c:pt idx="908">
                  <c:v>238.8720703125</c:v>
                </c:pt>
                <c:pt idx="909">
                  <c:v>238.8818359375</c:v>
                </c:pt>
                <c:pt idx="910">
                  <c:v>238.8916015625</c:v>
                </c:pt>
                <c:pt idx="911">
                  <c:v>238.9013671875</c:v>
                </c:pt>
                <c:pt idx="912">
                  <c:v>238.9111328125</c:v>
                </c:pt>
                <c:pt idx="913">
                  <c:v>238.9208984375</c:v>
                </c:pt>
                <c:pt idx="914">
                  <c:v>238.9306640625</c:v>
                </c:pt>
                <c:pt idx="915">
                  <c:v>238.9404296875</c:v>
                </c:pt>
                <c:pt idx="916">
                  <c:v>238.9501953125</c:v>
                </c:pt>
                <c:pt idx="917">
                  <c:v>238.9599609375</c:v>
                </c:pt>
                <c:pt idx="918">
                  <c:v>238.9697265625</c:v>
                </c:pt>
                <c:pt idx="919">
                  <c:v>238.9794921875</c:v>
                </c:pt>
                <c:pt idx="920">
                  <c:v>238.9892578125</c:v>
                </c:pt>
                <c:pt idx="921">
                  <c:v>238.9990234375</c:v>
                </c:pt>
                <c:pt idx="922">
                  <c:v>239.0087890625</c:v>
                </c:pt>
                <c:pt idx="923">
                  <c:v>239.0185546875</c:v>
                </c:pt>
                <c:pt idx="924">
                  <c:v>239.0283203125</c:v>
                </c:pt>
                <c:pt idx="925">
                  <c:v>239.0380859375</c:v>
                </c:pt>
                <c:pt idx="926">
                  <c:v>239.0478515625</c:v>
                </c:pt>
                <c:pt idx="927">
                  <c:v>239.0576171875</c:v>
                </c:pt>
                <c:pt idx="928">
                  <c:v>239.0673828125</c:v>
                </c:pt>
                <c:pt idx="929">
                  <c:v>239.0771484375</c:v>
                </c:pt>
                <c:pt idx="930">
                  <c:v>239.0869140625</c:v>
                </c:pt>
                <c:pt idx="931">
                  <c:v>239.0966796875</c:v>
                </c:pt>
                <c:pt idx="932">
                  <c:v>239.1064453125</c:v>
                </c:pt>
                <c:pt idx="933">
                  <c:v>239.1162109375</c:v>
                </c:pt>
                <c:pt idx="934">
                  <c:v>239.1259765625</c:v>
                </c:pt>
                <c:pt idx="935">
                  <c:v>239.1357421875</c:v>
                </c:pt>
                <c:pt idx="936">
                  <c:v>239.1455078125</c:v>
                </c:pt>
                <c:pt idx="937">
                  <c:v>239.1552734375</c:v>
                </c:pt>
                <c:pt idx="938">
                  <c:v>239.1650390625</c:v>
                </c:pt>
                <c:pt idx="939">
                  <c:v>239.1748046875</c:v>
                </c:pt>
                <c:pt idx="940">
                  <c:v>239.1845703125</c:v>
                </c:pt>
                <c:pt idx="941">
                  <c:v>239.1943359375</c:v>
                </c:pt>
                <c:pt idx="942">
                  <c:v>239.2041015625</c:v>
                </c:pt>
                <c:pt idx="943">
                  <c:v>239.2138671875</c:v>
                </c:pt>
                <c:pt idx="944">
                  <c:v>239.2236328125</c:v>
                </c:pt>
                <c:pt idx="945">
                  <c:v>239.2333984375</c:v>
                </c:pt>
                <c:pt idx="946">
                  <c:v>239.2431640625</c:v>
                </c:pt>
                <c:pt idx="947">
                  <c:v>239.2529296875</c:v>
                </c:pt>
                <c:pt idx="948">
                  <c:v>239.2626953125</c:v>
                </c:pt>
                <c:pt idx="949">
                  <c:v>239.2724609375</c:v>
                </c:pt>
                <c:pt idx="950">
                  <c:v>239.2822265625</c:v>
                </c:pt>
                <c:pt idx="951">
                  <c:v>239.2919921875</c:v>
                </c:pt>
                <c:pt idx="952">
                  <c:v>239.3017578125</c:v>
                </c:pt>
                <c:pt idx="953">
                  <c:v>239.3115234375</c:v>
                </c:pt>
                <c:pt idx="954">
                  <c:v>239.3212890625</c:v>
                </c:pt>
                <c:pt idx="955">
                  <c:v>239.3310546875</c:v>
                </c:pt>
                <c:pt idx="956">
                  <c:v>239.3408203125</c:v>
                </c:pt>
                <c:pt idx="957">
                  <c:v>239.3505859375</c:v>
                </c:pt>
                <c:pt idx="958">
                  <c:v>239.3603515625</c:v>
                </c:pt>
                <c:pt idx="959">
                  <c:v>239.3701171875</c:v>
                </c:pt>
                <c:pt idx="960">
                  <c:v>239.3798828125</c:v>
                </c:pt>
                <c:pt idx="961">
                  <c:v>239.3896484375</c:v>
                </c:pt>
                <c:pt idx="962">
                  <c:v>239.3994140625</c:v>
                </c:pt>
                <c:pt idx="963">
                  <c:v>239.4091796875</c:v>
                </c:pt>
                <c:pt idx="964">
                  <c:v>239.4189453125</c:v>
                </c:pt>
                <c:pt idx="965">
                  <c:v>239.4287109375</c:v>
                </c:pt>
                <c:pt idx="966">
                  <c:v>239.4384765625</c:v>
                </c:pt>
                <c:pt idx="967">
                  <c:v>239.4482421875</c:v>
                </c:pt>
                <c:pt idx="968">
                  <c:v>239.4580078125</c:v>
                </c:pt>
                <c:pt idx="969">
                  <c:v>239.4677734375</c:v>
                </c:pt>
                <c:pt idx="970">
                  <c:v>239.4775390625</c:v>
                </c:pt>
                <c:pt idx="971">
                  <c:v>239.4873046875</c:v>
                </c:pt>
                <c:pt idx="972">
                  <c:v>239.4970703125</c:v>
                </c:pt>
                <c:pt idx="973">
                  <c:v>239.5068359375</c:v>
                </c:pt>
                <c:pt idx="974">
                  <c:v>239.5166015625</c:v>
                </c:pt>
                <c:pt idx="975">
                  <c:v>239.5263671875</c:v>
                </c:pt>
                <c:pt idx="976">
                  <c:v>239.5361328125</c:v>
                </c:pt>
                <c:pt idx="977">
                  <c:v>239.5458984375</c:v>
                </c:pt>
                <c:pt idx="978">
                  <c:v>239.5556640625</c:v>
                </c:pt>
                <c:pt idx="979">
                  <c:v>239.5654296875</c:v>
                </c:pt>
                <c:pt idx="980">
                  <c:v>239.5751953125</c:v>
                </c:pt>
                <c:pt idx="981">
                  <c:v>239.5849609375</c:v>
                </c:pt>
                <c:pt idx="982">
                  <c:v>239.5947265625</c:v>
                </c:pt>
                <c:pt idx="983">
                  <c:v>239.6044921875</c:v>
                </c:pt>
                <c:pt idx="984">
                  <c:v>239.6142578125</c:v>
                </c:pt>
                <c:pt idx="985">
                  <c:v>239.6240234375</c:v>
                </c:pt>
                <c:pt idx="986">
                  <c:v>239.6337890625</c:v>
                </c:pt>
                <c:pt idx="987">
                  <c:v>239.6435546875</c:v>
                </c:pt>
                <c:pt idx="988">
                  <c:v>239.6533203125</c:v>
                </c:pt>
                <c:pt idx="989">
                  <c:v>239.6630859375</c:v>
                </c:pt>
                <c:pt idx="990">
                  <c:v>239.6728515625</c:v>
                </c:pt>
                <c:pt idx="991">
                  <c:v>239.6826171875</c:v>
                </c:pt>
                <c:pt idx="992">
                  <c:v>239.6923828125</c:v>
                </c:pt>
                <c:pt idx="993">
                  <c:v>239.7021484375</c:v>
                </c:pt>
                <c:pt idx="994">
                  <c:v>239.7119140625</c:v>
                </c:pt>
                <c:pt idx="995">
                  <c:v>239.7216796875</c:v>
                </c:pt>
                <c:pt idx="996">
                  <c:v>239.7314453125</c:v>
                </c:pt>
                <c:pt idx="997">
                  <c:v>239.7412109375</c:v>
                </c:pt>
                <c:pt idx="998">
                  <c:v>239.7509765625</c:v>
                </c:pt>
                <c:pt idx="999">
                  <c:v>239.7607421875</c:v>
                </c:pt>
                <c:pt idx="1000">
                  <c:v>239.7705078125</c:v>
                </c:pt>
                <c:pt idx="1001">
                  <c:v>239.7802734375</c:v>
                </c:pt>
                <c:pt idx="1002">
                  <c:v>239.7900390625</c:v>
                </c:pt>
                <c:pt idx="1003">
                  <c:v>239.7998046875</c:v>
                </c:pt>
                <c:pt idx="1004">
                  <c:v>239.8095703125</c:v>
                </c:pt>
                <c:pt idx="1005">
                  <c:v>239.8193359375</c:v>
                </c:pt>
                <c:pt idx="1006">
                  <c:v>239.8291015625</c:v>
                </c:pt>
                <c:pt idx="1007">
                  <c:v>239.8388671875</c:v>
                </c:pt>
                <c:pt idx="1008">
                  <c:v>239.8486328125</c:v>
                </c:pt>
                <c:pt idx="1009">
                  <c:v>239.8583984375</c:v>
                </c:pt>
                <c:pt idx="1010">
                  <c:v>239.8681640625</c:v>
                </c:pt>
                <c:pt idx="1011">
                  <c:v>239.8779296875</c:v>
                </c:pt>
                <c:pt idx="1012">
                  <c:v>239.8876953125</c:v>
                </c:pt>
                <c:pt idx="1013">
                  <c:v>239.8974609375</c:v>
                </c:pt>
                <c:pt idx="1014">
                  <c:v>239.9072265625</c:v>
                </c:pt>
                <c:pt idx="1015">
                  <c:v>239.9169921875</c:v>
                </c:pt>
                <c:pt idx="1016">
                  <c:v>239.9267578125</c:v>
                </c:pt>
                <c:pt idx="1017">
                  <c:v>239.9365234375</c:v>
                </c:pt>
                <c:pt idx="1018">
                  <c:v>239.9462890625</c:v>
                </c:pt>
                <c:pt idx="1019">
                  <c:v>239.9560546875</c:v>
                </c:pt>
                <c:pt idx="1020">
                  <c:v>239.9658203125</c:v>
                </c:pt>
                <c:pt idx="1021">
                  <c:v>239.9755859375</c:v>
                </c:pt>
                <c:pt idx="1022">
                  <c:v>239.9853515625</c:v>
                </c:pt>
                <c:pt idx="1023">
                  <c:v>239.9951171875</c:v>
                </c:pt>
              </c:numCache>
            </c:numRef>
          </c:xVal>
          <c:yVal>
            <c:numRef>
              <c:f>'Chart Data'!$D$2:$D$1025</c:f>
              <c:numCache>
                <c:formatCode>0.00</c:formatCode>
                <c:ptCount val="1024"/>
                <c:pt idx="0">
                  <c:v>0.012181009829589</c:v>
                </c:pt>
                <c:pt idx="1">
                  <c:v>0.012182983992581</c:v>
                </c:pt>
                <c:pt idx="2">
                  <c:v>0.01218500097219</c:v>
                </c:pt>
                <c:pt idx="3">
                  <c:v>0.012187060780494</c:v>
                </c:pt>
                <c:pt idx="4">
                  <c:v>0.012189163430015</c:v>
                </c:pt>
                <c:pt idx="5">
                  <c:v>0.012191308933726</c:v>
                </c:pt>
                <c:pt idx="6">
                  <c:v>0.012193497305051</c:v>
                </c:pt>
                <c:pt idx="7">
                  <c:v>0.01219572855786</c:v>
                </c:pt>
                <c:pt idx="8">
                  <c:v>0.012198002706474</c:v>
                </c:pt>
                <c:pt idx="9">
                  <c:v>0.012200319765664</c:v>
                </c:pt>
                <c:pt idx="10">
                  <c:v>0.01220267975065</c:v>
                </c:pt>
                <c:pt idx="11">
                  <c:v>0.012205082677101</c:v>
                </c:pt>
                <c:pt idx="12">
                  <c:v>0.01220752856114</c:v>
                </c:pt>
                <c:pt idx="13">
                  <c:v>0.012210017419336</c:v>
                </c:pt>
                <c:pt idx="14">
                  <c:v>0.012212549268713</c:v>
                </c:pt>
                <c:pt idx="15">
                  <c:v>0.012215124126743</c:v>
                </c:pt>
                <c:pt idx="16">
                  <c:v>0.012217742011349</c:v>
                </c:pt>
                <c:pt idx="17">
                  <c:v>0.012220402940909</c:v>
                </c:pt>
                <c:pt idx="18">
                  <c:v>0.012223106934248</c:v>
                </c:pt>
                <c:pt idx="19">
                  <c:v>0.012225854010647</c:v>
                </c:pt>
                <c:pt idx="20">
                  <c:v>0.012228644189837</c:v>
                </c:pt>
                <c:pt idx="21">
                  <c:v>0.012231477492001</c:v>
                </c:pt>
                <c:pt idx="22">
                  <c:v>0.012234353937777</c:v>
                </c:pt>
                <c:pt idx="23">
                  <c:v>0.012237273548254</c:v>
                </c:pt>
                <c:pt idx="24">
                  <c:v>0.012240236344975</c:v>
                </c:pt>
                <c:pt idx="25">
                  <c:v>0.012243242349937</c:v>
                </c:pt>
                <c:pt idx="26">
                  <c:v>0.012246291585589</c:v>
                </c:pt>
                <c:pt idx="27">
                  <c:v>0.012249384074836</c:v>
                </c:pt>
                <c:pt idx="28">
                  <c:v>0.012252519841038</c:v>
                </c:pt>
                <c:pt idx="29">
                  <c:v>0.012255698908006</c:v>
                </c:pt>
                <c:pt idx="30">
                  <c:v>0.012258921300011</c:v>
                </c:pt>
                <c:pt idx="31">
                  <c:v>0.012262187041775</c:v>
                </c:pt>
                <c:pt idx="32">
                  <c:v>0.012265496158477</c:v>
                </c:pt>
                <c:pt idx="33">
                  <c:v>0.012268848675754</c:v>
                </c:pt>
                <c:pt idx="34">
                  <c:v>0.012272244619696</c:v>
                </c:pt>
                <c:pt idx="35">
                  <c:v>0.01227568401685</c:v>
                </c:pt>
                <c:pt idx="36">
                  <c:v>0.012279166894223</c:v>
                </c:pt>
                <c:pt idx="37">
                  <c:v>0.012282693279275</c:v>
                </c:pt>
                <c:pt idx="38">
                  <c:v>0.012286263199926</c:v>
                </c:pt>
                <c:pt idx="39">
                  <c:v>0.012289876684553</c:v>
                </c:pt>
                <c:pt idx="40">
                  <c:v>0.012293533761991</c:v>
                </c:pt>
                <c:pt idx="41">
                  <c:v>0.012297234461535</c:v>
                </c:pt>
                <c:pt idx="42">
                  <c:v>0.012300978812936</c:v>
                </c:pt>
                <c:pt idx="43">
                  <c:v>0.012304766846407</c:v>
                </c:pt>
                <c:pt idx="44">
                  <c:v>0.012308598592618</c:v>
                </c:pt>
                <c:pt idx="45">
                  <c:v>0.012312474082702</c:v>
                </c:pt>
                <c:pt idx="46">
                  <c:v>0.012316393348249</c:v>
                </c:pt>
                <c:pt idx="47">
                  <c:v>0.012320356421313</c:v>
                </c:pt>
                <c:pt idx="48">
                  <c:v>0.012324363334405</c:v>
                </c:pt>
                <c:pt idx="49">
                  <c:v>0.012328414120501</c:v>
                </c:pt>
                <c:pt idx="50">
                  <c:v>0.012332508813036</c:v>
                </c:pt>
                <c:pt idx="51">
                  <c:v>0.01233664744591</c:v>
                </c:pt>
                <c:pt idx="52">
                  <c:v>0.012340830053483</c:v>
                </c:pt>
                <c:pt idx="53">
                  <c:v>0.012345056670579</c:v>
                </c:pt>
                <c:pt idx="54">
                  <c:v>0.012349327332485</c:v>
                </c:pt>
                <c:pt idx="55">
                  <c:v>0.012353642074952</c:v>
                </c:pt>
                <c:pt idx="56">
                  <c:v>0.012358000934194</c:v>
                </c:pt>
                <c:pt idx="57">
                  <c:v>0.012362403946892</c:v>
                </c:pt>
                <c:pt idx="58">
                  <c:v>0.012366851150189</c:v>
                </c:pt>
                <c:pt idx="59">
                  <c:v>0.012371342581695</c:v>
                </c:pt>
                <c:pt idx="60">
                  <c:v>0.012375878279486</c:v>
                </c:pt>
                <c:pt idx="61">
                  <c:v>0.012380458282103</c:v>
                </c:pt>
                <c:pt idx="62">
                  <c:v>0.012385082628554</c:v>
                </c:pt>
                <c:pt idx="63">
                  <c:v>0.012389751358314</c:v>
                </c:pt>
                <c:pt idx="64">
                  <c:v>0.012394464511327</c:v>
                </c:pt>
                <c:pt idx="65">
                  <c:v>0.012399222128002</c:v>
                </c:pt>
                <c:pt idx="66">
                  <c:v>0.012404024249219</c:v>
                </c:pt>
                <c:pt idx="67">
                  <c:v>0.012408870916324</c:v>
                </c:pt>
                <c:pt idx="68">
                  <c:v>0.012413762171136</c:v>
                </c:pt>
                <c:pt idx="69">
                  <c:v>0.012418698055939</c:v>
                </c:pt>
                <c:pt idx="70">
                  <c:v>0.012423678613492</c:v>
                </c:pt>
                <c:pt idx="71">
                  <c:v>0.01242870388702</c:v>
                </c:pt>
                <c:pt idx="72">
                  <c:v>0.012433773920223</c:v>
                </c:pt>
                <c:pt idx="73">
                  <c:v>0.01243888875727</c:v>
                </c:pt>
                <c:pt idx="74">
                  <c:v>0.012444048442802</c:v>
                </c:pt>
                <c:pt idx="75">
                  <c:v>0.012449253021935</c:v>
                </c:pt>
                <c:pt idx="76">
                  <c:v>0.012454502540255</c:v>
                </c:pt>
                <c:pt idx="77">
                  <c:v>0.012459797043822</c:v>
                </c:pt>
                <c:pt idx="78">
                  <c:v>0.012465136579171</c:v>
                </c:pt>
                <c:pt idx="79">
                  <c:v>0.012470521193312</c:v>
                </c:pt>
                <c:pt idx="80">
                  <c:v>0.012475950933726</c:v>
                </c:pt>
                <c:pt idx="81">
                  <c:v>0.012481425848374</c:v>
                </c:pt>
                <c:pt idx="82">
                  <c:v>0.012486945985691</c:v>
                </c:pt>
                <c:pt idx="83">
                  <c:v>0.012492511394587</c:v>
                </c:pt>
                <c:pt idx="84">
                  <c:v>0.012498122124451</c:v>
                </c:pt>
                <c:pt idx="85">
                  <c:v>0.012503778225148</c:v>
                </c:pt>
                <c:pt idx="86">
                  <c:v>0.012509479747022</c:v>
                </c:pt>
                <c:pt idx="87">
                  <c:v>0.012515226740895</c:v>
                </c:pt>
                <c:pt idx="88">
                  <c:v>0.012521019258066</c:v>
                </c:pt>
                <c:pt idx="89">
                  <c:v>0.012526857350317</c:v>
                </c:pt>
                <c:pt idx="90">
                  <c:v>0.012532741069908</c:v>
                </c:pt>
                <c:pt idx="91">
                  <c:v>0.012538670469579</c:v>
                </c:pt>
                <c:pt idx="92">
                  <c:v>0.012544645602551</c:v>
                </c:pt>
                <c:pt idx="93">
                  <c:v>0.012550666522528</c:v>
                </c:pt>
                <c:pt idx="94">
                  <c:v>0.012556733283696</c:v>
                </c:pt>
                <c:pt idx="95">
                  <c:v>0.012562845940721</c:v>
                </c:pt>
                <c:pt idx="96">
                  <c:v>0.012569004548756</c:v>
                </c:pt>
                <c:pt idx="97">
                  <c:v>0.012575209163435</c:v>
                </c:pt>
                <c:pt idx="98">
                  <c:v>0.012581459840877</c:v>
                </c:pt>
                <c:pt idx="99">
                  <c:v>0.012587756637686</c:v>
                </c:pt>
                <c:pt idx="100">
                  <c:v>0.01259409961095</c:v>
                </c:pt>
                <c:pt idx="101">
                  <c:v>0.012600488818247</c:v>
                </c:pt>
                <c:pt idx="102">
                  <c:v>0.012606924317636</c:v>
                </c:pt>
                <c:pt idx="103">
                  <c:v>0.012613406167667</c:v>
                </c:pt>
                <c:pt idx="104">
                  <c:v>0.012619934427376</c:v>
                </c:pt>
                <c:pt idx="105">
                  <c:v>0.012626509156288</c:v>
                </c:pt>
                <c:pt idx="106">
                  <c:v>0.012633130414415</c:v>
                </c:pt>
                <c:pt idx="107">
                  <c:v>0.012639798262261</c:v>
                </c:pt>
                <c:pt idx="108">
                  <c:v>0.012646512760818</c:v>
                </c:pt>
                <c:pt idx="109">
                  <c:v>0.012653273971568</c:v>
                </c:pt>
                <c:pt idx="110">
                  <c:v>0.012660081956487</c:v>
                </c:pt>
                <c:pt idx="111">
                  <c:v>0.012666936778039</c:v>
                </c:pt>
                <c:pt idx="112">
                  <c:v>0.012673838499183</c:v>
                </c:pt>
                <c:pt idx="113">
                  <c:v>0.012680787183369</c:v>
                </c:pt>
                <c:pt idx="114">
                  <c:v>0.012687782894542</c:v>
                </c:pt>
                <c:pt idx="115">
                  <c:v>0.012694825697138</c:v>
                </c:pt>
                <c:pt idx="116">
                  <c:v>0.012701915656092</c:v>
                </c:pt>
                <c:pt idx="117">
                  <c:v>0.012709052836832</c:v>
                </c:pt>
                <c:pt idx="118">
                  <c:v>0.012716237305279</c:v>
                </c:pt>
                <c:pt idx="119">
                  <c:v>0.012723469127856</c:v>
                </c:pt>
                <c:pt idx="120">
                  <c:v>0.012730748371479</c:v>
                </c:pt>
                <c:pt idx="121">
                  <c:v>0.012738075103562</c:v>
                </c:pt>
                <c:pt idx="122">
                  <c:v>0.012745449392019</c:v>
                </c:pt>
                <c:pt idx="123">
                  <c:v>0.012752871305261</c:v>
                </c:pt>
                <c:pt idx="124">
                  <c:v>0.012760340912199</c:v>
                </c:pt>
                <c:pt idx="125">
                  <c:v>0.012767858282244</c:v>
                </c:pt>
                <c:pt idx="126">
                  <c:v>0.012775423485308</c:v>
                </c:pt>
                <c:pt idx="127">
                  <c:v>0.012783036591805</c:v>
                </c:pt>
                <c:pt idx="128">
                  <c:v>0.012790697672648</c:v>
                </c:pt>
                <c:pt idx="129">
                  <c:v>0.012798406799256</c:v>
                </c:pt>
                <c:pt idx="130">
                  <c:v>0.012806164043549</c:v>
                </c:pt>
                <c:pt idx="131">
                  <c:v>0.012813969477951</c:v>
                </c:pt>
                <c:pt idx="132">
                  <c:v>0.01282182317539</c:v>
                </c:pt>
                <c:pt idx="133">
                  <c:v>0.012829725209301</c:v>
                </c:pt>
                <c:pt idx="134">
                  <c:v>0.012837675653623</c:v>
                </c:pt>
                <c:pt idx="135">
                  <c:v>0.0128456745828</c:v>
                </c:pt>
                <c:pt idx="136">
                  <c:v>0.012853722071785</c:v>
                </c:pt>
                <c:pt idx="137">
                  <c:v>0.012861818196038</c:v>
                </c:pt>
                <c:pt idx="138">
                  <c:v>0.012869963031528</c:v>
                </c:pt>
                <c:pt idx="139">
                  <c:v>0.012878156654729</c:v>
                </c:pt>
                <c:pt idx="140">
                  <c:v>0.012886399142629</c:v>
                </c:pt>
                <c:pt idx="141">
                  <c:v>0.012894690572723</c:v>
                </c:pt>
                <c:pt idx="142">
                  <c:v>0.012903031023019</c:v>
                </c:pt>
                <c:pt idx="143">
                  <c:v>0.012911420572033</c:v>
                </c:pt>
                <c:pt idx="144">
                  <c:v>0.012919859298797</c:v>
                </c:pt>
                <c:pt idx="145">
                  <c:v>0.012928347282851</c:v>
                </c:pt>
                <c:pt idx="146">
                  <c:v>0.012936884604253</c:v>
                </c:pt>
                <c:pt idx="147">
                  <c:v>0.01294547134357</c:v>
                </c:pt>
                <c:pt idx="148">
                  <c:v>0.012954107581887</c:v>
                </c:pt>
                <c:pt idx="149">
                  <c:v>0.012962793400804</c:v>
                </c:pt>
                <c:pt idx="150">
                  <c:v>0.012971528882433</c:v>
                </c:pt>
                <c:pt idx="151">
                  <c:v>0.012980314109408</c:v>
                </c:pt>
                <c:pt idx="152">
                  <c:v>0.012989149164874</c:v>
                </c:pt>
                <c:pt idx="153">
                  <c:v>0.012998034132499</c:v>
                </c:pt>
                <c:pt idx="154">
                  <c:v>0.013006969096465</c:v>
                </c:pt>
                <c:pt idx="155">
                  <c:v>0.013015954141476</c:v>
                </c:pt>
                <c:pt idx="156">
                  <c:v>0.013024989352753</c:v>
                </c:pt>
                <c:pt idx="157">
                  <c:v>0.01303407481604</c:v>
                </c:pt>
                <c:pt idx="158">
                  <c:v>0.013043210617599</c:v>
                </c:pt>
                <c:pt idx="159">
                  <c:v>0.013052396844215</c:v>
                </c:pt>
                <c:pt idx="160">
                  <c:v>0.013061633583195</c:v>
                </c:pt>
                <c:pt idx="161">
                  <c:v>0.013070920922368</c:v>
                </c:pt>
                <c:pt idx="162">
                  <c:v>0.013080258950087</c:v>
                </c:pt>
                <c:pt idx="163">
                  <c:v>0.013089647755229</c:v>
                </c:pt>
                <c:pt idx="164">
                  <c:v>0.013099087427194</c:v>
                </c:pt>
                <c:pt idx="165">
                  <c:v>0.01310857805591</c:v>
                </c:pt>
                <c:pt idx="166">
                  <c:v>0.013118119731829</c:v>
                </c:pt>
                <c:pt idx="167">
                  <c:v>0.013127712545929</c:v>
                </c:pt>
                <c:pt idx="168">
                  <c:v>0.013137356589716</c:v>
                </c:pt>
                <c:pt idx="169">
                  <c:v>0.013147051955224</c:v>
                </c:pt>
                <c:pt idx="170">
                  <c:v>0.013156798735015</c:v>
                </c:pt>
                <c:pt idx="171">
                  <c:v>0.013166597022179</c:v>
                </c:pt>
                <c:pt idx="172">
                  <c:v>0.013176446910338</c:v>
                </c:pt>
                <c:pt idx="173">
                  <c:v>0.013186348493641</c:v>
                </c:pt>
                <c:pt idx="174">
                  <c:v>0.01319630186677</c:v>
                </c:pt>
                <c:pt idx="175">
                  <c:v>0.013206307124937</c:v>
                </c:pt>
                <c:pt idx="176">
                  <c:v>0.013216364363888</c:v>
                </c:pt>
                <c:pt idx="177">
                  <c:v>0.0132264736799</c:v>
                </c:pt>
                <c:pt idx="178">
                  <c:v>0.013236635169784</c:v>
                </c:pt>
                <c:pt idx="179">
                  <c:v>0.013246848930884</c:v>
                </c:pt>
                <c:pt idx="180">
                  <c:v>0.013257115061078</c:v>
                </c:pt>
                <c:pt idx="181">
                  <c:v>0.013267433658781</c:v>
                </c:pt>
                <c:pt idx="182">
                  <c:v>0.013277804822943</c:v>
                </c:pt>
                <c:pt idx="183">
                  <c:v>0.013288228653048</c:v>
                </c:pt>
                <c:pt idx="184">
                  <c:v>0.01329870524912</c:v>
                </c:pt>
                <c:pt idx="185">
                  <c:v>0.013309234711718</c:v>
                </c:pt>
                <c:pt idx="186">
                  <c:v>0.01331981714194</c:v>
                </c:pt>
                <c:pt idx="187">
                  <c:v>0.013330452641422</c:v>
                </c:pt>
                <c:pt idx="188">
                  <c:v>0.01334114131234</c:v>
                </c:pt>
                <c:pt idx="189">
                  <c:v>0.013351883257409</c:v>
                </c:pt>
                <c:pt idx="190">
                  <c:v>0.013362678579884</c:v>
                </c:pt>
                <c:pt idx="191">
                  <c:v>0.013373527383561</c:v>
                </c:pt>
                <c:pt idx="192">
                  <c:v>0.013384429772778</c:v>
                </c:pt>
                <c:pt idx="193">
                  <c:v>0.013395385852414</c:v>
                </c:pt>
                <c:pt idx="194">
                  <c:v>0.01340639572789</c:v>
                </c:pt>
                <c:pt idx="195">
                  <c:v>0.013417459505172</c:v>
                </c:pt>
                <c:pt idx="196">
                  <c:v>0.013428577290768</c:v>
                </c:pt>
                <c:pt idx="197">
                  <c:v>0.01343974919173</c:v>
                </c:pt>
                <c:pt idx="198">
                  <c:v>0.013450975315656</c:v>
                </c:pt>
                <c:pt idx="199">
                  <c:v>0.013462255770687</c:v>
                </c:pt>
                <c:pt idx="200">
                  <c:v>0.013473590665511</c:v>
                </c:pt>
                <c:pt idx="201">
                  <c:v>0.013484980109362</c:v>
                </c:pt>
                <c:pt idx="202">
                  <c:v>0.01349642421202</c:v>
                </c:pt>
                <c:pt idx="203">
                  <c:v>0.013507923083814</c:v>
                </c:pt>
                <c:pt idx="204">
                  <c:v>0.013519476835618</c:v>
                </c:pt>
                <c:pt idx="205">
                  <c:v>0.013531085578856</c:v>
                </c:pt>
                <c:pt idx="206">
                  <c:v>0.013542749425501</c:v>
                </c:pt>
                <c:pt idx="207">
                  <c:v>0.013554468488073</c:v>
                </c:pt>
                <c:pt idx="208">
                  <c:v>0.013566242879643</c:v>
                </c:pt>
                <c:pt idx="209">
                  <c:v>0.013578072713833</c:v>
                </c:pt>
                <c:pt idx="210">
                  <c:v>0.013589958104813</c:v>
                </c:pt>
                <c:pt idx="211">
                  <c:v>0.013601899167306</c:v>
                </c:pt>
                <c:pt idx="212">
                  <c:v>0.013613896016586</c:v>
                </c:pt>
                <c:pt idx="213">
                  <c:v>0.013625948768478</c:v>
                </c:pt>
                <c:pt idx="214">
                  <c:v>0.01363805753936</c:v>
                </c:pt>
                <c:pt idx="215">
                  <c:v>0.013650222446163</c:v>
                </c:pt>
                <c:pt idx="216">
                  <c:v>0.01366244360637</c:v>
                </c:pt>
                <c:pt idx="217">
                  <c:v>0.013674721138018</c:v>
                </c:pt>
                <c:pt idx="218">
                  <c:v>0.013687055159699</c:v>
                </c:pt>
                <c:pt idx="219">
                  <c:v>0.013699445790557</c:v>
                </c:pt>
                <c:pt idx="220">
                  <c:v>0.013711893150292</c:v>
                </c:pt>
                <c:pt idx="221">
                  <c:v>0.01372439735916</c:v>
                </c:pt>
                <c:pt idx="222">
                  <c:v>0.013736958537972</c:v>
                </c:pt>
                <c:pt idx="223">
                  <c:v>0.013749576808092</c:v>
                </c:pt>
                <c:pt idx="224">
                  <c:v>0.013762252291444</c:v>
                </c:pt>
                <c:pt idx="225">
                  <c:v>0.013774985110506</c:v>
                </c:pt>
                <c:pt idx="226">
                  <c:v>0.013787775388314</c:v>
                </c:pt>
                <c:pt idx="227">
                  <c:v>0.01380062324846</c:v>
                </c:pt>
                <c:pt idx="228">
                  <c:v>0.013813528815094</c:v>
                </c:pt>
                <c:pt idx="229">
                  <c:v>0.013826492212924</c:v>
                </c:pt>
                <c:pt idx="230">
                  <c:v>0.013839513567215</c:v>
                </c:pt>
                <c:pt idx="231">
                  <c:v>0.013852593003792</c:v>
                </c:pt>
                <c:pt idx="232">
                  <c:v>0.013865730649036</c:v>
                </c:pt>
                <c:pt idx="233">
                  <c:v>0.01387892662989</c:v>
                </c:pt>
                <c:pt idx="234">
                  <c:v>0.013892181073853</c:v>
                </c:pt>
                <c:pt idx="235">
                  <c:v>0.013905494108985</c:v>
                </c:pt>
                <c:pt idx="236">
                  <c:v>0.013918865863906</c:v>
                </c:pt>
                <c:pt idx="237">
                  <c:v>0.013932296467794</c:v>
                </c:pt>
                <c:pt idx="238">
                  <c:v>0.013945786050387</c:v>
                </c:pt>
                <c:pt idx="239">
                  <c:v>0.013959334741985</c:v>
                </c:pt>
                <c:pt idx="240">
                  <c:v>0.013972942673445</c:v>
                </c:pt>
                <c:pt idx="241">
                  <c:v>0.013986609976187</c:v>
                </c:pt>
                <c:pt idx="242">
                  <c:v>0.01400033678219</c:v>
                </c:pt>
                <c:pt idx="243">
                  <c:v>0.014014123223995</c:v>
                </c:pt>
                <c:pt idx="244">
                  <c:v>0.014027969434702</c:v>
                </c:pt>
                <c:pt idx="245">
                  <c:v>0.014041875547973</c:v>
                </c:pt>
                <c:pt idx="246">
                  <c:v>0.01405584169803</c:v>
                </c:pt>
                <c:pt idx="247">
                  <c:v>0.014069868019658</c:v>
                </c:pt>
                <c:pt idx="248">
                  <c:v>0.014083954648199</c:v>
                </c:pt>
                <c:pt idx="249">
                  <c:v>0.014098101719561</c:v>
                </c:pt>
                <c:pt idx="250">
                  <c:v>0.014112309370209</c:v>
                </c:pt>
                <c:pt idx="251">
                  <c:v>0.014126577737171</c:v>
                </c:pt>
                <c:pt idx="252">
                  <c:v>0.014140906958036</c:v>
                </c:pt>
                <c:pt idx="253">
                  <c:v>0.014155297170955</c:v>
                </c:pt>
                <c:pt idx="254">
                  <c:v>0.014169748514637</c:v>
                </c:pt>
                <c:pt idx="255">
                  <c:v>0.014184261128355</c:v>
                </c:pt>
                <c:pt idx="256">
                  <c:v>0.014198835151942</c:v>
                </c:pt>
                <c:pt idx="257">
                  <c:v>0.014213470725791</c:v>
                </c:pt>
                <c:pt idx="258">
                  <c:v>0.014228167990857</c:v>
                </c:pt>
                <c:pt idx="259">
                  <c:v>0.014242927088654</c:v>
                </c:pt>
                <c:pt idx="260">
                  <c:v>0.014257748161258</c:v>
                </c:pt>
                <c:pt idx="261">
                  <c:v>0.014272631351305</c:v>
                </c:pt>
                <c:pt idx="262">
                  <c:v>0.01428757680199</c:v>
                </c:pt>
                <c:pt idx="263">
                  <c:v>0.014302584657069</c:v>
                </c:pt>
                <c:pt idx="264">
                  <c:v>0.014317655060858</c:v>
                </c:pt>
                <c:pt idx="265">
                  <c:v>0.014332788158231</c:v>
                </c:pt>
                <c:pt idx="266">
                  <c:v>0.014347984094623</c:v>
                </c:pt>
                <c:pt idx="267">
                  <c:v>0.014363243016026</c:v>
                </c:pt>
                <c:pt idx="268">
                  <c:v>0.014378565068992</c:v>
                </c:pt>
                <c:pt idx="269">
                  <c:v>0.014393950400631</c:v>
                </c:pt>
                <c:pt idx="270">
                  <c:v>0.014409399158612</c:v>
                </c:pt>
                <c:pt idx="271">
                  <c:v>0.014424911491159</c:v>
                </c:pt>
                <c:pt idx="272">
                  <c:v>0.014440487547055</c:v>
                </c:pt>
                <c:pt idx="273">
                  <c:v>0.01445612747564</c:v>
                </c:pt>
                <c:pt idx="274">
                  <c:v>0.014471831426811</c:v>
                </c:pt>
                <c:pt idx="275">
                  <c:v>0.014487599551019</c:v>
                </c:pt>
                <c:pt idx="276">
                  <c:v>0.014503431999271</c:v>
                </c:pt>
                <c:pt idx="277">
                  <c:v>0.014519328923131</c:v>
                </c:pt>
                <c:pt idx="278">
                  <c:v>0.014535290474715</c:v>
                </c:pt>
                <c:pt idx="279">
                  <c:v>0.014551316806695</c:v>
                </c:pt>
                <c:pt idx="280">
                  <c:v>0.014567408072294</c:v>
                </c:pt>
                <c:pt idx="281">
                  <c:v>0.014583564425289</c:v>
                </c:pt>
                <c:pt idx="282">
                  <c:v>0.014599786020011</c:v>
                </c:pt>
                <c:pt idx="283">
                  <c:v>0.01461607301134</c:v>
                </c:pt>
                <c:pt idx="284">
                  <c:v>0.014632425554707</c:v>
                </c:pt>
                <c:pt idx="285">
                  <c:v>0.014648843806095</c:v>
                </c:pt>
                <c:pt idx="286">
                  <c:v>0.014665327922034</c:v>
                </c:pt>
                <c:pt idx="287">
                  <c:v>0.014681878059604</c:v>
                </c:pt>
                <c:pt idx="288">
                  <c:v>0.014698494376434</c:v>
                </c:pt>
                <c:pt idx="289">
                  <c:v>0.014715177030698</c:v>
                </c:pt>
                <c:pt idx="290">
                  <c:v>0.014731926181117</c:v>
                </c:pt>
                <c:pt idx="291">
                  <c:v>0.014748741986958</c:v>
                </c:pt>
                <c:pt idx="292">
                  <c:v>0.014765624608033</c:v>
                </c:pt>
                <c:pt idx="293">
                  <c:v>0.014782574204695</c:v>
                </c:pt>
                <c:pt idx="294">
                  <c:v>0.014799590937843</c:v>
                </c:pt>
                <c:pt idx="295">
                  <c:v>0.014816674968914</c:v>
                </c:pt>
                <c:pt idx="296">
                  <c:v>0.01483382645989</c:v>
                </c:pt>
                <c:pt idx="297">
                  <c:v>0.014851045573289</c:v>
                </c:pt>
                <c:pt idx="298">
                  <c:v>0.014868332472168</c:v>
                </c:pt>
                <c:pt idx="299">
                  <c:v>0.014885687320123</c:v>
                </c:pt>
                <c:pt idx="300">
                  <c:v>0.014903110281286</c:v>
                </c:pt>
                <c:pt idx="301">
                  <c:v>0.014920601520323</c:v>
                </c:pt>
                <c:pt idx="302">
                  <c:v>0.014938161202434</c:v>
                </c:pt>
                <c:pt idx="303">
                  <c:v>0.014955789493353</c:v>
                </c:pt>
                <c:pt idx="304">
                  <c:v>0.014973486559344</c:v>
                </c:pt>
                <c:pt idx="305">
                  <c:v>0.014991252567202</c:v>
                </c:pt>
                <c:pt idx="306">
                  <c:v>0.015009087684249</c:v>
                </c:pt>
                <c:pt idx="307">
                  <c:v>0.015026992078336</c:v>
                </c:pt>
                <c:pt idx="308">
                  <c:v>0.015044965917841</c:v>
                </c:pt>
                <c:pt idx="309">
                  <c:v>0.015063009371663</c:v>
                </c:pt>
                <c:pt idx="310">
                  <c:v>0.015081122609227</c:v>
                </c:pt>
                <c:pt idx="311">
                  <c:v>0.015099305800478</c:v>
                </c:pt>
                <c:pt idx="312">
                  <c:v>0.015117559115881</c:v>
                </c:pt>
                <c:pt idx="313">
                  <c:v>0.01513588272642</c:v>
                </c:pt>
                <c:pt idx="314">
                  <c:v>0.015154276803594</c:v>
                </c:pt>
                <c:pt idx="315">
                  <c:v>0.015172741519419</c:v>
                </c:pt>
                <c:pt idx="316">
                  <c:v>0.015191277046423</c:v>
                </c:pt>
                <c:pt idx="317">
                  <c:v>0.015209883557644</c:v>
                </c:pt>
                <c:pt idx="318">
                  <c:v>0.015228561226633</c:v>
                </c:pt>
                <c:pt idx="319">
                  <c:v>0.015247310227446</c:v>
                </c:pt>
                <c:pt idx="320">
                  <c:v>0.015266130734646</c:v>
                </c:pt>
                <c:pt idx="321">
                  <c:v>0.0152850229233</c:v>
                </c:pt>
                <c:pt idx="322">
                  <c:v>0.015303986968975</c:v>
                </c:pt>
                <c:pt idx="323">
                  <c:v>0.01532302304774</c:v>
                </c:pt>
                <c:pt idx="324">
                  <c:v>0.015342131336162</c:v>
                </c:pt>
                <c:pt idx="325">
                  <c:v>0.015361312011303</c:v>
                </c:pt>
                <c:pt idx="326">
                  <c:v>0.015380565250717</c:v>
                </c:pt>
                <c:pt idx="327">
                  <c:v>0.015399891232451</c:v>
                </c:pt>
                <c:pt idx="328">
                  <c:v>0.015419290135042</c:v>
                </c:pt>
                <c:pt idx="329">
                  <c:v>0.015438762137512</c:v>
                </c:pt>
                <c:pt idx="330">
                  <c:v>0.015458307419367</c:v>
                </c:pt>
                <c:pt idx="331">
                  <c:v>0.015477926160597</c:v>
                </c:pt>
                <c:pt idx="332">
                  <c:v>0.01549761854167</c:v>
                </c:pt>
                <c:pt idx="333">
                  <c:v>0.015517384743531</c:v>
                </c:pt>
                <c:pt idx="334">
                  <c:v>0.0155372249476</c:v>
                </c:pt>
                <c:pt idx="335">
                  <c:v>0.015557139335769</c:v>
                </c:pt>
                <c:pt idx="336">
                  <c:v>0.015577128090399</c:v>
                </c:pt>
                <c:pt idx="337">
                  <c:v>0.015597191394317</c:v>
                </c:pt>
                <c:pt idx="338">
                  <c:v>0.015617329430814</c:v>
                </c:pt>
                <c:pt idx="339">
                  <c:v>0.015637542383642</c:v>
                </c:pt>
                <c:pt idx="340">
                  <c:v>0.015657830437012</c:v>
                </c:pt>
                <c:pt idx="341">
                  <c:v>0.015678193775587</c:v>
                </c:pt>
                <c:pt idx="342">
                  <c:v>0.015698632584485</c:v>
                </c:pt>
                <c:pt idx="343">
                  <c:v>0.015719147049272</c:v>
                </c:pt>
                <c:pt idx="344">
                  <c:v>0.01573973735596</c:v>
                </c:pt>
                <c:pt idx="345">
                  <c:v>0.015760403691004</c:v>
                </c:pt>
                <c:pt idx="346">
                  <c:v>0.015781146241298</c:v>
                </c:pt>
                <c:pt idx="347">
                  <c:v>0.015801965194172</c:v>
                </c:pt>
                <c:pt idx="348">
                  <c:v>0.01582286073739</c:v>
                </c:pt>
                <c:pt idx="349">
                  <c:v>0.015843833059145</c:v>
                </c:pt>
                <c:pt idx="350">
                  <c:v>0.015864882348056</c:v>
                </c:pt>
                <c:pt idx="351">
                  <c:v>0.015886008793163</c:v>
                </c:pt>
                <c:pt idx="352">
                  <c:v>0.015907212583928</c:v>
                </c:pt>
                <c:pt idx="353">
                  <c:v>0.015928493910226</c:v>
                </c:pt>
                <c:pt idx="354">
                  <c:v>0.015949852962343</c:v>
                </c:pt>
                <c:pt idx="355">
                  <c:v>0.015971289930975</c:v>
                </c:pt>
                <c:pt idx="356">
                  <c:v>0.01599280500722</c:v>
                </c:pt>
                <c:pt idx="357">
                  <c:v>0.016014398382577</c:v>
                </c:pt>
                <c:pt idx="358">
                  <c:v>0.01603607024894</c:v>
                </c:pt>
                <c:pt idx="359">
                  <c:v>0.016057820798596</c:v>
                </c:pt>
                <c:pt idx="360">
                  <c:v>0.016079650224218</c:v>
                </c:pt>
                <c:pt idx="361">
                  <c:v>0.016101558718865</c:v>
                </c:pt>
                <c:pt idx="362">
                  <c:v>0.016123546475973</c:v>
                </c:pt>
                <c:pt idx="363">
                  <c:v>0.016145613689354</c:v>
                </c:pt>
                <c:pt idx="364">
                  <c:v>0.016167760553191</c:v>
                </c:pt>
                <c:pt idx="365">
                  <c:v>0.016189987262031</c:v>
                </c:pt>
                <c:pt idx="366">
                  <c:v>0.016212294010785</c:v>
                </c:pt>
                <c:pt idx="367">
                  <c:v>0.016234680994719</c:v>
                </c:pt>
                <c:pt idx="368">
                  <c:v>0.016257148409451</c:v>
                </c:pt>
                <c:pt idx="369">
                  <c:v>0.016279696450948</c:v>
                </c:pt>
                <c:pt idx="370">
                  <c:v>0.016302325315518</c:v>
                </c:pt>
                <c:pt idx="371">
                  <c:v>0.016325035199807</c:v>
                </c:pt>
                <c:pt idx="372">
                  <c:v>0.016347826300792</c:v>
                </c:pt>
                <c:pt idx="373">
                  <c:v>0.016370698815778</c:v>
                </c:pt>
                <c:pt idx="374">
                  <c:v>0.016393652942394</c:v>
                </c:pt>
                <c:pt idx="375">
                  <c:v>0.016416688878583</c:v>
                </c:pt>
                <c:pt idx="376">
                  <c:v>0.016439806822601</c:v>
                </c:pt>
                <c:pt idx="377">
                  <c:v>0.016463006973009</c:v>
                </c:pt>
                <c:pt idx="378">
                  <c:v>0.016486289528669</c:v>
                </c:pt>
                <c:pt idx="379">
                  <c:v>0.016509654688738</c:v>
                </c:pt>
                <c:pt idx="380">
                  <c:v>0.016533102652661</c:v>
                </c:pt>
                <c:pt idx="381">
                  <c:v>0.016556633620168</c:v>
                </c:pt>
                <c:pt idx="382">
                  <c:v>0.016580247791264</c:v>
                </c:pt>
                <c:pt idx="383">
                  <c:v>0.016603945366227</c:v>
                </c:pt>
                <c:pt idx="384">
                  <c:v>0.016627726545601</c:v>
                </c:pt>
                <c:pt idx="385">
                  <c:v>0.016651591530186</c:v>
                </c:pt>
                <c:pt idx="386">
                  <c:v>0.016675540521039</c:v>
                </c:pt>
                <c:pt idx="387">
                  <c:v>0.01669957371946</c:v>
                </c:pt>
                <c:pt idx="388">
                  <c:v>0.016723691326991</c:v>
                </c:pt>
                <c:pt idx="389">
                  <c:v>0.016747893545406</c:v>
                </c:pt>
                <c:pt idx="390">
                  <c:v>0.016772180576708</c:v>
                </c:pt>
                <c:pt idx="391">
                  <c:v>0.016796552623118</c:v>
                </c:pt>
                <c:pt idx="392">
                  <c:v>0.016821009887071</c:v>
                </c:pt>
                <c:pt idx="393">
                  <c:v>0.016845552571208</c:v>
                </c:pt>
                <c:pt idx="394">
                  <c:v>0.01687018087837</c:v>
                </c:pt>
                <c:pt idx="395">
                  <c:v>0.016894895011589</c:v>
                </c:pt>
                <c:pt idx="396">
                  <c:v>0.016919695174083</c:v>
                </c:pt>
                <c:pt idx="397">
                  <c:v>0.016944581569247</c:v>
                </c:pt>
                <c:pt idx="398">
                  <c:v>0.016969554400644</c:v>
                </c:pt>
                <c:pt idx="399">
                  <c:v>0.016994613872002</c:v>
                </c:pt>
                <c:pt idx="400">
                  <c:v>0.017019760187203</c:v>
                </c:pt>
                <c:pt idx="401">
                  <c:v>0.017044993550275</c:v>
                </c:pt>
                <c:pt idx="402">
                  <c:v>0.017070314165386</c:v>
                </c:pt>
                <c:pt idx="403">
                  <c:v>0.017095722236834</c:v>
                </c:pt>
                <c:pt idx="404">
                  <c:v>0.017121217969039</c:v>
                </c:pt>
                <c:pt idx="405">
                  <c:v>0.017146801566539</c:v>
                </c:pt>
                <c:pt idx="406">
                  <c:v>0.017172473233974</c:v>
                </c:pt>
                <c:pt idx="407">
                  <c:v>0.017198233176084</c:v>
                </c:pt>
                <c:pt idx="408">
                  <c:v>0.017224081597698</c:v>
                </c:pt>
                <c:pt idx="409">
                  <c:v>0.017250018703724</c:v>
                </c:pt>
                <c:pt idx="410">
                  <c:v>0.017276044699142</c:v>
                </c:pt>
                <c:pt idx="411">
                  <c:v>0.017302159788995</c:v>
                </c:pt>
                <c:pt idx="412">
                  <c:v>0.017328364178379</c:v>
                </c:pt>
                <c:pt idx="413">
                  <c:v>0.017354658072435</c:v>
                </c:pt>
                <c:pt idx="414">
                  <c:v>0.017381041676336</c:v>
                </c:pt>
                <c:pt idx="415">
                  <c:v>0.017407515195285</c:v>
                </c:pt>
                <c:pt idx="416">
                  <c:v>0.017434078834495</c:v>
                </c:pt>
                <c:pt idx="417">
                  <c:v>0.017460732799191</c:v>
                </c:pt>
                <c:pt idx="418">
                  <c:v>0.017487477294589</c:v>
                </c:pt>
                <c:pt idx="419">
                  <c:v>0.017514312525893</c:v>
                </c:pt>
                <c:pt idx="420">
                  <c:v>0.017541238698285</c:v>
                </c:pt>
                <c:pt idx="421">
                  <c:v>0.01756825601691</c:v>
                </c:pt>
                <c:pt idx="422">
                  <c:v>0.017595364686868</c:v>
                </c:pt>
                <c:pt idx="423">
                  <c:v>0.017622564913207</c:v>
                </c:pt>
                <c:pt idx="424">
                  <c:v>0.017649856900905</c:v>
                </c:pt>
                <c:pt idx="425">
                  <c:v>0.017677240854866</c:v>
                </c:pt>
                <c:pt idx="426">
                  <c:v>0.017704716979906</c:v>
                </c:pt>
                <c:pt idx="427">
                  <c:v>0.017732285480741</c:v>
                </c:pt>
                <c:pt idx="428">
                  <c:v>0.017759946561978</c:v>
                </c:pt>
                <c:pt idx="429">
                  <c:v>0.0177877004281</c:v>
                </c:pt>
                <c:pt idx="430">
                  <c:v>0.017815547283462</c:v>
                </c:pt>
                <c:pt idx="431">
                  <c:v>0.017843487332268</c:v>
                </c:pt>
                <c:pt idx="432">
                  <c:v>0.017871520778571</c:v>
                </c:pt>
                <c:pt idx="433">
                  <c:v>0.017899647826251</c:v>
                </c:pt>
                <c:pt idx="434">
                  <c:v>0.01792786867901</c:v>
                </c:pt>
                <c:pt idx="435">
                  <c:v>0.017956183540355</c:v>
                </c:pt>
                <c:pt idx="436">
                  <c:v>0.017984592613589</c:v>
                </c:pt>
                <c:pt idx="437">
                  <c:v>0.018013096101796</c:v>
                </c:pt>
                <c:pt idx="438">
                  <c:v>0.01804169420783</c:v>
                </c:pt>
                <c:pt idx="439">
                  <c:v>0.018070387134298</c:v>
                </c:pt>
                <c:pt idx="440">
                  <c:v>0.018099175083553</c:v>
                </c:pt>
                <c:pt idx="441">
                  <c:v>0.018128058257677</c:v>
                </c:pt>
                <c:pt idx="442">
                  <c:v>0.018157036858468</c:v>
                </c:pt>
                <c:pt idx="443">
                  <c:v>0.018186111087426</c:v>
                </c:pt>
                <c:pt idx="444">
                  <c:v>0.01821528114574</c:v>
                </c:pt>
                <c:pt idx="445">
                  <c:v>0.018244547234274</c:v>
                </c:pt>
                <c:pt idx="446">
                  <c:v>0.018273909553553</c:v>
                </c:pt>
                <c:pt idx="447">
                  <c:v>0.018303368303747</c:v>
                </c:pt>
                <c:pt idx="448">
                  <c:v>0.018332923684661</c:v>
                </c:pt>
                <c:pt idx="449">
                  <c:v>0.018362575895714</c:v>
                </c:pt>
                <c:pt idx="450">
                  <c:v>0.018392325135929</c:v>
                </c:pt>
                <c:pt idx="451">
                  <c:v>0.018422171603917</c:v>
                </c:pt>
                <c:pt idx="452">
                  <c:v>0.018452115497858</c:v>
                </c:pt>
                <c:pt idx="453">
                  <c:v>0.018482157015494</c:v>
                </c:pt>
                <c:pt idx="454">
                  <c:v>0.018512296354104</c:v>
                </c:pt>
                <c:pt idx="455">
                  <c:v>0.018542533710495</c:v>
                </c:pt>
                <c:pt idx="456">
                  <c:v>0.018572869280982</c:v>
                </c:pt>
                <c:pt idx="457">
                  <c:v>0.018603303261374</c:v>
                </c:pt>
                <c:pt idx="458">
                  <c:v>0.018633835846957</c:v>
                </c:pt>
                <c:pt idx="459">
                  <c:v>0.018664467232479</c:v>
                </c:pt>
                <c:pt idx="460">
                  <c:v>0.018695197612131</c:v>
                </c:pt>
                <c:pt idx="461">
                  <c:v>0.018726027179529</c:v>
                </c:pt>
                <c:pt idx="462">
                  <c:v>0.018756956127702</c:v>
                </c:pt>
                <c:pt idx="463">
                  <c:v>0.01878798464907</c:v>
                </c:pt>
                <c:pt idx="464">
                  <c:v>0.018819112935428</c:v>
                </c:pt>
                <c:pt idx="465">
                  <c:v>0.018850341177929</c:v>
                </c:pt>
                <c:pt idx="466">
                  <c:v>0.018881669567066</c:v>
                </c:pt>
                <c:pt idx="467">
                  <c:v>0.018913098292651</c:v>
                </c:pt>
                <c:pt idx="468">
                  <c:v>0.018944627543801</c:v>
                </c:pt>
                <c:pt idx="469">
                  <c:v>0.018976257508917</c:v>
                </c:pt>
                <c:pt idx="470">
                  <c:v>0.019007988375666</c:v>
                </c:pt>
                <c:pt idx="471">
                  <c:v>0.01903982033096</c:v>
                </c:pt>
                <c:pt idx="472">
                  <c:v>0.01907175356094</c:v>
                </c:pt>
                <c:pt idx="473">
                  <c:v>0.019103788250954</c:v>
                </c:pt>
                <c:pt idx="474">
                  <c:v>0.019135924585541</c:v>
                </c:pt>
                <c:pt idx="475">
                  <c:v>0.019168162748406</c:v>
                </c:pt>
                <c:pt idx="476">
                  <c:v>0.019200502922402</c:v>
                </c:pt>
                <c:pt idx="477">
                  <c:v>0.019232945289513</c:v>
                </c:pt>
                <c:pt idx="478">
                  <c:v>0.019265490030827</c:v>
                </c:pt>
                <c:pt idx="479">
                  <c:v>0.019298137326524</c:v>
                </c:pt>
                <c:pt idx="480">
                  <c:v>0.019330887355844</c:v>
                </c:pt>
                <c:pt idx="481">
                  <c:v>0.019363740297076</c:v>
                </c:pt>
                <c:pt idx="482">
                  <c:v>0.01939669632753</c:v>
                </c:pt>
                <c:pt idx="483">
                  <c:v>0.019429755623519</c:v>
                </c:pt>
                <c:pt idx="484">
                  <c:v>0.019462918360335</c:v>
                </c:pt>
                <c:pt idx="485">
                  <c:v>0.019496184712226</c:v>
                </c:pt>
                <c:pt idx="486">
                  <c:v>0.019529554852377</c:v>
                </c:pt>
                <c:pt idx="487">
                  <c:v>0.019563028952885</c:v>
                </c:pt>
                <c:pt idx="488">
                  <c:v>0.019596607184735</c:v>
                </c:pt>
                <c:pt idx="489">
                  <c:v>0.019630289717779</c:v>
                </c:pt>
                <c:pt idx="490">
                  <c:v>0.019664076720714</c:v>
                </c:pt>
                <c:pt idx="491">
                  <c:v>0.019697968361052</c:v>
                </c:pt>
                <c:pt idx="492">
                  <c:v>0.019731964805103</c:v>
                </c:pt>
                <c:pt idx="493">
                  <c:v>0.019766066217948</c:v>
                </c:pt>
                <c:pt idx="494">
                  <c:v>0.019800272763414</c:v>
                </c:pt>
                <c:pt idx="495">
                  <c:v>0.019834584604049</c:v>
                </c:pt>
                <c:pt idx="496">
                  <c:v>0.019869001901101</c:v>
                </c:pt>
                <c:pt idx="497">
                  <c:v>0.019903524814487</c:v>
                </c:pt>
                <c:pt idx="498">
                  <c:v>0.019938153502771</c:v>
                </c:pt>
                <c:pt idx="499">
                  <c:v>0.019972888123138</c:v>
                </c:pt>
                <c:pt idx="500">
                  <c:v>0.020007728831368</c:v>
                </c:pt>
                <c:pt idx="501">
                  <c:v>0.020042675781808</c:v>
                </c:pt>
                <c:pt idx="502">
                  <c:v>0.020077729127348</c:v>
                </c:pt>
                <c:pt idx="503">
                  <c:v>0.020112889019391</c:v>
                </c:pt>
                <c:pt idx="504">
                  <c:v>0.020148155607829</c:v>
                </c:pt>
                <c:pt idx="505">
                  <c:v>0.020183529041016</c:v>
                </c:pt>
                <c:pt idx="506">
                  <c:v>0.020219009465736</c:v>
                </c:pt>
                <c:pt idx="507">
                  <c:v>0.020254597027178</c:v>
                </c:pt>
                <c:pt idx="508">
                  <c:v>0.02029029186891</c:v>
                </c:pt>
                <c:pt idx="509">
                  <c:v>0.020326094132844</c:v>
                </c:pt>
                <c:pt idx="510">
                  <c:v>0.020362003959215</c:v>
                </c:pt>
                <c:pt idx="511">
                  <c:v>0.020398021486546</c:v>
                </c:pt>
                <c:pt idx="512">
                  <c:v>0.02043414685162</c:v>
                </c:pt>
                <c:pt idx="513">
                  <c:v>0.020470380189453</c:v>
                </c:pt>
                <c:pt idx="514">
                  <c:v>0.020506721633261</c:v>
                </c:pt>
                <c:pt idx="515">
                  <c:v>0.02054317131443</c:v>
                </c:pt>
                <c:pt idx="516">
                  <c:v>0.020579729362487</c:v>
                </c:pt>
                <c:pt idx="517">
                  <c:v>0.020616395905067</c:v>
                </c:pt>
                <c:pt idx="518">
                  <c:v>0.020653171067885</c:v>
                </c:pt>
                <c:pt idx="519">
                  <c:v>0.020690054974701</c:v>
                </c:pt>
                <c:pt idx="520">
                  <c:v>0.020727047747289</c:v>
                </c:pt>
                <c:pt idx="521">
                  <c:v>0.020764149505407</c:v>
                </c:pt>
                <c:pt idx="522">
                  <c:v>0.020801360366763</c:v>
                </c:pt>
                <c:pt idx="523">
                  <c:v>0.020838680446982</c:v>
                </c:pt>
                <c:pt idx="524">
                  <c:v>0.020876109859572</c:v>
                </c:pt>
                <c:pt idx="525">
                  <c:v>0.020913648715895</c:v>
                </c:pt>
                <c:pt idx="526">
                  <c:v>0.020951297125128</c:v>
                </c:pt>
                <c:pt idx="527">
                  <c:v>0.020989055194231</c:v>
                </c:pt>
                <c:pt idx="528">
                  <c:v>0.021026923027914</c:v>
                </c:pt>
                <c:pt idx="529">
                  <c:v>0.0210649007286</c:v>
                </c:pt>
                <c:pt idx="530">
                  <c:v>0.021102988396394</c:v>
                </c:pt>
                <c:pt idx="531">
                  <c:v>0.021141186129042</c:v>
                </c:pt>
                <c:pt idx="532">
                  <c:v>0.021179494021898</c:v>
                </c:pt>
                <c:pt idx="533">
                  <c:v>0.021217912167892</c:v>
                </c:pt>
                <c:pt idx="534">
                  <c:v>0.021256440657485</c:v>
                </c:pt>
                <c:pt idx="535">
                  <c:v>0.021295079578641</c:v>
                </c:pt>
                <c:pt idx="536">
                  <c:v>0.021333829016785</c:v>
                </c:pt>
                <c:pt idx="537">
                  <c:v>0.021372689054767</c:v>
                </c:pt>
                <c:pt idx="538">
                  <c:v>0.021411659772825</c:v>
                </c:pt>
                <c:pt idx="539">
                  <c:v>0.021450741248544</c:v>
                </c:pt>
                <c:pt idx="540">
                  <c:v>0.021489933556824</c:v>
                </c:pt>
                <c:pt idx="541">
                  <c:v>0.021529236769834</c:v>
                </c:pt>
                <c:pt idx="542">
                  <c:v>0.021568650956977</c:v>
                </c:pt>
                <c:pt idx="543">
                  <c:v>0.02160817618485</c:v>
                </c:pt>
                <c:pt idx="544">
                  <c:v>0.021647812517205</c:v>
                </c:pt>
                <c:pt idx="545">
                  <c:v>0.021687560014906</c:v>
                </c:pt>
                <c:pt idx="546">
                  <c:v>0.021727418735893</c:v>
                </c:pt>
                <c:pt idx="547">
                  <c:v>0.021767388735136</c:v>
                </c:pt>
                <c:pt idx="548">
                  <c:v>0.021807470064599</c:v>
                </c:pt>
                <c:pt idx="549">
                  <c:v>0.021847662773195</c:v>
                </c:pt>
                <c:pt idx="550">
                  <c:v>0.021887966906745</c:v>
                </c:pt>
                <c:pt idx="551">
                  <c:v>0.021928382507937</c:v>
                </c:pt>
                <c:pt idx="552">
                  <c:v>0.021968909616279</c:v>
                </c:pt>
                <c:pt idx="553">
                  <c:v>0.022009548268064</c:v>
                </c:pt>
                <c:pt idx="554">
                  <c:v>0.02205029849632</c:v>
                </c:pt>
                <c:pt idx="555">
                  <c:v>0.022091160330767</c:v>
                </c:pt>
                <c:pt idx="556">
                  <c:v>0.022132133797775</c:v>
                </c:pt>
                <c:pt idx="557">
                  <c:v>0.022173218920321</c:v>
                </c:pt>
                <c:pt idx="558">
                  <c:v>0.022214415717939</c:v>
                </c:pt>
                <c:pt idx="559">
                  <c:v>0.022255724206679</c:v>
                </c:pt>
                <c:pt idx="560">
                  <c:v>0.022297144399061</c:v>
                </c:pt>
                <c:pt idx="561">
                  <c:v>0.022338676304026</c:v>
                </c:pt>
                <c:pt idx="562">
                  <c:v>0.022380319926896</c:v>
                </c:pt>
                <c:pt idx="563">
                  <c:v>0.022422075269319</c:v>
                </c:pt>
                <c:pt idx="564">
                  <c:v>0.022463942329229</c:v>
                </c:pt>
                <c:pt idx="565">
                  <c:v>0.022505921100796</c:v>
                </c:pt>
                <c:pt idx="566">
                  <c:v>0.022548011574376</c:v>
                </c:pt>
                <c:pt idx="567">
                  <c:v>0.022590213736465</c:v>
                </c:pt>
                <c:pt idx="568">
                  <c:v>0.022632527569654</c:v>
                </c:pt>
                <c:pt idx="569">
                  <c:v>0.022674953052571</c:v>
                </c:pt>
                <c:pt idx="570">
                  <c:v>0.022717490159841</c:v>
                </c:pt>
                <c:pt idx="571">
                  <c:v>0.022760138862029</c:v>
                </c:pt>
                <c:pt idx="572">
                  <c:v>0.022802899125597</c:v>
                </c:pt>
                <c:pt idx="573">
                  <c:v>0.022845770912845</c:v>
                </c:pt>
                <c:pt idx="574">
                  <c:v>0.022888754181869</c:v>
                </c:pt>
                <c:pt idx="575">
                  <c:v>0.022931848886502</c:v>
                </c:pt>
                <c:pt idx="576">
                  <c:v>0.022975054976268</c:v>
                </c:pt>
                <c:pt idx="577">
                  <c:v>0.023018372396326</c:v>
                </c:pt>
                <c:pt idx="578">
                  <c:v>0.023061801087421</c:v>
                </c:pt>
                <c:pt idx="579">
                  <c:v>0.02310534098583</c:v>
                </c:pt>
                <c:pt idx="580">
                  <c:v>0.023148992023305</c:v>
                </c:pt>
                <c:pt idx="581">
                  <c:v>0.023192754127028</c:v>
                </c:pt>
                <c:pt idx="582">
                  <c:v>0.023236627219548</c:v>
                </c:pt>
                <c:pt idx="583">
                  <c:v>0.02328061121873</c:v>
                </c:pt>
                <c:pt idx="584">
                  <c:v>0.023324706037704</c:v>
                </c:pt>
                <c:pt idx="585">
                  <c:v>0.023368911584803</c:v>
                </c:pt>
                <c:pt idx="586">
                  <c:v>0.023413227763512</c:v>
                </c:pt>
                <c:pt idx="587">
                  <c:v>0.023457654472409</c:v>
                </c:pt>
                <c:pt idx="588">
                  <c:v>0.023502191605113</c:v>
                </c:pt>
                <c:pt idx="589">
                  <c:v>0.023546839050223</c:v>
                </c:pt>
                <c:pt idx="590">
                  <c:v>0.023591596691263</c:v>
                </c:pt>
                <c:pt idx="591">
                  <c:v>0.023636464406623</c:v>
                </c:pt>
                <c:pt idx="592">
                  <c:v>0.023681442069504</c:v>
                </c:pt>
                <c:pt idx="593">
                  <c:v>0.023726529547856</c:v>
                </c:pt>
                <c:pt idx="594">
                  <c:v>0.023771726704321</c:v>
                </c:pt>
                <c:pt idx="595">
                  <c:v>0.023817033396176</c:v>
                </c:pt>
                <c:pt idx="596">
                  <c:v>0.023862449475269</c:v>
                </c:pt>
                <c:pt idx="597">
                  <c:v>0.023907974787964</c:v>
                </c:pt>
                <c:pt idx="598">
                  <c:v>0.023953609175077</c:v>
                </c:pt>
                <c:pt idx="599">
                  <c:v>0.023999352471816</c:v>
                </c:pt>
                <c:pt idx="600">
                  <c:v>0.024045204507723</c:v>
                </c:pt>
                <c:pt idx="601">
                  <c:v>0.024091165106609</c:v>
                </c:pt>
                <c:pt idx="602">
                  <c:v>0.024137234086494</c:v>
                </c:pt>
                <c:pt idx="603">
                  <c:v>0.024183411259544</c:v>
                </c:pt>
                <c:pt idx="604">
                  <c:v>0.024229696432009</c:v>
                </c:pt>
                <c:pt idx="605">
                  <c:v>0.024276089404161</c:v>
                </c:pt>
                <c:pt idx="606">
                  <c:v>0.024322589970228</c:v>
                </c:pt>
                <c:pt idx="607">
                  <c:v>0.024369197918333</c:v>
                </c:pt>
                <c:pt idx="608">
                  <c:v>0.02441591303043</c:v>
                </c:pt>
                <c:pt idx="609">
                  <c:v>0.024462735082235</c:v>
                </c:pt>
                <c:pt idx="610">
                  <c:v>0.02450966384317</c:v>
                </c:pt>
                <c:pt idx="611">
                  <c:v>0.02455669907629</c:v>
                </c:pt>
                <c:pt idx="612">
                  <c:v>0.02460384053822</c:v>
                </c:pt>
                <c:pt idx="613">
                  <c:v>0.024651087979091</c:v>
                </c:pt>
                <c:pt idx="614">
                  <c:v>0.024698441142469</c:v>
                </c:pt>
                <c:pt idx="615">
                  <c:v>0.024745899765294</c:v>
                </c:pt>
                <c:pt idx="616">
                  <c:v>0.024793463577809</c:v>
                </c:pt>
                <c:pt idx="617">
                  <c:v>0.024841132303494</c:v>
                </c:pt>
                <c:pt idx="618">
                  <c:v>0.024888905658997</c:v>
                </c:pt>
                <c:pt idx="619">
                  <c:v>0.024936783354069</c:v>
                </c:pt>
                <c:pt idx="620">
                  <c:v>0.024984765091493</c:v>
                </c:pt>
                <c:pt idx="621">
                  <c:v>0.025032850567016</c:v>
                </c:pt>
                <c:pt idx="622">
                  <c:v>0.025081039469278</c:v>
                </c:pt>
                <c:pt idx="623">
                  <c:v>0.025129331479747</c:v>
                </c:pt>
                <c:pt idx="624">
                  <c:v>0.025177726272645</c:v>
                </c:pt>
                <c:pt idx="625">
                  <c:v>0.025226223514881</c:v>
                </c:pt>
                <c:pt idx="626">
                  <c:v>0.025274822865977</c:v>
                </c:pt>
                <c:pt idx="627">
                  <c:v>0.025323523978</c:v>
                </c:pt>
                <c:pt idx="628">
                  <c:v>0.025372326495492</c:v>
                </c:pt>
                <c:pt idx="629">
                  <c:v>0.025421230055395</c:v>
                </c:pt>
                <c:pt idx="630">
                  <c:v>0.02547023428698</c:v>
                </c:pt>
                <c:pt idx="631">
                  <c:v>0.025519338811779</c:v>
                </c:pt>
                <c:pt idx="632">
                  <c:v>0.025568543243507</c:v>
                </c:pt>
                <c:pt idx="633">
                  <c:v>0.025617847187995</c:v>
                </c:pt>
                <c:pt idx="634">
                  <c:v>0.02566725024311</c:v>
                </c:pt>
                <c:pt idx="635">
                  <c:v>0.025716751998689</c:v>
                </c:pt>
                <c:pt idx="636">
                  <c:v>0.025766352036462</c:v>
                </c:pt>
                <c:pt idx="637">
                  <c:v>0.025816049929977</c:v>
                </c:pt>
                <c:pt idx="638">
                  <c:v>0.025865845244529</c:v>
                </c:pt>
                <c:pt idx="639">
                  <c:v>0.025915737537084</c:v>
                </c:pt>
                <c:pt idx="640">
                  <c:v>0.025965726356203</c:v>
                </c:pt>
                <c:pt idx="641">
                  <c:v>0.026015811241969</c:v>
                </c:pt>
                <c:pt idx="642">
                  <c:v>0.026065991725912</c:v>
                </c:pt>
                <c:pt idx="643">
                  <c:v>0.026116267330933</c:v>
                </c:pt>
                <c:pt idx="644">
                  <c:v>0.026166637571227</c:v>
                </c:pt>
                <c:pt idx="645">
                  <c:v>0.026217101952211</c:v>
                </c:pt>
                <c:pt idx="646">
                  <c:v>0.026267659970443</c:v>
                </c:pt>
                <c:pt idx="647">
                  <c:v>0.026318311113548</c:v>
                </c:pt>
                <c:pt idx="648">
                  <c:v>0.026369054860141</c:v>
                </c:pt>
                <c:pt idx="649">
                  <c:v>0.026419890679754</c:v>
                </c:pt>
                <c:pt idx="650">
                  <c:v>0.026470818032751</c:v>
                </c:pt>
                <c:pt idx="651">
                  <c:v>0.026521836370257</c:v>
                </c:pt>
                <c:pt idx="652">
                  <c:v>0.02657294513408</c:v>
                </c:pt>
                <c:pt idx="653">
                  <c:v>0.026624143756631</c:v>
                </c:pt>
                <c:pt idx="654">
                  <c:v>0.026675431660848</c:v>
                </c:pt>
                <c:pt idx="655">
                  <c:v>0.026726808260117</c:v>
                </c:pt>
                <c:pt idx="656">
                  <c:v>0.026778272958196</c:v>
                </c:pt>
                <c:pt idx="657">
                  <c:v>0.026829825149134</c:v>
                </c:pt>
                <c:pt idx="658">
                  <c:v>0.026881464217193</c:v>
                </c:pt>
                <c:pt idx="659">
                  <c:v>0.026933189536774</c:v>
                </c:pt>
                <c:pt idx="660">
                  <c:v>0.02698500047233</c:v>
                </c:pt>
                <c:pt idx="661">
                  <c:v>0.027036896378294</c:v>
                </c:pt>
                <c:pt idx="662">
                  <c:v>0.027088876598999</c:v>
                </c:pt>
                <c:pt idx="663">
                  <c:v>0.027140940468597</c:v>
                </c:pt>
                <c:pt idx="664">
                  <c:v>0.02719308731098</c:v>
                </c:pt>
                <c:pt idx="665">
                  <c:v>0.027245316439703</c:v>
                </c:pt>
                <c:pt idx="666">
                  <c:v>0.027297627157903</c:v>
                </c:pt>
                <c:pt idx="667">
                  <c:v>0.027350018758219</c:v>
                </c:pt>
                <c:pt idx="668">
                  <c:v>0.027402490522715</c:v>
                </c:pt>
                <c:pt idx="669">
                  <c:v>0.027455041722799</c:v>
                </c:pt>
                <c:pt idx="670">
                  <c:v>0.027507671619144</c:v>
                </c:pt>
                <c:pt idx="671">
                  <c:v>0.027560379461609</c:v>
                </c:pt>
                <c:pt idx="672">
                  <c:v>0.027613164489156</c:v>
                </c:pt>
                <c:pt idx="673">
                  <c:v>0.027666025929777</c:v>
                </c:pt>
                <c:pt idx="674">
                  <c:v>0.027718963000409</c:v>
                </c:pt>
                <c:pt idx="675">
                  <c:v>0.027771974906856</c:v>
                </c:pt>
                <c:pt idx="676">
                  <c:v>0.027825060843713</c:v>
                </c:pt>
                <c:pt idx="677">
                  <c:v>0.027878219994279</c:v>
                </c:pt>
                <c:pt idx="678">
                  <c:v>0.027931451530487</c:v>
                </c:pt>
                <c:pt idx="679">
                  <c:v>0.027984754612817</c:v>
                </c:pt>
                <c:pt idx="680">
                  <c:v>0.028038128390221</c:v>
                </c:pt>
                <c:pt idx="681">
                  <c:v>0.028091572000043</c:v>
                </c:pt>
                <c:pt idx="682">
                  <c:v>0.028145084567941</c:v>
                </c:pt>
                <c:pt idx="683">
                  <c:v>0.028198665207805</c:v>
                </c:pt>
                <c:pt idx="684">
                  <c:v>0.028252313021681</c:v>
                </c:pt>
                <c:pt idx="685">
                  <c:v>0.028306027099695</c:v>
                </c:pt>
                <c:pt idx="686">
                  <c:v>0.028359806519967</c:v>
                </c:pt>
                <c:pt idx="687">
                  <c:v>0.028413650348539</c:v>
                </c:pt>
                <c:pt idx="688">
                  <c:v>0.028467557639298</c:v>
                </c:pt>
                <c:pt idx="689">
                  <c:v>0.028521527433892</c:v>
                </c:pt>
                <c:pt idx="690">
                  <c:v>0.028575558761658</c:v>
                </c:pt>
                <c:pt idx="691">
                  <c:v>0.028629650639542</c:v>
                </c:pt>
                <c:pt idx="692">
                  <c:v>0.028683802072023</c:v>
                </c:pt>
                <c:pt idx="693">
                  <c:v>0.028738012051035</c:v>
                </c:pt>
                <c:pt idx="694">
                  <c:v>0.028792279555894</c:v>
                </c:pt>
                <c:pt idx="695">
                  <c:v>0.028846603553216</c:v>
                </c:pt>
                <c:pt idx="696">
                  <c:v>0.028900982996846</c:v>
                </c:pt>
                <c:pt idx="697">
                  <c:v>0.02895541682778</c:v>
                </c:pt>
                <c:pt idx="698">
                  <c:v>0.029009903974092</c:v>
                </c:pt>
                <c:pt idx="699">
                  <c:v>0.029064443350856</c:v>
                </c:pt>
                <c:pt idx="700">
                  <c:v>0.029119033860073</c:v>
                </c:pt>
                <c:pt idx="701">
                  <c:v>0.0291736743906</c:v>
                </c:pt>
                <c:pt idx="702">
                  <c:v>0.029228363818072</c:v>
                </c:pt>
                <c:pt idx="703">
                  <c:v>0.029283101004829</c:v>
                </c:pt>
                <c:pt idx="704">
                  <c:v>0.029337884799848</c:v>
                </c:pt>
                <c:pt idx="705">
                  <c:v>0.029392714038666</c:v>
                </c:pt>
                <c:pt idx="706">
                  <c:v>0.029447587543309</c:v>
                </c:pt>
                <c:pt idx="707">
                  <c:v>0.029502504122224</c:v>
                </c:pt>
                <c:pt idx="708">
                  <c:v>0.029557462570204</c:v>
                </c:pt>
                <c:pt idx="709">
                  <c:v>0.029612461668322</c:v>
                </c:pt>
                <c:pt idx="710">
                  <c:v>0.029667500183858</c:v>
                </c:pt>
                <c:pt idx="711">
                  <c:v>0.029722576870232</c:v>
                </c:pt>
                <c:pt idx="712">
                  <c:v>0.029777690466937</c:v>
                </c:pt>
                <c:pt idx="713">
                  <c:v>0.029832839699466</c:v>
                </c:pt>
                <c:pt idx="714">
                  <c:v>0.029888023279252</c:v>
                </c:pt>
                <c:pt idx="715">
                  <c:v>0.029943239903598</c:v>
                </c:pt>
                <c:pt idx="716">
                  <c:v>0.029998488255611</c:v>
                </c:pt>
                <c:pt idx="717">
                  <c:v>0.030053767004137</c:v>
                </c:pt>
                <c:pt idx="718">
                  <c:v>0.0301090748037</c:v>
                </c:pt>
                <c:pt idx="719">
                  <c:v>0.030164410294435</c:v>
                </c:pt>
                <c:pt idx="720">
                  <c:v>0.030219772102029</c:v>
                </c:pt>
                <c:pt idx="721">
                  <c:v>0.030275158837655</c:v>
                </c:pt>
                <c:pt idx="722">
                  <c:v>0.030330569097913</c:v>
                </c:pt>
                <c:pt idx="723">
                  <c:v>0.030386001464774</c:v>
                </c:pt>
                <c:pt idx="724">
                  <c:v>0.030441454505515</c:v>
                </c:pt>
                <c:pt idx="725">
                  <c:v>0.030496926772661</c:v>
                </c:pt>
                <c:pt idx="726">
                  <c:v>0.030552416803935</c:v>
                </c:pt>
                <c:pt idx="727">
                  <c:v>0.030607923122191</c:v>
                </c:pt>
                <c:pt idx="728">
                  <c:v>0.03066344423537</c:v>
                </c:pt>
                <c:pt idx="729">
                  <c:v>0.030718978636435</c:v>
                </c:pt>
                <c:pt idx="730">
                  <c:v>0.030774524803325</c:v>
                </c:pt>
                <c:pt idx="731">
                  <c:v>0.030830081198902</c:v>
                </c:pt>
                <c:pt idx="732">
                  <c:v>0.030885646270896</c:v>
                </c:pt>
                <c:pt idx="733">
                  <c:v>0.030941218451859</c:v>
                </c:pt>
                <c:pt idx="734">
                  <c:v>0.030996796159116</c:v>
                </c:pt>
                <c:pt idx="735">
                  <c:v>0.031052377794715</c:v>
                </c:pt>
                <c:pt idx="736">
                  <c:v>0.03110796174538</c:v>
                </c:pt>
                <c:pt idx="737">
                  <c:v>0.031163546382472</c:v>
                </c:pt>
                <c:pt idx="738">
                  <c:v>0.031219130061938</c:v>
                </c:pt>
                <c:pt idx="739">
                  <c:v>0.03127471112427</c:v>
                </c:pt>
                <c:pt idx="740">
                  <c:v>0.031330287894469</c:v>
                </c:pt>
                <c:pt idx="741">
                  <c:v>0.031385858681997</c:v>
                </c:pt>
                <c:pt idx="742">
                  <c:v>0.031441421780745</c:v>
                </c:pt>
                <c:pt idx="743">
                  <c:v>0.031496975468996</c:v>
                </c:pt>
                <c:pt idx="744">
                  <c:v>0.031552518009386</c:v>
                </c:pt>
                <c:pt idx="745">
                  <c:v>0.03160804764887</c:v>
                </c:pt>
                <c:pt idx="746">
                  <c:v>0.031663562618691</c:v>
                </c:pt>
                <c:pt idx="747">
                  <c:v>0.031719061134345</c:v>
                </c:pt>
                <c:pt idx="748">
                  <c:v>0.031774541395556</c:v>
                </c:pt>
                <c:pt idx="749">
                  <c:v>0.031830001586244</c:v>
                </c:pt>
                <c:pt idx="750">
                  <c:v>0.031885439874498</c:v>
                </c:pt>
                <c:pt idx="751">
                  <c:v>0.031940854412558</c:v>
                </c:pt>
                <c:pt idx="752">
                  <c:v>0.031996243336782</c:v>
                </c:pt>
                <c:pt idx="753">
                  <c:v>0.032051604767634</c:v>
                </c:pt>
                <c:pt idx="754">
                  <c:v>0.032106936809663</c:v>
                </c:pt>
                <c:pt idx="755">
                  <c:v>0.032162237551487</c:v>
                </c:pt>
                <c:pt idx="756">
                  <c:v>0.032217505065771</c:v>
                </c:pt>
                <c:pt idx="757">
                  <c:v>0.032272737409214</c:v>
                </c:pt>
                <c:pt idx="758">
                  <c:v>0.032327932622537</c:v>
                </c:pt>
                <c:pt idx="759">
                  <c:v>0.032383088730474</c:v>
                </c:pt>
                <c:pt idx="760">
                  <c:v>0.032438203741759</c:v>
                </c:pt>
                <c:pt idx="761">
                  <c:v>0.032493275649124</c:v>
                </c:pt>
                <c:pt idx="762">
                  <c:v>0.032548302429293</c:v>
                </c:pt>
                <c:pt idx="763">
                  <c:v>0.03260328204298</c:v>
                </c:pt>
                <c:pt idx="764">
                  <c:v>0.032658212434895</c:v>
                </c:pt>
                <c:pt idx="765">
                  <c:v>0.032713091533751</c:v>
                </c:pt>
                <c:pt idx="766">
                  <c:v>0.032767917252262</c:v>
                </c:pt>
                <c:pt idx="767">
                  <c:v>0.03282268748714</c:v>
                </c:pt>
                <c:pt idx="768">
                  <c:v>0.032877400119111</c:v>
                </c:pt>
                <c:pt idx="769">
                  <c:v>0.032932053012918</c:v>
                </c:pt>
                <c:pt idx="770">
                  <c:v>0.032986644017345</c:v>
                </c:pt>
                <c:pt idx="771">
                  <c:v>0.03304117096522</c:v>
                </c:pt>
                <c:pt idx="772">
                  <c:v>0.033095631673446</c:v>
                </c:pt>
                <c:pt idx="773">
                  <c:v>0.03315002394302</c:v>
                </c:pt>
                <c:pt idx="774">
                  <c:v>0.033204345559107</c:v>
                </c:pt>
                <c:pt idx="775">
                  <c:v>0.033258594291035</c:v>
                </c:pt>
                <c:pt idx="776">
                  <c:v>0.033312767892297</c:v>
                </c:pt>
                <c:pt idx="777">
                  <c:v>0.033366864100583</c:v>
                </c:pt>
                <c:pt idx="778">
                  <c:v>0.033420880637811</c:v>
                </c:pt>
                <c:pt idx="779">
                  <c:v>0.033474815210165</c:v>
                </c:pt>
                <c:pt idx="780">
                  <c:v>0.03352866550813</c:v>
                </c:pt>
                <c:pt idx="781">
                  <c:v>0.033582429206538</c:v>
                </c:pt>
                <c:pt idx="782">
                  <c:v>0.033636103964634</c:v>
                </c:pt>
                <c:pt idx="783">
                  <c:v>0.033689687426141</c:v>
                </c:pt>
                <c:pt idx="784">
                  <c:v>0.033743177219275</c:v>
                </c:pt>
                <c:pt idx="785">
                  <c:v>0.03379657095679</c:v>
                </c:pt>
                <c:pt idx="786">
                  <c:v>0.033849866236032</c:v>
                </c:pt>
                <c:pt idx="787">
                  <c:v>0.033903060639004</c:v>
                </c:pt>
                <c:pt idx="788">
                  <c:v>0.033956151732423</c:v>
                </c:pt>
                <c:pt idx="789">
                  <c:v>0.034009137067788</c:v>
                </c:pt>
                <c:pt idx="790">
                  <c:v>0.034062014181498</c:v>
                </c:pt>
                <c:pt idx="791">
                  <c:v>0.034114780594939</c:v>
                </c:pt>
                <c:pt idx="792">
                  <c:v>0.034167433814503</c:v>
                </c:pt>
                <c:pt idx="793">
                  <c:v>0.03421997133166</c:v>
                </c:pt>
                <c:pt idx="794">
                  <c:v>0.034272390623042</c:v>
                </c:pt>
                <c:pt idx="795">
                  <c:v>0.034324689150548</c:v>
                </c:pt>
                <c:pt idx="796">
                  <c:v>0.034376864361602</c:v>
                </c:pt>
                <c:pt idx="797">
                  <c:v>0.034428913689199</c:v>
                </c:pt>
                <c:pt idx="798">
                  <c:v>0.034480834551866</c:v>
                </c:pt>
                <c:pt idx="799">
                  <c:v>0.034532624353749</c:v>
                </c:pt>
                <c:pt idx="800">
                  <c:v>0.034584280484719</c:v>
                </c:pt>
                <c:pt idx="801">
                  <c:v>0.034635800320553</c:v>
                </c:pt>
                <c:pt idx="802">
                  <c:v>0.034687181223124</c:v>
                </c:pt>
                <c:pt idx="803">
                  <c:v>0.034738420540389</c:v>
                </c:pt>
                <c:pt idx="804">
                  <c:v>0.034789515606481</c:v>
                </c:pt>
                <c:pt idx="805">
                  <c:v>0.034840463741868</c:v>
                </c:pt>
                <c:pt idx="806">
                  <c:v>0.034891262253653</c:v>
                </c:pt>
                <c:pt idx="807">
                  <c:v>0.034941908435608</c:v>
                </c:pt>
                <c:pt idx="808">
                  <c:v>0.034992399568238</c:v>
                </c:pt>
                <c:pt idx="809">
                  <c:v>0.035042732919202</c:v>
                </c:pt>
                <c:pt idx="810">
                  <c:v>0.035092905743591</c:v>
                </c:pt>
                <c:pt idx="811">
                  <c:v>0.035142915283772</c:v>
                </c:pt>
                <c:pt idx="812">
                  <c:v>0.035192758769705</c:v>
                </c:pt>
                <c:pt idx="813">
                  <c:v>0.035242433419225</c:v>
                </c:pt>
                <c:pt idx="814">
                  <c:v>0.035291936438329</c:v>
                </c:pt>
                <c:pt idx="815">
                  <c:v>0.035341265020888</c:v>
                </c:pt>
                <c:pt idx="816">
                  <c:v>0.03539041634865</c:v>
                </c:pt>
                <c:pt idx="817">
                  <c:v>0.035439387591381</c:v>
                </c:pt>
                <c:pt idx="818">
                  <c:v>0.035488175907025</c:v>
                </c:pt>
                <c:pt idx="819">
                  <c:v>0.035536778441867</c:v>
                </c:pt>
                <c:pt idx="820">
                  <c:v>0.03558519233071</c:v>
                </c:pt>
                <c:pt idx="821">
                  <c:v>0.035633414697049</c:v>
                </c:pt>
                <c:pt idx="822">
                  <c:v>0.035681442653261</c:v>
                </c:pt>
                <c:pt idx="823">
                  <c:v>0.03572927330079</c:v>
                </c:pt>
                <c:pt idx="824">
                  <c:v>0.035776903730347</c:v>
                </c:pt>
                <c:pt idx="825">
                  <c:v>0.035824331022104</c:v>
                </c:pt>
                <c:pt idx="826">
                  <c:v>0.035871552245905</c:v>
                </c:pt>
                <c:pt idx="827">
                  <c:v>0.035918564461469</c:v>
                </c:pt>
                <c:pt idx="828">
                  <c:v>0.035965364718607</c:v>
                </c:pt>
                <c:pt idx="829">
                  <c:v>0.036011950057445</c:v>
                </c:pt>
                <c:pt idx="830">
                  <c:v>0.036058317508639</c:v>
                </c:pt>
                <c:pt idx="831">
                  <c:v>0.036104464093612</c:v>
                </c:pt>
                <c:pt idx="832">
                  <c:v>0.036150386824782</c:v>
                </c:pt>
                <c:pt idx="833">
                  <c:v>0.036196082705806</c:v>
                </c:pt>
                <c:pt idx="834">
                  <c:v>0.036241548731816</c:v>
                </c:pt>
                <c:pt idx="835">
                  <c:v>0.036286781889676</c:v>
                </c:pt>
                <c:pt idx="836">
                  <c:v>0.036331779158228</c:v>
                </c:pt>
                <c:pt idx="837">
                  <c:v>0.036376537508556</c:v>
                </c:pt>
                <c:pt idx="838">
                  <c:v>0.036421053904246</c:v>
                </c:pt>
                <c:pt idx="839">
                  <c:v>0.036465325301656</c:v>
                </c:pt>
                <c:pt idx="840">
                  <c:v>0.036509348650189</c:v>
                </c:pt>
                <c:pt idx="841">
                  <c:v>0.036553120892573</c:v>
                </c:pt>
                <c:pt idx="842">
                  <c:v>0.036596638965145</c:v>
                </c:pt>
                <c:pt idx="843">
                  <c:v>0.036639899798137</c:v>
                </c:pt>
                <c:pt idx="844">
                  <c:v>0.036682900315976</c:v>
                </c:pt>
                <c:pt idx="845">
                  <c:v>0.036725637437577</c:v>
                </c:pt>
                <c:pt idx="846">
                  <c:v>0.036768108076654</c:v>
                </c:pt>
                <c:pt idx="847">
                  <c:v>0.036810309142023</c:v>
                </c:pt>
                <c:pt idx="848">
                  <c:v>0.036852237537926</c:v>
                </c:pt>
                <c:pt idx="849">
                  <c:v>0.036893890164343</c:v>
                </c:pt>
                <c:pt idx="850">
                  <c:v>0.036935263917322</c:v>
                </c:pt>
                <c:pt idx="851">
                  <c:v>0.036976355689312</c:v>
                </c:pt>
                <c:pt idx="852">
                  <c:v>0.037017162369494</c:v>
                </c:pt>
                <c:pt idx="853">
                  <c:v>0.037057680844129</c:v>
                </c:pt>
                <c:pt idx="854">
                  <c:v>0.0370979079969</c:v>
                </c:pt>
                <c:pt idx="855">
                  <c:v>0.037137840709268</c:v>
                </c:pt>
                <c:pt idx="856">
                  <c:v>0.03717747586083</c:v>
                </c:pt>
                <c:pt idx="857">
                  <c:v>0.03721681032968</c:v>
                </c:pt>
                <c:pt idx="858">
                  <c:v>0.03725584099278</c:v>
                </c:pt>
                <c:pt idx="859">
                  <c:v>0.037294564726337</c:v>
                </c:pt>
                <c:pt idx="860">
                  <c:v>0.03733297840618</c:v>
                </c:pt>
                <c:pt idx="861">
                  <c:v>0.037371078908145</c:v>
                </c:pt>
                <c:pt idx="862">
                  <c:v>0.037408863108476</c:v>
                </c:pt>
                <c:pt idx="863">
                  <c:v>0.037446327884228</c:v>
                </c:pt>
                <c:pt idx="864">
                  <c:v>0.037483470113704</c:v>
                </c:pt>
                <c:pt idx="865">
                  <c:v>0.037520286676831</c:v>
                </c:pt>
                <c:pt idx="866">
                  <c:v>0.037556774455578</c:v>
                </c:pt>
                <c:pt idx="867">
                  <c:v>0.037592930334394</c:v>
                </c:pt>
                <c:pt idx="868">
                  <c:v>0.03762875120068</c:v>
                </c:pt>
                <c:pt idx="869">
                  <c:v>0.037664233945627</c:v>
                </c:pt>
                <c:pt idx="870">
                  <c:v>0.037699375464835</c:v>
                </c:pt>
                <c:pt idx="871">
                  <c:v>0.037734172658243</c:v>
                </c:pt>
                <c:pt idx="872">
                  <c:v>0.03776862243046</c:v>
                </c:pt>
                <c:pt idx="873">
                  <c:v>0.037802721691198</c:v>
                </c:pt>
                <c:pt idx="874">
                  <c:v>0.037836467355742</c:v>
                </c:pt>
                <c:pt idx="875">
                  <c:v>0.037869856345422</c:v>
                </c:pt>
                <c:pt idx="876">
                  <c:v>0.037902885588092</c:v>
                </c:pt>
                <c:pt idx="877">
                  <c:v>0.037935552018633</c:v>
                </c:pt>
                <c:pt idx="878">
                  <c:v>0.037967852579488</c:v>
                </c:pt>
                <c:pt idx="879">
                  <c:v>0.037999784221414</c:v>
                </c:pt>
                <c:pt idx="880">
                  <c:v>0.03803134390517</c:v>
                </c:pt>
                <c:pt idx="881">
                  <c:v>0.038062528601801</c:v>
                </c:pt>
                <c:pt idx="882">
                  <c:v>0.038093335292107</c:v>
                </c:pt>
                <c:pt idx="883">
                  <c:v>0.038123760967002</c:v>
                </c:pt>
                <c:pt idx="884">
                  <c:v>0.038153802628035</c:v>
                </c:pt>
                <c:pt idx="885">
                  <c:v>0.038183457287945</c:v>
                </c:pt>
                <c:pt idx="886">
                  <c:v>0.038212721971205</c:v>
                </c:pt>
                <c:pt idx="887">
                  <c:v>0.038241593714645</c:v>
                </c:pt>
                <c:pt idx="888">
                  <c:v>0.038270069568163</c:v>
                </c:pt>
                <c:pt idx="889">
                  <c:v>0.038298146596149</c:v>
                </c:pt>
                <c:pt idx="890">
                  <c:v>0.038325821880786</c:v>
                </c:pt>
                <c:pt idx="891">
                  <c:v>0.038353092521223</c:v>
                </c:pt>
                <c:pt idx="892">
                  <c:v>0.038379955632298</c:v>
                </c:pt>
                <c:pt idx="893">
                  <c:v>0.038406408344916</c:v>
                </c:pt>
                <c:pt idx="894">
                  <c:v>0.038432447806687</c:v>
                </c:pt>
                <c:pt idx="895">
                  <c:v>0.038458071182716</c:v>
                </c:pt>
                <c:pt idx="896">
                  <c:v>0.038483275656613</c:v>
                </c:pt>
                <c:pt idx="897">
                  <c:v>0.038508058432003</c:v>
                </c:pt>
                <c:pt idx="898">
                  <c:v>0.038532416737522</c:v>
                </c:pt>
                <c:pt idx="899">
                  <c:v>0.038556347838494</c:v>
                </c:pt>
                <c:pt idx="900">
                  <c:v>0.038579849029904</c:v>
                </c:pt>
                <c:pt idx="901">
                  <c:v>0.038602917630091</c:v>
                </c:pt>
                <c:pt idx="902">
                  <c:v>0.038625550980354</c:v>
                </c:pt>
                <c:pt idx="903">
                  <c:v>0.038647746445397</c:v>
                </c:pt>
                <c:pt idx="904">
                  <c:v>0.038669501414185</c:v>
                </c:pt>
                <c:pt idx="905">
                  <c:v>0.038690813301389</c:v>
                </c:pt>
                <c:pt idx="906">
                  <c:v>0.038711679551938</c:v>
                </c:pt>
                <c:pt idx="907">
                  <c:v>0.038732097650531</c:v>
                </c:pt>
                <c:pt idx="908">
                  <c:v>0.038752065116074</c:v>
                </c:pt>
                <c:pt idx="909">
                  <c:v>0.038771579497164</c:v>
                </c:pt>
                <c:pt idx="910">
                  <c:v>0.038790638372343</c:v>
                </c:pt>
                <c:pt idx="911">
                  <c:v>0.038809239351319</c:v>
                </c:pt>
                <c:pt idx="912">
                  <c:v>0.038827380077236</c:v>
                </c:pt>
                <c:pt idx="913">
                  <c:v>0.038845058233796</c:v>
                </c:pt>
                <c:pt idx="914">
                  <c:v>0.0388622715612</c:v>
                </c:pt>
                <c:pt idx="915">
                  <c:v>0.038879017848148</c:v>
                </c:pt>
                <c:pt idx="916">
                  <c:v>0.038895294924046</c:v>
                </c:pt>
                <c:pt idx="917">
                  <c:v>0.038911100660129</c:v>
                </c:pt>
                <c:pt idx="918">
                  <c:v>0.038926432973913</c:v>
                </c:pt>
                <c:pt idx="919">
                  <c:v>0.038941289845169</c:v>
                </c:pt>
                <c:pt idx="920">
                  <c:v>0.038955669360575</c:v>
                </c:pt>
                <c:pt idx="921">
                  <c:v>0.038969569696149</c:v>
                </c:pt>
                <c:pt idx="922">
                  <c:v>0.038982989086655</c:v>
                </c:pt>
                <c:pt idx="923">
                  <c:v>0.038995925822904</c:v>
                </c:pt>
                <c:pt idx="924">
                  <c:v>0.03900837825968</c:v>
                </c:pt>
                <c:pt idx="925">
                  <c:v>0.039020344847822</c:v>
                </c:pt>
                <c:pt idx="926">
                  <c:v>0.039031824133793</c:v>
                </c:pt>
                <c:pt idx="927">
                  <c:v>0.039042814736113</c:v>
                </c:pt>
                <c:pt idx="928">
                  <c:v>0.039053315349718</c:v>
                </c:pt>
                <c:pt idx="929">
                  <c:v>0.03906332478321</c:v>
                </c:pt>
                <c:pt idx="930">
                  <c:v>0.039072841981664</c:v>
                </c:pt>
                <c:pt idx="931">
                  <c:v>0.03908186600084</c:v>
                </c:pt>
                <c:pt idx="932">
                  <c:v>0.039090396053025</c:v>
                </c:pt>
                <c:pt idx="933">
                  <c:v>0.039098431591181</c:v>
                </c:pt>
                <c:pt idx="934">
                  <c:v>0.039105972250559</c:v>
                </c:pt>
                <c:pt idx="935">
                  <c:v>0.039113017866433</c:v>
                </c:pt>
                <c:pt idx="936">
                  <c:v>0.039119568516718</c:v>
                </c:pt>
                <c:pt idx="937">
                  <c:v>0.039125624557628</c:v>
                </c:pt>
                <c:pt idx="938">
                  <c:v>0.039131186513662</c:v>
                </c:pt>
                <c:pt idx="939">
                  <c:v>0.039136255002628</c:v>
                </c:pt>
                <c:pt idx="940">
                  <c:v>0.039140830713487</c:v>
                </c:pt>
                <c:pt idx="941">
                  <c:v>0.039144914395314</c:v>
                </c:pt>
                <c:pt idx="942">
                  <c:v>0.039148506850473</c:v>
                </c:pt>
                <c:pt idx="943">
                  <c:v>0.039151608929708</c:v>
                </c:pt>
                <c:pt idx="944">
                  <c:v>0.039154221528501</c:v>
                </c:pt>
                <c:pt idx="945">
                  <c:v>0.039156345584264</c:v>
                </c:pt>
                <c:pt idx="946">
                  <c:v>0.039157982074066</c:v>
                </c:pt>
                <c:pt idx="947">
                  <c:v>0.039159132012731</c:v>
                </c:pt>
                <c:pt idx="948">
                  <c:v>0.039159796451219</c:v>
                </c:pt>
                <c:pt idx="949">
                  <c:v>0.039159976475219</c:v>
                </c:pt>
                <c:pt idx="950">
                  <c:v>0.039159673203912</c:v>
                </c:pt>
                <c:pt idx="951">
                  <c:v>0.039158887788875</c:v>
                </c:pt>
                <c:pt idx="952">
                  <c:v>0.039157621413164</c:v>
                </c:pt>
                <c:pt idx="953">
                  <c:v>0.03915587529055</c:v>
                </c:pt>
                <c:pt idx="954">
                  <c:v>0.039153650664568</c:v>
                </c:pt>
                <c:pt idx="955">
                  <c:v>0.039150948807742</c:v>
                </c:pt>
                <c:pt idx="956">
                  <c:v>0.039147771020779</c:v>
                </c:pt>
                <c:pt idx="957">
                  <c:v>0.039144118631874</c:v>
                </c:pt>
                <c:pt idx="958">
                  <c:v>0.039139992996075</c:v>
                </c:pt>
                <c:pt idx="959">
                  <c:v>0.039135395494696</c:v>
                </c:pt>
                <c:pt idx="960">
                  <c:v>0.039130327534769</c:v>
                </c:pt>
                <c:pt idx="961">
                  <c:v>0.03912479054854</c:v>
                </c:pt>
                <c:pt idx="962">
                  <c:v>0.039118785993184</c:v>
                </c:pt>
                <c:pt idx="963">
                  <c:v>0.039112315350608</c:v>
                </c:pt>
                <c:pt idx="964">
                  <c:v>0.039105380126808</c:v>
                </c:pt>
                <c:pt idx="965">
                  <c:v>0.039097981851413</c:v>
                </c:pt>
                <c:pt idx="966">
                  <c:v>0.039090122077</c:v>
                </c:pt>
                <c:pt idx="967">
                  <c:v>0.039081802378649</c:v>
                </c:pt>
                <c:pt idx="968">
                  <c:v>0.039073024353563</c:v>
                </c:pt>
                <c:pt idx="969">
                  <c:v>0.039063789620723</c:v>
                </c:pt>
                <c:pt idx="970">
                  <c:v>0.039054099820636</c:v>
                </c:pt>
                <c:pt idx="971">
                  <c:v>0.039043956615773</c:v>
                </c:pt>
                <c:pt idx="972">
                  <c:v>0.039033361691216</c:v>
                </c:pt>
                <c:pt idx="973">
                  <c:v>0.039022316753842</c:v>
                </c:pt>
                <c:pt idx="974">
                  <c:v>0.039010823531761</c:v>
                </c:pt>
                <c:pt idx="975">
                  <c:v>0.03899888377308</c:v>
                </c:pt>
                <c:pt idx="976">
                  <c:v>0.03898649924544</c:v>
                </c:pt>
                <c:pt idx="977">
                  <c:v>0.038973671735737</c:v>
                </c:pt>
                <c:pt idx="978">
                  <c:v>0.038960403049934</c:v>
                </c:pt>
                <c:pt idx="979">
                  <c:v>0.038946695013452</c:v>
                </c:pt>
                <c:pt idx="980">
                  <c:v>0.03893254947195</c:v>
                </c:pt>
                <c:pt idx="981">
                  <c:v>0.038917968290963</c:v>
                </c:pt>
                <c:pt idx="982">
                  <c:v>0.038902953355458</c:v>
                </c:pt>
                <c:pt idx="983">
                  <c:v>0.038887506568763</c:v>
                </c:pt>
                <c:pt idx="984">
                  <c:v>0.038871629852472</c:v>
                </c:pt>
                <c:pt idx="985">
                  <c:v>0.03885532514688</c:v>
                </c:pt>
                <c:pt idx="986">
                  <c:v>0.038838594413708</c:v>
                </c:pt>
                <c:pt idx="987">
                  <c:v>0.038821439645268</c:v>
                </c:pt>
                <c:pt idx="988">
                  <c:v>0.038803862861706</c:v>
                </c:pt>
                <c:pt idx="989">
                  <c:v>0.038785866104132</c:v>
                </c:pt>
                <c:pt idx="990">
                  <c:v>0.038767451431774</c:v>
                </c:pt>
                <c:pt idx="991">
                  <c:v>0.03874862092144</c:v>
                </c:pt>
                <c:pt idx="992">
                  <c:v>0.038729376668951</c:v>
                </c:pt>
                <c:pt idx="993">
                  <c:v>0.038709720794698</c:v>
                </c:pt>
                <c:pt idx="994">
                  <c:v>0.038689655443982</c:v>
                </c:pt>
                <c:pt idx="995">
                  <c:v>0.038669182785442</c:v>
                </c:pt>
                <c:pt idx="996">
                  <c:v>0.038648305005704</c:v>
                </c:pt>
                <c:pt idx="997">
                  <c:v>0.038627024308656</c:v>
                </c:pt>
                <c:pt idx="998">
                  <c:v>0.038605342918904</c:v>
                </c:pt>
                <c:pt idx="999">
                  <c:v>0.038583263083028</c:v>
                </c:pt>
                <c:pt idx="1000">
                  <c:v>0.038560787068988</c:v>
                </c:pt>
                <c:pt idx="1001">
                  <c:v>0.03853791716315</c:v>
                </c:pt>
                <c:pt idx="1002">
                  <c:v>0.038514655672848</c:v>
                </c:pt>
                <c:pt idx="1003">
                  <c:v>0.038491004929971</c:v>
                </c:pt>
                <c:pt idx="1004">
                  <c:v>0.038466967292427</c:v>
                </c:pt>
                <c:pt idx="1005">
                  <c:v>0.038442545146781</c:v>
                </c:pt>
                <c:pt idx="1006">
                  <c:v>0.038417740915954</c:v>
                </c:pt>
                <c:pt idx="1007">
                  <c:v>0.038392557063087</c:v>
                </c:pt>
                <c:pt idx="1008">
                  <c:v>0.03836699609941</c:v>
                </c:pt>
                <c:pt idx="1009">
                  <c:v>0.038341060571697</c:v>
                </c:pt>
                <c:pt idx="1010">
                  <c:v>0.038314753055086</c:v>
                </c:pt>
                <c:pt idx="1011">
                  <c:v>0.038288076146517</c:v>
                </c:pt>
                <c:pt idx="1012">
                  <c:v>0.038261032465513</c:v>
                </c:pt>
                <c:pt idx="1013">
                  <c:v>0.038233624650354</c:v>
                </c:pt>
                <c:pt idx="1014">
                  <c:v>0.038205855351486</c:v>
                </c:pt>
                <c:pt idx="1015">
                  <c:v>0.038177727229532</c:v>
                </c:pt>
                <c:pt idx="1016">
                  <c:v>0.038149242954193</c:v>
                </c:pt>
                <c:pt idx="1017">
                  <c:v>0.038120405203424</c:v>
                </c:pt>
                <c:pt idx="1018">
                  <c:v>0.038091216662766</c:v>
                </c:pt>
                <c:pt idx="1019">
                  <c:v>0.03806168002476</c:v>
                </c:pt>
                <c:pt idx="1020">
                  <c:v>0.038031797988431</c:v>
                </c:pt>
                <c:pt idx="1021">
                  <c:v>0.038001573258814</c:v>
                </c:pt>
                <c:pt idx="1022">
                  <c:v>0.037971008546518</c:v>
                </c:pt>
                <c:pt idx="1023">
                  <c:v>0.037940106567322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1"/>
          <c:min val="-0.06"/>
        </c:scaling>
        <c:delete val="0"/>
        <c:axPos val="l"/>
        <c:majorGridlines>
          <c:spPr>
            <a:ln xmlns:a="http://schemas.openxmlformats.org/drawingml/2006/main" w="9525">
              <a:solidFill>
                <a:srgbClr val="D9E2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Differential attenuation (dB)</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valAx>
      <c:valAx>
        <c:axId val="48650112"/>
        <c:scaling>
          <c:orientation val="minMax"/>
          <c:max val="240"/>
          <c:min val="23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Frequency (GHz)</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24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CC0049-6F4C-4D1E-BCD7-FAA121D165CC}"/>
              </a:ext>
            </a:extLst>
          </p:cNvPr>
          <p:cNvSpPr>
            <a:spLocks xmlns:a="http://schemas.openxmlformats.org/drawingml/2006/main" noGrp="1"/>
          </p:cNvSpPr>
          <p:nvPr/>
        </p:nvSpPr>
        <p:spPr>
          <a:xfrm xmlns:a="http://schemas.openxmlformats.org/drawingml/2006/main">
            <a:off x="819150" y="1485900"/>
            <a:ext cx="136017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How a gas concentration</a:t>
            </a:r>
          </a:p>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becomes a receiver decision</a:t>
            </a:r>
          </a:p>
        </p:txBody>
      </p:sp>
      <p:sp>
        <p:nvSpPr>
          <p:cNvPr id="2" name="">
            <a:extLst xmlns:a="http://schemas.openxmlformats.org/drawingml/2006/main">
              <a:ext uri="{FF2B5EF4-FFF2-40B4-BE49-F238E27FC236}">
                <a16:creationId xmlns:a16="http://schemas.microsoft.com/office/drawing/2014/main" id="{CE705AB4-978A-4F42-A8AC-350236E39C33}"/>
              </a:ext>
            </a:extLst>
          </p:cNvPr>
          <p:cNvSpPr>
            <a:spLocks xmlns:a="http://schemas.openxmlformats.org/drawingml/2006/main" noGrp="1"/>
          </p:cNvSpPr>
          <p:nvPr/>
        </p:nvSpPr>
        <p:spPr>
          <a:xfrm xmlns:a="http://schemas.openxmlformats.org/drawingml/2006/main">
            <a:off x="876300" y="44958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0">
                <a:solidFill>
                  <a:srgbClr val="BCDDE0"/>
                </a:solidFill>
                <a:latin typeface="Arial"/>
                <a:ea typeface="Arial"/>
                <a:cs typeface="Arial"/>
              </a:defRPr>
            </a:pPr>
            <a:r>
              <a:rPr sz="3000" b="0">
                <a:solidFill>
                  <a:srgbClr val="BCDDE0"/>
                </a:solidFill>
                <a:latin typeface="Arial"/>
                <a:ea typeface="Arial"/>
                <a:cs typeface="Arial"/>
              </a:rPr>
              <a:t>Acetonitrile at 90°: one complete numerical calculation</a:t>
            </a:r>
          </a:p>
        </p:txBody>
      </p:sp>
      <p:sp>
        <p:nvSpPr>
          <p:cNvPr id="3" name="">
            <a:extLst xmlns:a="http://schemas.openxmlformats.org/drawingml/2006/main">
              <a:ext uri="{FF2B5EF4-FFF2-40B4-BE49-F238E27FC236}">
                <a16:creationId xmlns:a16="http://schemas.microsoft.com/office/drawing/2014/main" id="{3563BC80-FEB9-4745-B98C-9C66FD1ACFB5}"/>
              </a:ext>
            </a:extLst>
          </p:cNvPr>
          <p:cNvSpPr>
            <a:spLocks xmlns:a="http://schemas.openxmlformats.org/drawingml/2006/main" noGrp="1"/>
          </p:cNvSpPr>
          <p:nvPr/>
        </p:nvSpPr>
        <p:spPr>
          <a:xfrm xmlns:a="http://schemas.openxmlformats.org/drawingml/2006/main">
            <a:off x="876300" y="6496050"/>
            <a:ext cx="1333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Actual HITRAN parameters, explicit arithmetic and a simulated receiver</a:t>
            </a:r>
          </a:p>
        </p:txBody>
      </p:sp>
      <p:sp>
        <p:nvSpPr>
          <p:cNvPr id="4" name="">
            <a:extLst xmlns:a="http://schemas.openxmlformats.org/drawingml/2006/main">
              <a:ext uri="{FF2B5EF4-FFF2-40B4-BE49-F238E27FC236}">
                <a16:creationId xmlns:a16="http://schemas.microsoft.com/office/drawing/2014/main" id="{E43A5325-16FD-4A8B-8B5B-AB3814D12335}"/>
              </a:ext>
            </a:extLst>
          </p:cNvPr>
          <p:cNvSpPr>
            <a:spLocks xmlns:a="http://schemas.openxmlformats.org/drawingml/2006/main" noGrp="1"/>
          </p:cNvSpPr>
          <p:nvPr/>
        </p:nvSpPr>
        <p:spPr>
          <a:xfrm xmlns:a="http://schemas.openxmlformats.org/drawingml/2006/main">
            <a:off x="876300" y="78105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BCDDE0"/>
                </a:solidFill>
                <a:latin typeface="Arial"/>
                <a:ea typeface="Arial"/>
                <a:cs typeface="Arial"/>
              </a:defRPr>
            </a:pPr>
            <a:r>
              <a:rPr sz="1650" b="0">
                <a:solidFill>
                  <a:srgbClr val="BCDDE0"/>
                </a:solidFill>
                <a:latin typeface="Arial"/>
                <a:ea typeface="Arial"/>
                <a:cs typeface="Arial"/>
              </a:rPr>
              <a:t>5 October 2026</a:t>
            </a:r>
          </a:p>
        </p:txBody>
      </p:sp>
    </p:spTree>
    <p:extLst>
      <p:ext uri="{BB962C8B-B14F-4D97-AF65-F5344CB8AC3E}">
        <p14:creationId xmlns:p14="http://schemas.microsoft.com/office/powerpoint/2010/main" val="2648081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406931-5138-48BD-A46B-4B33912A233F}"/>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the four numbers in the original table mean</a:t>
            </a:r>
          </a:p>
        </p:txBody>
      </p:sp>
      <p:graphicFrame>
        <p:nvGraphicFramePr>
          <p:cNvPr id="8" name=""/>
          <p:cNvGraphicFramePr/>
          <p:nvPr/>
        </p:nvGraphicFramePr>
        <p:xfrm>
          <a:off xmlns:a="http://schemas.openxmlformats.org/drawingml/2006/main" x="685800" y="1714500"/>
          <a:ext xmlns:a="http://schemas.openxmlformats.org/drawingml/2006/main" cx="13868400" cy="3762375"/>
        </p:xfrm>
        <a:graphic xmlns:a="http://schemas.openxmlformats.org/drawingml/2006/main">
          <a:graphicData uri="http://schemas.openxmlformats.org/drawingml/2006/table">
            <a:tbl>
              <a:tblPr/>
              <a:tblGrid>
                <a:gridCol w="4021836"/>
                <a:gridCol w="9846564"/>
              </a:tblGrid>
              <a:tr h="752475">
                <a:tc>
                  <a:txBody>
                    <a:bodyPr/>
                    <a:lstStyle/>
                    <a:p>
                      <a:r>
                        <a:rPr sz="2025" b="1">
                          <a:solidFill>
                            <a:srgbClr val="FFFFFF"/>
                          </a:solidFill>
                          <a:latin typeface="Arial"/>
                          <a:ea typeface="Arial"/>
                          <a:cs typeface="Arial"/>
                        </a:rPr>
                        <a:t>Number</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Its role in the calculation</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50.5814 µg/m³</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Chosen true enhancement q for this simulated experiment</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0.012181 dB</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Predicted extra attenuation of the first tone</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0.998599</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Predicted sample/reference amplitude ratio for that tone</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0.1401%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The same amplitude change expressed as a reduction</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AD017E9-08BD-4282-B007-DA38643EB3DF}"/>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last three values follow from q and the molecular absorption model. None is a receiver estimate.</a:t>
            </a:r>
          </a:p>
        </p:txBody>
      </p:sp>
      <p:sp>
        <p:nvSpPr>
          <p:cNvPr id="4" name="">
            <a:extLst xmlns:a="http://schemas.openxmlformats.org/drawingml/2006/main">
              <a:ext uri="{FF2B5EF4-FFF2-40B4-BE49-F238E27FC236}">
                <a16:creationId xmlns:a16="http://schemas.microsoft.com/office/drawing/2014/main" id="{283B3E46-4E4F-480E-AB4F-27AB6E2785EA}"/>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q was chosen from the model’s 95% detection limit, before generating the observation. It is not a measured concentration.</a:t>
            </a:r>
          </a:p>
        </p:txBody>
      </p:sp>
      <p:sp>
        <p:nvSpPr>
          <p:cNvPr id="5" name="">
            <a:extLst xmlns:a="http://schemas.openxmlformats.org/drawingml/2006/main">
              <a:ext uri="{FF2B5EF4-FFF2-40B4-BE49-F238E27FC236}">
                <a16:creationId xmlns:a16="http://schemas.microsoft.com/office/drawing/2014/main" id="{27EAFA89-9501-4D15-B319-AD4590F97C5E}"/>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16A0F694-797A-4808-84FA-F0FD6D2B8739}"/>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02</a:t>
            </a:r>
          </a:p>
        </p:txBody>
      </p:sp>
    </p:spTree>
    <p:extLst>
      <p:ext uri="{BB962C8B-B14F-4D97-AF65-F5344CB8AC3E}">
        <p14:creationId xmlns:p14="http://schemas.microsoft.com/office/powerpoint/2010/main" val="2192825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44A7E30-0C9F-40F3-B59A-3355DBC180D3}"/>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q describes an enhancement with a fixed vertical shape</a:t>
            </a:r>
          </a:p>
        </p:txBody>
      </p:sp>
      <p:graphicFrame>
        <p:nvGraphicFramePr>
          <p:cNvPr id="10"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5269992"/>
                <a:gridCol w="8598408"/>
              </a:tblGrid>
              <a:tr h="500063">
                <a:tc>
                  <a:txBody>
                    <a:bodyPr/>
                    <a:lstStyle/>
                    <a:p>
                      <a:r>
                        <a:rPr sz="2025" b="1">
                          <a:solidFill>
                            <a:srgbClr val="FFFFFF"/>
                          </a:solidFill>
                          <a:latin typeface="Arial"/>
                          <a:ea typeface="Arial"/>
                          <a:cs typeface="Arial"/>
                        </a:rPr>
                        <a:t>Altitude z</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Sample minus reference concentration</a:t>
                      </a:r>
                    </a:p>
                  </a:txBody>
                  <a:tcPr marL="133350" marR="133350" marT="76200" marB="76200" anchor="ctr">
                    <a:solidFill>
                      <a:srgbClr val="153246"/>
                    </a:solidFill>
                  </a:tcPr>
                </a:tc>
              </a:tr>
              <a:tr h="500063">
                <a:tc>
                  <a:txBody>
                    <a:bodyPr/>
                    <a:lstStyle/>
                    <a:p>
                      <a:r>
                        <a:rPr sz="2025" b="0">
                          <a:solidFill>
                            <a:srgbClr val="153246"/>
                          </a:solidFill>
                          <a:latin typeface="Arial"/>
                          <a:ea typeface="Arial"/>
                          <a:cs typeface="Arial"/>
                        </a:rPr>
                        <a:t>0 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50.5814 µg/m³</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500 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36.2432 µg/m³</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1500 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18.6079 µg/m³</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3000 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6.8454 µg/m³</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5000 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1.8044 µg/m³</a:t>
                      </a:r>
                    </a:p>
                  </a:txBody>
                  <a:tcPr marL="133350" marR="133350" marT="76200" marB="76200" anchor="ctr">
                    <a:solidFill>
                      <a:srgbClr val="F0F5F7"/>
                    </a:solidFill>
                  </a:tcPr>
                </a:tc>
              </a:tr>
            </a:tbl>
          </a:graphicData>
        </a:graphic>
      </p:graphicFrame>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e8f4117588b4162">
            <a:extLst>
              <a:ext uri="{96DAC541-7B7A-43D3-8B79-37D633B846F1}">
                <asvg:svgBlip xmlns:asvg="http://schemas.microsoft.com/office/drawing/2016/SVG/main" r:embed="R1b7d88a6320e4d0a"/>
              </a:ext>
            </a:extLst>
          </a:blip>
          <a:stretch xmlns:a="http://schemas.openxmlformats.org/drawingml/2006/main"/>
        </p:blipFill>
        <p:spPr>
          <a:xfrm xmlns:a="http://schemas.openxmlformats.org/drawingml/2006/main">
            <a:off x="742950" y="4887997"/>
            <a:ext cx="7452322" cy="84438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C1E57D-3EEB-4984-A86B-EF6601023FAB}"/>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q is the unknown surface equivalent increase (µg/m³). The profile shape is assumed, not independently recovered.</a:t>
            </a:r>
          </a:p>
        </p:txBody>
      </p:sp>
      <p:sp>
        <p:nvSpPr>
          <p:cNvPr id="5" name="">
            <a:extLst xmlns:a="http://schemas.openxmlformats.org/drawingml/2006/main">
              <a:ext uri="{FF2B5EF4-FFF2-40B4-BE49-F238E27FC236}">
                <a16:creationId xmlns:a16="http://schemas.microsoft.com/office/drawing/2014/main" id="{ADE1F57F-C657-4DEC-A225-179B396C33C3}"/>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Vertical mass column: (1500 m)q = 75,872.1 µg/m² = 75.8721 mg/m².</a:t>
            </a:r>
          </a:p>
        </p:txBody>
      </p:sp>
      <p:sp>
        <p:nvSpPr>
          <p:cNvPr id="6" name="">
            <a:extLst xmlns:a="http://schemas.openxmlformats.org/drawingml/2006/main">
              <a:ext uri="{FF2B5EF4-FFF2-40B4-BE49-F238E27FC236}">
                <a16:creationId xmlns:a16="http://schemas.microsoft.com/office/drawing/2014/main" id="{9220F308-D53C-4E98-A97F-EFF4B6D66FCA}"/>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reference is a baseline acquisition, not necessarily gas free air. Other species are assumed unchanged.</a:t>
            </a:r>
          </a:p>
        </p:txBody>
      </p:sp>
      <p:sp>
        <p:nvSpPr>
          <p:cNvPr id="7" name="">
            <a:extLst xmlns:a="http://schemas.openxmlformats.org/drawingml/2006/main">
              <a:ext uri="{FF2B5EF4-FFF2-40B4-BE49-F238E27FC236}">
                <a16:creationId xmlns:a16="http://schemas.microsoft.com/office/drawing/2014/main" id="{5BEBCF8D-48EF-4A04-964A-160FCDD0DB82}"/>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AFE00866-DBA9-4296-B1F4-36577C3163E6}"/>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03</a:t>
            </a:r>
          </a:p>
        </p:txBody>
      </p:sp>
    </p:spTree>
    <p:extLst>
      <p:ext uri="{BB962C8B-B14F-4D97-AF65-F5344CB8AC3E}">
        <p14:creationId xmlns:p14="http://schemas.microsoft.com/office/powerpoint/2010/main" val="18543805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8DC108-195A-468E-9DDF-55DCCAD8564E}"/>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fixed experiment used in all calculations</a:t>
            </a:r>
          </a:p>
        </p:txBody>
      </p:sp>
      <p:graphicFrame>
        <p:nvGraphicFramePr>
          <p:cNvPr id="7" name=""/>
          <p:cNvGraphicFramePr/>
          <p:nvPr/>
        </p:nvGraphicFramePr>
        <p:xfrm>
          <a:off xmlns:a="http://schemas.openxmlformats.org/drawingml/2006/main" x="685800" y="1714500"/>
          <a:ext xmlns:a="http://schemas.openxmlformats.org/drawingml/2006/main" cx="13868400" cy="4667250"/>
        </p:xfrm>
        <a:graphic xmlns:a="http://schemas.openxmlformats.org/drawingml/2006/main">
          <a:graphicData uri="http://schemas.openxmlformats.org/drawingml/2006/table">
            <a:tbl>
              <a:tblPr/>
              <a:tblGrid>
                <a:gridCol w="4437888"/>
                <a:gridCol w="9430512"/>
              </a:tblGrid>
              <a:tr h="666750">
                <a:tc>
                  <a:txBody>
                    <a:bodyPr/>
                    <a:lstStyle/>
                    <a:p>
                      <a:r>
                        <a:rPr sz="2025" b="1">
                          <a:solidFill>
                            <a:srgbClr val="FFFFFF"/>
                          </a:solidFill>
                          <a:latin typeface="Arial"/>
                          <a:ea typeface="Arial"/>
                          <a:cs typeface="Arial"/>
                        </a:rPr>
                        <a:t>Parameter</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r>
              <a:tr h="666750">
                <a:tc>
                  <a:txBody>
                    <a:bodyPr/>
                    <a:lstStyle/>
                    <a:p>
                      <a:r>
                        <a:rPr sz="2025" b="0">
                          <a:solidFill>
                            <a:srgbClr val="153246"/>
                          </a:solidFill>
                          <a:latin typeface="Arial"/>
                          <a:ea typeface="Arial"/>
                          <a:cs typeface="Arial"/>
                        </a:rPr>
                        <a:t>Geometry</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550 km LEO satellite, 90° ground elevation</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Spectrum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230–240 GHz, 1,024 tones; first tone 230.004883 GHz</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Total RF power and apertures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25 dBm; 0.10 m transmit / 1.0 m receive; η = 0.65</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Noise and additional loss</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7 dB receiver noise figure; 5 dB implementation loss</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Atmosphere and gas profile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ITU P.835 / P.676; CH₃CN scale height 1,500 m</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Acquisition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 s reference + 10 s sample; 0.3% full pilot symbols</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D998100-3BF9-41B8-A5C2-5ED2621A4398}"/>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static benchmark assumes ideal tracking. No source demonstrates this entire orbital configuration.</a:t>
            </a:r>
          </a:p>
        </p:txBody>
      </p:sp>
      <p:sp>
        <p:nvSpPr>
          <p:cNvPr id="4" name="">
            <a:extLst xmlns:a="http://schemas.openxmlformats.org/drawingml/2006/main">
              <a:ext uri="{FF2B5EF4-FFF2-40B4-BE49-F238E27FC236}">
                <a16:creationId xmlns:a16="http://schemas.microsoft.com/office/drawing/2014/main" id="{A27112B4-B4BF-40F5-B826-4C69B9BC9D3F}"/>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5" name="">
            <a:extLst xmlns:a="http://schemas.openxmlformats.org/drawingml/2006/main">
              <a:ext uri="{FF2B5EF4-FFF2-40B4-BE49-F238E27FC236}">
                <a16:creationId xmlns:a16="http://schemas.microsoft.com/office/drawing/2014/main" id="{689C3ABD-FA45-4573-9B2F-D816810E59E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04</a:t>
            </a:r>
          </a:p>
        </p:txBody>
      </p:sp>
    </p:spTree>
    <p:extLst>
      <p:ext uri="{BB962C8B-B14F-4D97-AF65-F5344CB8AC3E}">
        <p14:creationId xmlns:p14="http://schemas.microsoft.com/office/powerpoint/2010/main" val="3768642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37B65E-DBB6-4114-9795-C0F8B360425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 · Mass concentration becomes molecular density</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a317f5c29fc4485">
            <a:extLst>
              <a:ext uri="{96DAC541-7B7A-43D3-8B79-37D633B846F1}">
                <asvg:svgBlip xmlns:asvg="http://schemas.microsoft.com/office/drawing/2016/SVG/main" r:embed="Recc605158ce740a4"/>
              </a:ext>
            </a:extLst>
          </a:blip>
          <a:stretch xmlns:a="http://schemas.openxmlformats.org/drawingml/2006/main"/>
        </p:blipFill>
        <p:spPr>
          <a:xfrm xmlns:a="http://schemas.openxmlformats.org/drawingml/2006/main">
            <a:off x="742950" y="1724025"/>
            <a:ext cx="9405564"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A97925F-306D-4AD0-8936-7266FC7024F6}"/>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n₁: density for a numerical concentration of 1 µg/m³ · n(z;q): molecular density for the chosen q</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41.053 g/mol: natural mixture molar mass · q is inserted numerically in µg/m³</a:t>
            </a:r>
          </a:p>
        </p:txBody>
      </p:sp>
      <p:sp>
        <p:nvSpPr>
          <p:cNvPr id="4" name="">
            <a:extLst xmlns:a="http://schemas.openxmlformats.org/drawingml/2006/main">
              <a:ext uri="{FF2B5EF4-FFF2-40B4-BE49-F238E27FC236}">
                <a16:creationId xmlns:a16="http://schemas.microsoft.com/office/drawing/2014/main" id="{7CCF3F07-F0BE-48F4-BDA5-BD00AEE9EB52}"/>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At q = 50.5814, the surface molecular density is 7.419879e+17 molecules/m³.</a:t>
            </a:r>
          </a:p>
        </p:txBody>
      </p:sp>
      <p:sp>
        <p:nvSpPr>
          <p:cNvPr id="5" name="">
            <a:extLst xmlns:a="http://schemas.openxmlformats.org/drawingml/2006/main">
              <a:ext uri="{FF2B5EF4-FFF2-40B4-BE49-F238E27FC236}">
                <a16:creationId xmlns:a16="http://schemas.microsoft.com/office/drawing/2014/main" id="{CC931EC5-B151-40B6-91CC-2CC40F01F726}"/>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HITRAN uses cm² per molecule, so the calculation converts density to cm⁻³ and path length to cm.</a:t>
            </a:r>
          </a:p>
        </p:txBody>
      </p:sp>
      <p:sp>
        <p:nvSpPr>
          <p:cNvPr id="6" name="">
            <a:extLst xmlns:a="http://schemas.openxmlformats.org/drawingml/2006/main">
              <a:ext uri="{FF2B5EF4-FFF2-40B4-BE49-F238E27FC236}">
                <a16:creationId xmlns:a16="http://schemas.microsoft.com/office/drawing/2014/main" id="{A5D7F89D-C02E-4CAA-9E8D-DA0E21CFDF62}"/>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This converts an environmental concentration into the number of absorbers seen by the wave.</a:t>
            </a:r>
          </a:p>
        </p:txBody>
      </p:sp>
      <p:sp>
        <p:nvSpPr>
          <p:cNvPr id="7" name="">
            <a:extLst xmlns:a="http://schemas.openxmlformats.org/drawingml/2006/main">
              <a:ext uri="{FF2B5EF4-FFF2-40B4-BE49-F238E27FC236}">
                <a16:creationId xmlns:a16="http://schemas.microsoft.com/office/drawing/2014/main" id="{06B22141-C0E7-4A82-81F4-B3D2405FEB5D}"/>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69F20DC0-A057-4C89-96E0-894C3400E10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05</a:t>
            </a:r>
          </a:p>
        </p:txBody>
      </p:sp>
    </p:spTree>
    <p:extLst>
      <p:ext uri="{BB962C8B-B14F-4D97-AF65-F5344CB8AC3E}">
        <p14:creationId xmlns:p14="http://schemas.microsoft.com/office/powerpoint/2010/main" val="2729205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2F2EA0-6025-46FB-A902-AF396EF6BEA6}"/>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2 · One actual HITRAN transition</a:t>
            </a:r>
          </a:p>
        </p:txBody>
      </p:sp>
      <p:graphicFrame>
        <p:nvGraphicFramePr>
          <p:cNvPr id="8" name=""/>
          <p:cNvGraphicFramePr/>
          <p:nvPr/>
        </p:nvGraphicFramePr>
        <p:xfrm>
          <a:off xmlns:a="http://schemas.openxmlformats.org/drawingml/2006/main" x="685800" y="1714500"/>
          <a:ext xmlns:a="http://schemas.openxmlformats.org/drawingml/2006/main" cx="13868400" cy="4514850"/>
        </p:xfrm>
        <a:graphic xmlns:a="http://schemas.openxmlformats.org/drawingml/2006/main">
          <a:graphicData uri="http://schemas.openxmlformats.org/drawingml/2006/table">
            <a:tbl>
              <a:tblPr/>
              <a:tblGrid>
                <a:gridCol w="4021836"/>
                <a:gridCol w="4437888"/>
                <a:gridCol w="5408676"/>
              </a:tblGrid>
              <a:tr h="752475">
                <a:tc>
                  <a:txBody>
                    <a:bodyPr/>
                    <a:lstStyle/>
                    <a:p>
                      <a:r>
                        <a:rPr sz="2025" b="1">
                          <a:solidFill>
                            <a:srgbClr val="FFFFFF"/>
                          </a:solidFill>
                          <a:latin typeface="Arial"/>
                          <a:ea typeface="Arial"/>
                          <a:cs typeface="Arial"/>
                        </a:rPr>
                        <a:t>Catalog parameter</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Saved value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Physical role</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Line center</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239.1379167 GHz</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Transition frequency</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S(296 K)</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2.616 × 10⁻²¹ cm/molecule</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Integrated line strength</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Air width γ_air</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0.1594 cm⁻¹/atm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Collision broadening</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Lower state energy E″</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47.8643 cm⁻¹</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Temperature dependence</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Width temperature exponent</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0.71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Temperature scaling of width</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2E0E5E1C-9176-47E5-AC71-A6B504653B9C}"/>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This is one of 17,880 retained CH₃CN transitions. The calculation sums their contributions.</a:t>
            </a:r>
          </a:p>
        </p:txBody>
      </p:sp>
      <p:sp>
        <p:nvSpPr>
          <p:cNvPr id="4" name="">
            <a:extLst xmlns:a="http://schemas.openxmlformats.org/drawingml/2006/main">
              <a:ext uri="{FF2B5EF4-FFF2-40B4-BE49-F238E27FC236}">
                <a16:creationId xmlns:a16="http://schemas.microsoft.com/office/drawing/2014/main" id="{465BD9EC-2D28-4160-A21A-72149DBFBF32}"/>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measured tone is at 230.004883 GHz. A transition contributes away from its center through its broadened shape.</a:t>
            </a:r>
          </a:p>
        </p:txBody>
      </p:sp>
      <p:sp>
        <p:nvSpPr>
          <p:cNvPr id="5" name="">
            <a:extLst xmlns:a="http://schemas.openxmlformats.org/drawingml/2006/main">
              <a:ext uri="{FF2B5EF4-FFF2-40B4-BE49-F238E27FC236}">
                <a16:creationId xmlns:a16="http://schemas.microsoft.com/office/drawing/2014/main" id="{59D5D88D-C9D4-4453-90D3-050B41BD1399}"/>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Actual acquired HITRAN record · largest_line_contributions.csv</a:t>
            </a:r>
          </a:p>
        </p:txBody>
      </p:sp>
      <p:sp>
        <p:nvSpPr>
          <p:cNvPr id="6" name="">
            <a:extLst xmlns:a="http://schemas.openxmlformats.org/drawingml/2006/main">
              <a:ext uri="{FF2B5EF4-FFF2-40B4-BE49-F238E27FC236}">
                <a16:creationId xmlns:a16="http://schemas.microsoft.com/office/drawing/2014/main" id="{22659862-27EF-485B-91ED-B673FCC38FD3}"/>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06</a:t>
            </a:r>
          </a:p>
        </p:txBody>
      </p:sp>
    </p:spTree>
    <p:extLst>
      <p:ext uri="{BB962C8B-B14F-4D97-AF65-F5344CB8AC3E}">
        <p14:creationId xmlns:p14="http://schemas.microsoft.com/office/powerpoint/2010/main" val="18222724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4382D1-FB79-4396-A849-D418EDE040BE}"/>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2 · A line shape gives absorption at our tone</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7350252"/>
                <a:gridCol w="6518148"/>
              </a:tblGrid>
              <a:tr h="600075">
                <a:tc>
                  <a:txBody>
                    <a:bodyPr/>
                    <a:lstStyle/>
                    <a:p>
                      <a:r>
                        <a:rPr sz="2025" b="1">
                          <a:solidFill>
                            <a:srgbClr val="FFFFFF"/>
                          </a:solidFill>
                          <a:latin typeface="Arial"/>
                          <a:ea typeface="Arial"/>
                          <a:cs typeface="Arial"/>
                        </a:rPr>
                        <a:t>At z = 16.8826 m</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r>
              <a:tr h="600075">
                <a:tc>
                  <a:txBody>
                    <a:bodyPr/>
                    <a:lstStyle/>
                    <a:p>
                      <a:r>
                        <a:rPr sz="2025" b="0">
                          <a:solidFill>
                            <a:srgbClr val="153246"/>
                          </a:solidFill>
                          <a:latin typeface="Arial"/>
                          <a:ea typeface="Arial"/>
                          <a:cs typeface="Arial"/>
                        </a:rPr>
                        <a:t>Atmospheric state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T = 288.0403 K; p = 101,122.35 Pa</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Temperature corrected strength S(T)</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2.845759 × 10⁻²¹ cm/molecule</a:t>
                      </a:r>
                    </a:p>
                  </a:txBody>
                  <a:tcPr marL="133350" marR="133350" marT="76200" marB="76200" anchor="ctr">
                    <a:solidFill>
                      <a:srgbClr val="FFFFFF"/>
                    </a:solidFill>
                  </a:tcPr>
                </a:tc>
              </a:tr>
              <a:tr h="600075">
                <a:tc>
                  <a:txBody>
                    <a:bodyPr/>
                    <a:lstStyle/>
                    <a:p>
                      <a:r>
                        <a:rPr sz="2025" b="0">
                          <a:solidFill>
                            <a:srgbClr val="153246"/>
                          </a:solidFill>
                          <a:latin typeface="Arial"/>
                          <a:ea typeface="Arial"/>
                          <a:cs typeface="Arial"/>
                        </a:rPr>
                        <a:t>Voigt value V at 230.004883 GHz</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0.4334214 cm</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Sum over all retained lines: σ₀(z)</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2.642246 × 10⁻²⁰ cm²/molecule</a:t>
                      </a:r>
                    </a:p>
                  </a:txBody>
                  <a:tcPr marL="133350" marR="133350" marT="76200" marB="76200" anchor="ctr">
                    <a:solidFill>
                      <a:srgbClr val="FFFFFF"/>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069b632b82b4218">
            <a:extLst>
              <a:ext uri="{96DAC541-7B7A-43D3-8B79-37D633B846F1}">
                <asvg:svgBlip xmlns:asvg="http://schemas.microsoft.com/office/drawing/2016/SVG/main" r:embed="Rc16ed25c4cc74680"/>
              </a:ext>
            </a:extLst>
          </a:blip>
          <a:stretch xmlns:a="http://schemas.openxmlformats.org/drawingml/2006/main"/>
        </p:blipFill>
        <p:spPr>
          <a:xfrm xmlns:a="http://schemas.openxmlformats.org/drawingml/2006/main">
            <a:off x="742950" y="4832116"/>
            <a:ext cx="12727364" cy="95614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6717206-ACA7-4A78-A6F7-B5FC86ECA33B}"/>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σ_ℓ,₀: one transition’s absorption cross section at tone 0 · σ₀ = Σℓ σ_ℓ,₀</a:t>
            </a:r>
          </a:p>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V is normalized over wavenumber. The temperature correction is worked out in the appendix.</a:t>
            </a:r>
          </a:p>
        </p:txBody>
      </p:sp>
      <p:sp>
        <p:nvSpPr>
          <p:cNvPr id="5" name="">
            <a:extLst xmlns:a="http://schemas.openxmlformats.org/drawingml/2006/main">
              <a:ext uri="{FF2B5EF4-FFF2-40B4-BE49-F238E27FC236}">
                <a16:creationId xmlns:a16="http://schemas.microsoft.com/office/drawing/2014/main" id="{27DB3570-C2D3-46DF-A103-E04B6508B557}"/>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σ is calculated from line parameters and atmospheric state. It is not a measured satellite attenuation.</a:t>
            </a:r>
          </a:p>
        </p:txBody>
      </p:sp>
      <p:sp>
        <p:nvSpPr>
          <p:cNvPr id="6" name="">
            <a:extLst xmlns:a="http://schemas.openxmlformats.org/drawingml/2006/main">
              <a:ext uri="{FF2B5EF4-FFF2-40B4-BE49-F238E27FC236}">
                <a16:creationId xmlns:a16="http://schemas.microsoft.com/office/drawing/2014/main" id="{C3CDA8E6-629A-44B6-8E39-5C365EE4070E}"/>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D80D8DC4-DD5B-4EBB-BE90-B2667ABC9ADE}"/>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07</a:t>
            </a:r>
          </a:p>
        </p:txBody>
      </p:sp>
    </p:spTree>
    <p:extLst>
      <p:ext uri="{BB962C8B-B14F-4D97-AF65-F5344CB8AC3E}">
        <p14:creationId xmlns:p14="http://schemas.microsoft.com/office/powerpoint/2010/main" val="8634692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02B554-703C-4F77-9A60-B9256B75BE96}"/>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3 · The meaning of optical depth</a:t>
            </a:r>
          </a:p>
        </p:txBody>
      </p:sp>
      <p:sp>
        <p:nvSpPr>
          <p:cNvPr id="2" name="">
            <a:extLst xmlns:a="http://schemas.openxmlformats.org/drawingml/2006/main">
              <a:ext uri="{FF2B5EF4-FFF2-40B4-BE49-F238E27FC236}">
                <a16:creationId xmlns:a16="http://schemas.microsoft.com/office/drawing/2014/main" id="{9EA3B897-FE68-47D2-87D6-15A356B65A9F}"/>
              </a:ext>
            </a:extLst>
          </p:cNvPr>
          <p:cNvSpPr>
            <a:spLocks xmlns:a="http://schemas.openxmlformats.org/drawingml/2006/main" noGrp="1"/>
          </p:cNvSpPr>
          <p:nvPr/>
        </p:nvSpPr>
        <p:spPr>
          <a:xfrm xmlns:a="http://schemas.openxmlformats.org/drawingml/2006/main">
            <a:off x="742950" y="1704975"/>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Optical depth tells us how much absorption a wave accumulates along its path at a particular frequency.</a:t>
            </a:r>
          </a:p>
        </p:txBody>
      </p:sp>
      <p:sp>
        <p:nvSpPr>
          <p:cNvPr id="3" name="">
            <a:extLst xmlns:a="http://schemas.openxmlformats.org/drawingml/2006/main">
              <a:ext uri="{FF2B5EF4-FFF2-40B4-BE49-F238E27FC236}">
                <a16:creationId xmlns:a16="http://schemas.microsoft.com/office/drawing/2014/main" id="{8F03F86B-22C8-4338-AABB-BCBDE8D94B96}"/>
              </a:ext>
            </a:extLst>
          </p:cNvPr>
          <p:cNvSpPr>
            <a:spLocks xmlns:a="http://schemas.openxmlformats.org/drawingml/2006/main" noGrp="1"/>
          </p:cNvSpPr>
          <p:nvPr/>
        </p:nvSpPr>
        <p:spPr>
          <a:xfrm xmlns:a="http://schemas.openxmlformats.org/drawingml/2006/main">
            <a:off x="742950" y="3067050"/>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Each thin layer contributes according to how many molecules it contains and how strongly they absorb. These contributions add along the path.</a:t>
            </a:r>
          </a:p>
        </p:txBody>
      </p:sp>
      <p:sp>
        <p:nvSpPr>
          <p:cNvPr id="4" name="">
            <a:extLst xmlns:a="http://schemas.openxmlformats.org/drawingml/2006/main">
              <a:ext uri="{FF2B5EF4-FFF2-40B4-BE49-F238E27FC236}">
                <a16:creationId xmlns:a16="http://schemas.microsoft.com/office/drawing/2014/main" id="{D9401AE5-B59B-43AB-9794-E53A3D0C8072}"/>
              </a:ext>
            </a:extLst>
          </p:cNvPr>
          <p:cNvSpPr>
            <a:spLocks xmlns:a="http://schemas.openxmlformats.org/drawingml/2006/main" noGrp="1"/>
          </p:cNvSpPr>
          <p:nvPr/>
        </p:nvSpPr>
        <p:spPr>
          <a:xfrm xmlns:a="http://schemas.openxmlformats.org/drawingml/2006/main">
            <a:off x="742950" y="4429125"/>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τ is dimensionless. The surviving power fraction is exp(−τ). At τ = 1, 36.8% survives and 63.2% is absorbed.</a:t>
            </a:r>
          </a:p>
        </p:txBody>
      </p:sp>
      <p:sp>
        <p:nvSpPr>
          <p:cNvPr id="5" name="">
            <a:extLst xmlns:a="http://schemas.openxmlformats.org/drawingml/2006/main">
              <a:ext uri="{FF2B5EF4-FFF2-40B4-BE49-F238E27FC236}">
                <a16:creationId xmlns:a16="http://schemas.microsoft.com/office/drawing/2014/main" id="{DB99B230-6CF5-44D3-865C-B605BA908FAD}"/>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In this example, τ = 0.00280478: the extra gas absorbs 0.2801% of the power, giving a 0.1401% amplitude reduction.</a:t>
            </a:r>
          </a:p>
        </p:txBody>
      </p:sp>
      <p:sp>
        <p:nvSpPr>
          <p:cNvPr id="6" name="">
            <a:extLst xmlns:a="http://schemas.openxmlformats.org/drawingml/2006/main">
              <a:ext uri="{FF2B5EF4-FFF2-40B4-BE49-F238E27FC236}">
                <a16:creationId xmlns:a16="http://schemas.microsoft.com/office/drawing/2014/main" id="{DA91D61D-57A2-43F9-B43B-FABF6AD88374}"/>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Here τ describes the additional CH₃CN absorption. Geometric spreading and background losses are separate.</a:t>
            </a:r>
          </a:p>
        </p:txBody>
      </p:sp>
      <p:sp>
        <p:nvSpPr>
          <p:cNvPr id="7" name="">
            <a:extLst xmlns:a="http://schemas.openxmlformats.org/drawingml/2006/main">
              <a:ext uri="{FF2B5EF4-FFF2-40B4-BE49-F238E27FC236}">
                <a16:creationId xmlns:a16="http://schemas.microsoft.com/office/drawing/2014/main" id="{3D4504E4-CC36-487C-8E49-7731018115F6}"/>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F978A584-5CFF-40B4-96D8-81712215A127}"/>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08</a:t>
            </a:r>
          </a:p>
        </p:txBody>
      </p:sp>
    </p:spTree>
    <p:extLst>
      <p:ext uri="{BB962C8B-B14F-4D97-AF65-F5344CB8AC3E}">
        <p14:creationId xmlns:p14="http://schemas.microsoft.com/office/powerpoint/2010/main" val="3480144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A40E52-C8DB-4251-8E7A-14273331C5B5}"/>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3 · One altitude node contributes optical depth</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7350252"/>
                <a:gridCol w="6518148"/>
              </a:tblGrid>
              <a:tr h="750094">
                <a:tc>
                  <a:txBody>
                    <a:bodyPr/>
                    <a:lstStyle/>
                    <a:p>
                      <a:r>
                        <a:rPr sz="2025" b="1">
                          <a:solidFill>
                            <a:srgbClr val="FFFFFF"/>
                          </a:solidFill>
                          <a:latin typeface="Arial"/>
                          <a:ea typeface="Arial"/>
                          <a:cs typeface="Arial"/>
                        </a:rPr>
                        <a:t>First quadrature node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Numerical value</a:t>
                      </a:r>
                    </a:p>
                  </a:txBody>
                  <a:tcPr marL="133350" marR="133350" marT="76200" marB="76200" anchor="ctr">
                    <a:solidFill>
                      <a:srgbClr val="153246"/>
                    </a:solidFill>
                  </a:tcPr>
                </a:tc>
              </a:tr>
              <a:tr h="750094">
                <a:tc>
                  <a:txBody>
                    <a:bodyPr/>
                    <a:lstStyle/>
                    <a:p>
                      <a:r>
                        <a:rPr sz="2025" b="0">
                          <a:solidFill>
                            <a:srgbClr val="153246"/>
                          </a:solidFill>
                          <a:latin typeface="Arial"/>
                          <a:ea typeface="Arial"/>
                          <a:cs typeface="Arial"/>
                        </a:rPr>
                        <a:t>Cross section σ₀</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2.6422462 × 10⁻²⁰ cm²/molecule</a:t>
                      </a:r>
                    </a:p>
                  </a:txBody>
                  <a:tcPr marL="133350" marR="133350" marT="76200" marB="76200" anchor="ctr">
                    <a:solidFill>
                      <a:srgbClr val="F0F5F7"/>
                    </a:solidFill>
                  </a:tcPr>
                </a:tc>
              </a:tr>
              <a:tr h="750094">
                <a:tc>
                  <a:txBody>
                    <a:bodyPr/>
                    <a:lstStyle/>
                    <a:p>
                      <a:r>
                        <a:rPr sz="2025" b="0">
                          <a:solidFill>
                            <a:srgbClr val="153246"/>
                          </a:solidFill>
                          <a:latin typeface="Arial"/>
                          <a:ea typeface="Arial"/>
                          <a:cs typeface="Arial"/>
                        </a:rPr>
                        <a:t>Density n₁(z) for q = 1 µg/m³</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1.4505008 × 10¹⁰ molecules/cm³</a:t>
                      </a:r>
                    </a:p>
                  </a:txBody>
                  <a:tcPr marL="133350" marR="133350" marT="76200" marB="76200" anchor="ctr">
                    <a:solidFill>
                      <a:srgbClr val="FFFFFF"/>
                    </a:solidFill>
                  </a:tcPr>
                </a:tc>
              </a:tr>
              <a:tr h="750094">
                <a:tc>
                  <a:txBody>
                    <a:bodyPr/>
                    <a:lstStyle/>
                    <a:p>
                      <a:r>
                        <a:rPr sz="2025" b="0">
                          <a:solidFill>
                            <a:srgbClr val="153246"/>
                          </a:solidFill>
                          <a:latin typeface="Arial"/>
                          <a:ea typeface="Arial"/>
                          <a:cs typeface="Arial"/>
                        </a:rPr>
                        <a:t>Integration weight w</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42.831123 m = 4,283.1123 cm</a:t>
                      </a:r>
                    </a:p>
                  </a:txBody>
                  <a:tcPr marL="133350" marR="133350" marT="76200" marB="76200" anchor="ctr">
                    <a:solidFill>
                      <a:srgbClr val="F0F5F7"/>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3d6ac00eb0a4c9a">
            <a:extLst>
              <a:ext uri="{96DAC541-7B7A-43D3-8B79-37D633B846F1}">
                <asvg:svgBlip xmlns:asvg="http://schemas.microsoft.com/office/drawing/2016/SVG/main" r:embed="R2b99f30313b648b2"/>
              </a:ext>
            </a:extLst>
          </a:blip>
          <a:stretch xmlns:a="http://schemas.openxmlformats.org/drawingml/2006/main"/>
        </p:blipFill>
        <p:spPr>
          <a:xfrm xmlns:a="http://schemas.openxmlformats.org/drawingml/2006/main">
            <a:off x="742950" y="4875341"/>
            <a:ext cx="13637886" cy="86969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B605FF0-AC81-47B7-A23B-37DD4ECBCD02}"/>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δτ₀,₁: dimensionless optical depth contribution at tone 0 for 1 µg/m³</a:t>
            </a:r>
          </a:p>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The weight is a Gauss quadrature weight, not the thickness of a physical uniform slab.</a:t>
            </a:r>
          </a:p>
        </p:txBody>
      </p:sp>
      <p:sp>
        <p:nvSpPr>
          <p:cNvPr id="5" name="">
            <a:extLst xmlns:a="http://schemas.openxmlformats.org/drawingml/2006/main">
              <a:ext uri="{FF2B5EF4-FFF2-40B4-BE49-F238E27FC236}">
                <a16:creationId xmlns:a16="http://schemas.microsoft.com/office/drawing/2014/main" id="{8351BE23-F7A9-4F53-97E8-9B269BC5C534}"/>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Repeat this product at each altitude node and add the contributions.</a:t>
            </a:r>
          </a:p>
        </p:txBody>
      </p:sp>
      <p:sp>
        <p:nvSpPr>
          <p:cNvPr id="6" name="">
            <a:extLst xmlns:a="http://schemas.openxmlformats.org/drawingml/2006/main">
              <a:ext uri="{FF2B5EF4-FFF2-40B4-BE49-F238E27FC236}">
                <a16:creationId xmlns:a16="http://schemas.microsoft.com/office/drawing/2014/main" id="{E3D71DA7-5723-4622-8D86-9ED5552DDEAD}"/>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F6670625-D6C2-4EEB-93F6-4782845D93E2}"/>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09</a:t>
            </a:r>
          </a:p>
        </p:txBody>
      </p:sp>
    </p:spTree>
    <p:extLst>
      <p:ext uri="{BB962C8B-B14F-4D97-AF65-F5344CB8AC3E}">
        <p14:creationId xmlns:p14="http://schemas.microsoft.com/office/powerpoint/2010/main" val="120024313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D683EB-F961-4D34-A8D6-75BBEC168142}"/>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3 · Adding the atmosphere gives the tone sensitivity</a:t>
            </a:r>
          </a:p>
        </p:txBody>
      </p:sp>
      <p:graphicFrame>
        <p:nvGraphicFramePr>
          <p:cNvPr id="8" name=""/>
          <p:cNvGraphicFramePr/>
          <p:nvPr/>
        </p:nvGraphicFramePr>
        <p:xfrm>
          <a:off xmlns:a="http://schemas.openxmlformats.org/drawingml/2006/main" x="685800" y="1714500"/>
          <a:ext xmlns:a="http://schemas.openxmlformats.org/drawingml/2006/main" cx="13868400" cy="4667250"/>
        </p:xfrm>
        <a:graphic xmlns:a="http://schemas.openxmlformats.org/drawingml/2006/main">
          <a:graphicData uri="http://schemas.openxmlformats.org/drawingml/2006/table">
            <a:tbl>
              <a:tblPr/>
              <a:tblGrid>
                <a:gridCol w="2912364"/>
                <a:gridCol w="5269992"/>
                <a:gridCol w="5686044"/>
              </a:tblGrid>
              <a:tr h="666750">
                <a:tc>
                  <a:txBody>
                    <a:bodyPr/>
                    <a:lstStyle/>
                    <a:p>
                      <a:r>
                        <a:rPr sz="2025" b="1">
                          <a:solidFill>
                            <a:srgbClr val="FFFFFF"/>
                          </a:solidFill>
                          <a:latin typeface="Arial"/>
                          <a:ea typeface="Arial"/>
                          <a:cs typeface="Arial"/>
                        </a:rPr>
                        <a:t>Altitude interval</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Optical depth for q = 1 µg/m³</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Attenuation sensitivity (dB per µg/m³)</a:t>
                      </a:r>
                    </a:p>
                  </a:txBody>
                  <a:tcPr marL="133350" marR="133350" marT="76200" marB="76200" anchor="ctr">
                    <a:solidFill>
                      <a:srgbClr val="153246"/>
                    </a:solidFill>
                  </a:tcPr>
                </a:tc>
              </a:tr>
              <a:tr h="666750">
                <a:tc>
                  <a:txBody>
                    <a:bodyPr/>
                    <a:lstStyle/>
                    <a:p>
                      <a:r>
                        <a:rPr sz="2025" b="0">
                          <a:solidFill>
                            <a:srgbClr val="153246"/>
                          </a:solidFill>
                          <a:latin typeface="Arial"/>
                          <a:ea typeface="Arial"/>
                          <a:cs typeface="Arial"/>
                        </a:rPr>
                        <a:t>0–0.5 km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1.6389001e-05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7.1176528e-05</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0.5–1 km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1.1583791e-05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5.0307766e-05</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1–2 km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1.3936792e-05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6.0526719e-05</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2–3 km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6.9036665e-06</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2.9982243e-05</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3–5 km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5.0671830e-06</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2.2006496e-05</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5–100 km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1.5704107e-06</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6.8202070e-06</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B5B741A-B58D-4AA7-B418-5FB9FFA1727B}"/>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Sum: τ₀,₁ = 5.5450845 × 10⁻⁵ → a₀ = (10 / ln 10) τ₀,₁ = 0.00024081996 dB/(µg/m³)</a:t>
            </a:r>
          </a:p>
        </p:txBody>
      </p:sp>
      <p:sp>
        <p:nvSpPr>
          <p:cNvPr id="4" name="">
            <a:extLst xmlns:a="http://schemas.openxmlformats.org/drawingml/2006/main">
              <a:ext uri="{FF2B5EF4-FFF2-40B4-BE49-F238E27FC236}">
                <a16:creationId xmlns:a16="http://schemas.microsoft.com/office/drawing/2014/main" id="{8624B879-F079-4881-8A9A-B82BA120BA1C}"/>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vertical profile and atmospheric state determine this coefficient. It is not a universal CH₃CN constant.</a:t>
            </a:r>
          </a:p>
        </p:txBody>
      </p:sp>
      <p:sp>
        <p:nvSpPr>
          <p:cNvPr id="5" name="">
            <a:extLst xmlns:a="http://schemas.openxmlformats.org/drawingml/2006/main">
              <a:ext uri="{FF2B5EF4-FFF2-40B4-BE49-F238E27FC236}">
                <a16:creationId xmlns:a16="http://schemas.microsoft.com/office/drawing/2014/main" id="{8DD4B08E-CC1B-4EAB-897F-2E580038EA8E}"/>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22B9B344-7AD9-46EE-A6C7-72672AB2880D}"/>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10</a:t>
            </a:r>
          </a:p>
        </p:txBody>
      </p:sp>
    </p:spTree>
    <p:extLst>
      <p:ext uri="{BB962C8B-B14F-4D97-AF65-F5344CB8AC3E}">
        <p14:creationId xmlns:p14="http://schemas.microsoft.com/office/powerpoint/2010/main" val="4767433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C2BFA3-650F-4BF5-8773-D47C7D2B8B42}"/>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4 · The chosen concentration gives 0.012181 dB</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785e96678714dbc">
            <a:extLst>
              <a:ext uri="{96DAC541-7B7A-43D3-8B79-37D633B846F1}">
                <asvg:svgBlip xmlns:asvg="http://schemas.microsoft.com/office/drawing/2016/SVG/main" r:embed="Rd1fc290ac5c44437"/>
              </a:ext>
            </a:extLst>
          </a:blip>
          <a:stretch xmlns:a="http://schemas.openxmlformats.org/drawingml/2006/main"/>
        </p:blipFill>
        <p:spPr>
          <a:xfrm xmlns:a="http://schemas.openxmlformats.org/drawingml/2006/main">
            <a:off x="742950" y="1894470"/>
            <a:ext cx="10731951" cy="1392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2AD229D-DEC4-4266-A568-57FACE13FEB6}"/>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ΔA₀: extra CH₃CN attenuation at the first tone · τ₀: corresponding dimensionless optical depth</a:t>
            </a:r>
          </a:p>
        </p:txBody>
      </p:sp>
      <p:sp>
        <p:nvSpPr>
          <p:cNvPr id="4" name="">
            <a:extLst xmlns:a="http://schemas.openxmlformats.org/drawingml/2006/main">
              <a:ext uri="{FF2B5EF4-FFF2-40B4-BE49-F238E27FC236}">
                <a16:creationId xmlns:a16="http://schemas.microsoft.com/office/drawing/2014/main" id="{5F4E3DAB-C69A-4D7C-A56E-1C2955F0414D}"/>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4.5477 dB oxygen/water loss belongs to the baseline link budget.</a:t>
            </a:r>
          </a:p>
        </p:txBody>
      </p:sp>
      <p:sp>
        <p:nvSpPr>
          <p:cNvPr id="5" name="">
            <a:extLst xmlns:a="http://schemas.openxmlformats.org/drawingml/2006/main">
              <a:ext uri="{FF2B5EF4-FFF2-40B4-BE49-F238E27FC236}">
                <a16:creationId xmlns:a16="http://schemas.microsoft.com/office/drawing/2014/main" id="{CA2CF639-DB36-4EF6-B57C-99D9B41ED0C9}"/>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0.012181 dB value is the additional loss caused by this CH₃CN enhancement.</a:t>
            </a:r>
          </a:p>
        </p:txBody>
      </p:sp>
      <p:sp>
        <p:nvSpPr>
          <p:cNvPr id="6" name="">
            <a:extLst xmlns:a="http://schemas.openxmlformats.org/drawingml/2006/main">
              <a:ext uri="{FF2B5EF4-FFF2-40B4-BE49-F238E27FC236}">
                <a16:creationId xmlns:a16="http://schemas.microsoft.com/office/drawing/2014/main" id="{48002EEF-FD8E-4047-9D09-1A8791A10D9F}"/>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concentration multiplies a sensitivity computed from real spectral parameters and an assumed path profile.</a:t>
            </a:r>
          </a:p>
        </p:txBody>
      </p:sp>
      <p:sp>
        <p:nvSpPr>
          <p:cNvPr id="7" name="">
            <a:extLst xmlns:a="http://schemas.openxmlformats.org/drawingml/2006/main">
              <a:ext uri="{FF2B5EF4-FFF2-40B4-BE49-F238E27FC236}">
                <a16:creationId xmlns:a16="http://schemas.microsoft.com/office/drawing/2014/main" id="{C8FF2B55-9E07-4AC9-9948-1A609FA73688}"/>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66E4ED24-91DF-45CF-86B3-3C0ACE5DC7B5}"/>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11</a:t>
            </a:r>
          </a:p>
        </p:txBody>
      </p:sp>
    </p:spTree>
    <p:extLst>
      <p:ext uri="{BB962C8B-B14F-4D97-AF65-F5344CB8AC3E}">
        <p14:creationId xmlns:p14="http://schemas.microsoft.com/office/powerpoint/2010/main" val="20463498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921D4B0-0B5A-4A2C-BB6F-FC9825895677}"/>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5 · Absorption predicts the amplitude change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a2d4ae237a04b83">
            <a:extLst>
              <a:ext uri="{96DAC541-7B7A-43D3-8B79-37D633B846F1}">
                <asvg:svgBlip xmlns:asvg="http://schemas.microsoft.com/office/drawing/2016/SVG/main" r:embed="R6f43f297a3bd46e0"/>
              </a:ext>
            </a:extLst>
          </a:blip>
          <a:stretch xmlns:a="http://schemas.openxmlformats.org/drawingml/2006/main"/>
        </p:blipFill>
        <p:spPr>
          <a:xfrm xmlns:a="http://schemas.openxmlformats.org/drawingml/2006/main">
            <a:off x="742950" y="1724025"/>
            <a:ext cx="7347026"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6D11358-0C8B-43D3-9817-8DF2CC7AFE29}"/>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h₀,₀: reference channel at tone 0 · h₁,₀: sample channel at tone 0, before measurement error</a:t>
            </a:r>
          </a:p>
        </p:txBody>
      </p:sp>
      <p:sp>
        <p:nvSpPr>
          <p:cNvPr id="4" name="">
            <a:extLst xmlns:a="http://schemas.openxmlformats.org/drawingml/2006/main">
              <a:ext uri="{FF2B5EF4-FFF2-40B4-BE49-F238E27FC236}">
                <a16:creationId xmlns:a16="http://schemas.microsoft.com/office/drawing/2014/main" id="{0F018532-C713-43DB-BD8B-CEEB50CC312C}"/>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ratio concerns channel magnitude after known geometric and instrument corrections.</a:t>
            </a:r>
          </a:p>
        </p:txBody>
      </p:sp>
      <p:sp>
        <p:nvSpPr>
          <p:cNvPr id="5" name="">
            <a:extLst xmlns:a="http://schemas.openxmlformats.org/drawingml/2006/main">
              <a:ext uri="{FF2B5EF4-FFF2-40B4-BE49-F238E27FC236}">
                <a16:creationId xmlns:a16="http://schemas.microsoft.com/office/drawing/2014/main" id="{2EAE2AE4-AB83-46FE-9B05-F36C54364D87}"/>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power ratio is 0.99719915. The stated 0.1401% is an amplitude reduction.</a:t>
            </a:r>
          </a:p>
        </p:txBody>
      </p:sp>
      <p:sp>
        <p:nvSpPr>
          <p:cNvPr id="6" name="">
            <a:extLst xmlns:a="http://schemas.openxmlformats.org/drawingml/2006/main">
              <a:ext uri="{FF2B5EF4-FFF2-40B4-BE49-F238E27FC236}">
                <a16:creationId xmlns:a16="http://schemas.microsoft.com/office/drawing/2014/main" id="{5062F7F4-5952-458E-95E0-0D2640D0593A}"/>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These are the third and fourth rows of the screenshot, now derived from the gas column.</a:t>
            </a:r>
          </a:p>
        </p:txBody>
      </p:sp>
      <p:sp>
        <p:nvSpPr>
          <p:cNvPr id="7" name="">
            <a:extLst xmlns:a="http://schemas.openxmlformats.org/drawingml/2006/main">
              <a:ext uri="{FF2B5EF4-FFF2-40B4-BE49-F238E27FC236}">
                <a16:creationId xmlns:a16="http://schemas.microsoft.com/office/drawing/2014/main" id="{5EDD5E63-BD19-4EE7-8E4A-FF04EE8AD801}"/>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A predicted change of 0.1401% is not yet evidence that a receiver can resolve it.</a:t>
            </a:r>
          </a:p>
        </p:txBody>
      </p:sp>
      <p:sp>
        <p:nvSpPr>
          <p:cNvPr id="8" name="">
            <a:extLst xmlns:a="http://schemas.openxmlformats.org/drawingml/2006/main">
              <a:ext uri="{FF2B5EF4-FFF2-40B4-BE49-F238E27FC236}">
                <a16:creationId xmlns:a16="http://schemas.microsoft.com/office/drawing/2014/main" id="{71D4693B-4B7A-43F8-A7D1-8977924C572B}"/>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9" name="">
            <a:extLst xmlns:a="http://schemas.openxmlformats.org/drawingml/2006/main">
              <a:ext uri="{FF2B5EF4-FFF2-40B4-BE49-F238E27FC236}">
                <a16:creationId xmlns:a16="http://schemas.microsoft.com/office/drawing/2014/main" id="{99A642B1-6BE8-4D0C-9C3C-032FDCAC81F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12</a:t>
            </a:r>
          </a:p>
        </p:txBody>
      </p:sp>
    </p:spTree>
    <p:extLst>
      <p:ext uri="{BB962C8B-B14F-4D97-AF65-F5344CB8AC3E}">
        <p14:creationId xmlns:p14="http://schemas.microsoft.com/office/powerpoint/2010/main" val="6744019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D2052B-CC1A-4F7A-A581-C4DF055737AD}"/>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6 · Observation time fixes the averaging gain</a:t>
            </a:r>
          </a:p>
        </p:txBody>
      </p:sp>
      <p:graphicFrame>
        <p:nvGraphicFramePr>
          <p:cNvPr id="8" name=""/>
          <p:cNvGraphicFramePr/>
          <p:nvPr/>
        </p:nvGraphicFramePr>
        <p:xfrm>
          <a:off xmlns:a="http://schemas.openxmlformats.org/drawingml/2006/main" x="685800" y="1714500"/>
          <a:ext xmlns:a="http://schemas.openxmlformats.org/drawingml/2006/main" cx="13868400" cy="4514850"/>
        </p:xfrm>
        <a:graphic xmlns:a="http://schemas.openxmlformats.org/drawingml/2006/main">
          <a:graphicData uri="http://schemas.openxmlformats.org/drawingml/2006/table">
            <a:tbl>
              <a:tblPr/>
              <a:tblGrid>
                <a:gridCol w="5408676"/>
                <a:gridCol w="8459724"/>
              </a:tblGrid>
              <a:tr h="752475">
                <a:tc>
                  <a:txBody>
                    <a:bodyPr/>
                    <a:lstStyle/>
                    <a:p>
                      <a:r>
                        <a:rPr sz="2025" b="1">
                          <a:solidFill>
                            <a:srgbClr val="FFFFFF"/>
                          </a:solidFill>
                          <a:latin typeface="Arial"/>
                          <a:ea typeface="Arial"/>
                          <a:cs typeface="Arial"/>
                        </a:rPr>
                        <a:t>Resource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Calculation</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Tone spacing and useful symbol</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 GHz / 1,024 = 9.765625 MHz; Tᵤ = 102.4 ns</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Transmitted symbol</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102.4 ns + 10 ns assumed CP = 112.4 ns</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Frame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10,000 symbols, with 30 full pilot symbols</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Frames in each 10 s acquisition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floor[10 / (10,000 × 112.4 ns)] = 8,896</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Pilots per tone in each acquisition</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M = 8,896 × 30 = 266,880</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C1DC5C07-ABDC-441C-A947-F006A39B6492}"/>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Both the reference and sample are noisy: 10 s + 10 s, not a free or exact reference.</a:t>
            </a:r>
          </a:p>
        </p:txBody>
      </p:sp>
      <p:sp>
        <p:nvSpPr>
          <p:cNvPr id="4" name="">
            <a:extLst xmlns:a="http://schemas.openxmlformats.org/drawingml/2006/main">
              <a:ext uri="{FF2B5EF4-FFF2-40B4-BE49-F238E27FC236}">
                <a16:creationId xmlns:a16="http://schemas.microsoft.com/office/drawing/2014/main" id="{D26D04DA-9AD3-430A-AEBF-D13439F04AF5}"/>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Ideal phase, frequency, delay and gain tracking is assumed throughout each moving acquisition.</a:t>
            </a:r>
          </a:p>
        </p:txBody>
      </p:sp>
      <p:sp>
        <p:nvSpPr>
          <p:cNvPr id="5" name="">
            <a:extLst xmlns:a="http://schemas.openxmlformats.org/drawingml/2006/main">
              <a:ext uri="{FF2B5EF4-FFF2-40B4-BE49-F238E27FC236}">
                <a16:creationId xmlns:a16="http://schemas.microsoft.com/office/drawing/2014/main" id="{AD42B0DA-17E6-423A-821E-3884DECDF6E4}"/>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ED2EBF42-557E-4FA9-A0C4-C06B9957A02C}"/>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13</a:t>
            </a:r>
          </a:p>
        </p:txBody>
      </p:sp>
    </p:spTree>
    <p:extLst>
      <p:ext uri="{BB962C8B-B14F-4D97-AF65-F5344CB8AC3E}">
        <p14:creationId xmlns:p14="http://schemas.microsoft.com/office/powerpoint/2010/main" val="35733338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244B16-76E8-4921-8BEF-BCD3E5D424C2}"/>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7 · One tone remains uncertain after averaging</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8321040"/>
                <a:gridCol w="5547360"/>
              </a:tblGrid>
              <a:tr h="600075">
                <a:tc>
                  <a:txBody>
                    <a:bodyPr/>
                    <a:lstStyle/>
                    <a:p>
                      <a:r>
                        <a:rPr sz="2025" b="1">
                          <a:solidFill>
                            <a:srgbClr val="FFFFFF"/>
                          </a:solidFill>
                          <a:latin typeface="Arial"/>
                          <a:ea typeface="Arial"/>
                          <a:cs typeface="Arial"/>
                        </a:rPr>
                        <a:t>First tone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Numerical value</a:t>
                      </a:r>
                    </a:p>
                  </a:txBody>
                  <a:tcPr marL="133350" marR="133350" marT="76200" marB="76200" anchor="ctr">
                    <a:solidFill>
                      <a:srgbClr val="153246"/>
                    </a:solidFill>
                  </a:tcPr>
                </a:tc>
              </a:tr>
              <a:tr h="600075">
                <a:tc>
                  <a:txBody>
                    <a:bodyPr/>
                    <a:lstStyle/>
                    <a:p>
                      <a:r>
                        <a:rPr sz="2025" b="0">
                          <a:solidFill>
                            <a:srgbClr val="153246"/>
                          </a:solidFill>
                          <a:latin typeface="Arial"/>
                          <a:ea typeface="Arial"/>
                          <a:cs typeface="Arial"/>
                        </a:rPr>
                        <a:t>Reference SNR per pilot, linear</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ρ₀ = 0.961035658</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Complex mean variance, normalized channel</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 / (Mρ₀) = 3.8989213e-06</a:t>
                      </a:r>
                    </a:p>
                  </a:txBody>
                  <a:tcPr marL="133350" marR="133350" marT="76200" marB="76200" anchor="ctr">
                    <a:solidFill>
                      <a:srgbClr val="FFFFFF"/>
                    </a:solidFill>
                  </a:tcPr>
                </a:tc>
              </a:tr>
              <a:tr h="600075">
                <a:tc>
                  <a:txBody>
                    <a:bodyPr/>
                    <a:lstStyle/>
                    <a:p>
                      <a:r>
                        <a:rPr sz="2025" b="0">
                          <a:solidFill>
                            <a:srgbClr val="153246"/>
                          </a:solidFill>
                          <a:latin typeface="Arial"/>
                          <a:ea typeface="Arial"/>
                          <a:cs typeface="Arial"/>
                        </a:rPr>
                        <a:t>Thermal variance of the reference/sample log ratio</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v₀(0) = 2.9415287e-04 dB²</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Total null variance after calibration term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C₀₀ = 2.9515287e-04 dB²</a:t>
                      </a:r>
                    </a:p>
                  </a:txBody>
                  <a:tcPr marL="133350" marR="133350" marT="76200" marB="76200" anchor="ctr">
                    <a:solidFill>
                      <a:srgbClr val="FFFFFF"/>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7dc990c9a8c4f1e">
            <a:extLst>
              <a:ext uri="{96DAC541-7B7A-43D3-8B79-37D633B846F1}">
                <asvg:svgBlip xmlns:asvg="http://schemas.microsoft.com/office/drawing/2016/SVG/main" r:embed="Ref0ac4838b2b4095"/>
              </a:ext>
            </a:extLst>
          </a:blip>
          <a:stretch xmlns:a="http://schemas.openxmlformats.org/drawingml/2006/main"/>
        </p:blipFill>
        <p:spPr>
          <a:xfrm xmlns:a="http://schemas.openxmlformats.org/drawingml/2006/main">
            <a:off x="742950" y="4762500"/>
            <a:ext cx="7790006" cy="109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C493C31-6757-4836-9B75-DEBA63041093}"/>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C₀₀ = v₀(0) + (0.001 dB)² · The log ratio variance uses a high coherent mean SNR approximation.</a:t>
            </a:r>
          </a:p>
        </p:txBody>
      </p:sp>
      <p:sp>
        <p:nvSpPr>
          <p:cNvPr id="5" name="">
            <a:extLst xmlns:a="http://schemas.openxmlformats.org/drawingml/2006/main">
              <a:ext uri="{FF2B5EF4-FFF2-40B4-BE49-F238E27FC236}">
                <a16:creationId xmlns:a16="http://schemas.microsoft.com/office/drawing/2014/main" id="{EC22BA45-B9B7-4C86-8872-40BAD00D0BC3}"/>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6" name="">
            <a:extLst xmlns:a="http://schemas.openxmlformats.org/drawingml/2006/main">
              <a:ext uri="{FF2B5EF4-FFF2-40B4-BE49-F238E27FC236}">
                <a16:creationId xmlns:a16="http://schemas.microsoft.com/office/drawing/2014/main" id="{D22B4046-75DD-4B52-A5F4-144442CBB8DD}"/>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5E536790-9EAD-4171-9053-A007A407849A}"/>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14</a:t>
            </a:r>
          </a:p>
        </p:txBody>
      </p:sp>
    </p:spTree>
    <p:extLst>
      <p:ext uri="{BB962C8B-B14F-4D97-AF65-F5344CB8AC3E}">
        <p14:creationId xmlns:p14="http://schemas.microsoft.com/office/powerpoint/2010/main" val="18034385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E23299-035F-4ED1-85C6-364F6D4B8CEE}"/>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8 · The saved receiver draw does not equal its mean</a:t>
            </a:r>
          </a:p>
        </p:txBody>
      </p:sp>
      <p:graphicFrame>
        <p:nvGraphicFramePr>
          <p:cNvPr id="10"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7350252"/>
                <a:gridCol w="6518148"/>
              </a:tblGrid>
              <a:tr h="600075">
                <a:tc>
                  <a:txBody>
                    <a:bodyPr/>
                    <a:lstStyle/>
                    <a:p>
                      <a:r>
                        <a:rPr sz="2025" b="1">
                          <a:solidFill>
                            <a:srgbClr val="FFFFFF"/>
                          </a:solidFill>
                          <a:latin typeface="Arial"/>
                          <a:ea typeface="Arial"/>
                          <a:cs typeface="Arial"/>
                        </a:rPr>
                        <a:t>Normalized complex pilot means, simulated</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r>
              <a:tr h="600075">
                <a:tc>
                  <a:txBody>
                    <a:bodyPr/>
                    <a:lstStyle/>
                    <a:p>
                      <a:r>
                        <a:rPr sz="2025" b="0">
                          <a:solidFill>
                            <a:srgbClr val="153246"/>
                          </a:solidFill>
                          <a:latin typeface="Arial"/>
                          <a:ea typeface="Arial"/>
                          <a:cs typeface="Arial"/>
                        </a:rPr>
                        <a:t>Reference ĥ₀,₀</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1.0009162403 + j 0.0004400251</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Sample ĥ₁,₀</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1.0007326946 − j 0.0009412581</a:t>
                      </a:r>
                    </a:p>
                  </a:txBody>
                  <a:tcPr marL="133350" marR="133350" marT="76200" marB="76200" anchor="ctr">
                    <a:solidFill>
                      <a:srgbClr val="FFFFFF"/>
                    </a:solidFill>
                  </a:tcPr>
                </a:tc>
              </a:tr>
              <a:tr h="600075">
                <a:tc>
                  <a:txBody>
                    <a:bodyPr/>
                    <a:lstStyle/>
                    <a:p>
                      <a:r>
                        <a:rPr sz="2025" b="0">
                          <a:solidFill>
                            <a:srgbClr val="153246"/>
                          </a:solidFill>
                          <a:latin typeface="Arial"/>
                          <a:ea typeface="Arial"/>
                          <a:cs typeface="Arial"/>
                        </a:rPr>
                        <a:t>Magnitudes |ĥ₀,₀| and |ĥ₁,₀|</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1.0009163371 and 1.0007331373</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Persistent differential calibration draw e₀</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−0.0020537566 dB</a:t>
                      </a:r>
                    </a:p>
                  </a:txBody>
                  <a:tcPr marL="133350" marR="133350" marT="76200" marB="76200" anchor="ctr">
                    <a:solidFill>
                      <a:srgbClr val="FFFFFF"/>
                    </a:solidFill>
                  </a:tcPr>
                </a:tc>
              </a:tr>
            </a:tbl>
          </a:graphicData>
        </a:graphic>
      </p:graphicFrame>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db95e50c4a74239">
            <a:extLst>
              <a:ext uri="{96DAC541-7B7A-43D3-8B79-37D633B846F1}">
                <asvg:svgBlip xmlns:asvg="http://schemas.microsoft.com/office/drawing/2016/SVG/main" r:embed="R5fb1c642db1849ea"/>
              </a:ext>
            </a:extLst>
          </a:blip>
          <a:stretch xmlns:a="http://schemas.openxmlformats.org/drawingml/2006/main"/>
        </p:blipFill>
        <p:spPr>
          <a:xfrm xmlns:a="http://schemas.openxmlformats.org/drawingml/2006/main">
            <a:off x="742950" y="4767984"/>
            <a:ext cx="13668375" cy="108440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E8A43E4-26AD-478A-AD1E-2D479041EBE8}"/>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The mean sample amplitude is 0.9985985923, but the noisy pilot mean can be larger. Seed: 20261005.</a:t>
            </a:r>
          </a:p>
        </p:txBody>
      </p:sp>
      <p:sp>
        <p:nvSpPr>
          <p:cNvPr id="5" name="">
            <a:extLst xmlns:a="http://schemas.openxmlformats.org/drawingml/2006/main">
              <a:ext uri="{FF2B5EF4-FFF2-40B4-BE49-F238E27FC236}">
                <a16:creationId xmlns:a16="http://schemas.microsoft.com/office/drawing/2014/main" id="{CE5BF4CD-1D9B-4699-8C4F-6279D373C740}"/>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 positive gas enhancement can produce a negative observed attenuation at one noisy tone.</a:t>
            </a:r>
          </a:p>
        </p:txBody>
      </p:sp>
      <p:sp>
        <p:nvSpPr>
          <p:cNvPr id="6" name="">
            <a:extLst xmlns:a="http://schemas.openxmlformats.org/drawingml/2006/main">
              <a:ext uri="{FF2B5EF4-FFF2-40B4-BE49-F238E27FC236}">
                <a16:creationId xmlns:a16="http://schemas.microsoft.com/office/drawing/2014/main" id="{01C3FD39-0457-4399-8069-A482D45ACA54}"/>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These are simulated complex observations with the stated noise and calibration model, not field measurements.</a:t>
            </a:r>
          </a:p>
        </p:txBody>
      </p:sp>
      <p:sp>
        <p:nvSpPr>
          <p:cNvPr id="7" name="">
            <a:extLst xmlns:a="http://schemas.openxmlformats.org/drawingml/2006/main">
              <a:ext uri="{FF2B5EF4-FFF2-40B4-BE49-F238E27FC236}">
                <a16:creationId xmlns:a16="http://schemas.microsoft.com/office/drawing/2014/main" id="{4E84C7E6-A5B8-4594-AD28-E4C1F33FD996}"/>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73852B85-FB27-4C42-98A2-6CE55E8BF566}"/>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15</a:t>
            </a:r>
          </a:p>
        </p:txBody>
      </p:sp>
    </p:spTree>
    <p:extLst>
      <p:ext uri="{BB962C8B-B14F-4D97-AF65-F5344CB8AC3E}">
        <p14:creationId xmlns:p14="http://schemas.microsoft.com/office/powerpoint/2010/main" val="19401118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AEF32B-0814-4045-88B9-EDFC643A9948}"/>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9 · The detector uses the complete observed spectrum</a:t>
            </a:r>
          </a:p>
        </p:txBody>
      </p:sp>
      <p:graphicFrame>
        <p:nvGraphicFramePr>
          <p:cNvPr id="8" name="Chart"/>
          <p:cNvGraphicFramePr/>
          <p:nvPr/>
        </p:nvGraphicFramePr>
        <p:xfrm>
          <a:off xmlns:a="http://schemas.openxmlformats.org/drawingml/2006/main" x="685800" y="1685925"/>
          <a:ext xmlns:a="http://schemas.openxmlformats.org/drawingml/2006/main" cx="13868400" cy="4667250"/>
        </p:xfrm>
        <a:graphic xmlns:a="http://schemas.openxmlformats.org/drawingml/2006/main">
          <a:graphicData uri="http://schemas.openxmlformats.org/drawingml/2006/chart">
            <c:chart xmlns:r="http://schemas.openxmlformats.org/officeDocument/2006/relationships" xmlns:c="http://schemas.openxmlformats.org/drawingml/2006/chart" r:id="R5f37821d1a084fc9"/>
          </a:graphicData>
        </a:graphic>
      </p:graphicFrame>
      <p:sp>
        <p:nvSpPr>
          <p:cNvPr id="3" name="">
            <a:extLst xmlns:a="http://schemas.openxmlformats.org/drawingml/2006/main">
              <a:ext uri="{FF2B5EF4-FFF2-40B4-BE49-F238E27FC236}">
                <a16:creationId xmlns:a16="http://schemas.microsoft.com/office/drawing/2014/main" id="{E887D2AD-6FEF-4F78-85CF-C1A7A8AB292A}"/>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Input to estimation: y has 1,024 entries. The first is −0.0004638 dB, not the predicted +0.012181 dB.</a:t>
            </a:r>
          </a:p>
        </p:txBody>
      </p:sp>
      <p:sp>
        <p:nvSpPr>
          <p:cNvPr id="4" name="">
            <a:extLst xmlns:a="http://schemas.openxmlformats.org/drawingml/2006/main">
              <a:ext uri="{FF2B5EF4-FFF2-40B4-BE49-F238E27FC236}">
                <a16:creationId xmlns:a16="http://schemas.microsoft.com/office/drawing/2014/main" id="{819D19C8-AD69-47C3-A2AF-D609DFA44768}"/>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5" name="">
            <a:extLst xmlns:a="http://schemas.openxmlformats.org/drawingml/2006/main">
              <a:ext uri="{FF2B5EF4-FFF2-40B4-BE49-F238E27FC236}">
                <a16:creationId xmlns:a16="http://schemas.microsoft.com/office/drawing/2014/main" id="{347E12C2-DAED-438C-BBDE-EFBCAF1EF4FF}"/>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1936AED0-0626-4CC2-B8CA-5A31B55D048F}"/>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16</a:t>
            </a:r>
          </a:p>
        </p:txBody>
      </p:sp>
    </p:spTree>
    <p:extLst>
      <p:ext uri="{BB962C8B-B14F-4D97-AF65-F5344CB8AC3E}">
        <p14:creationId xmlns:p14="http://schemas.microsoft.com/office/powerpoint/2010/main" val="58756030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1BC040-939D-48F5-BB3C-2CC02C7948EE}"/>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10 · The design matrix encodes gas and gain changes</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2496312"/>
                <a:gridCol w="5269992"/>
                <a:gridCol w="2912364"/>
                <a:gridCol w="3189732"/>
              </a:tblGrid>
              <a:tr h="500063">
                <a:tc>
                  <a:txBody>
                    <a:bodyPr/>
                    <a:lstStyle/>
                    <a:p>
                      <a:r>
                        <a:rPr sz="2025" b="1">
                          <a:solidFill>
                            <a:srgbClr val="FFFFFF"/>
                          </a:solidFill>
                          <a:latin typeface="Arial"/>
                          <a:ea typeface="Arial"/>
                          <a:cs typeface="Arial"/>
                        </a:rPr>
                        <a:t>Tone index k</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aₖ [10⁻⁴ dB/(µg/m³)]</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Offset column</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Slope uₖ</a:t>
                      </a:r>
                    </a:p>
                  </a:txBody>
                  <a:tcPr marL="133350" marR="133350" marT="76200" marB="76200" anchor="ctr">
                    <a:solidFill>
                      <a:srgbClr val="153246"/>
                    </a:solidFill>
                  </a:tcPr>
                </a:tc>
              </a:tr>
              <a:tr h="500063">
                <a:tc>
                  <a:txBody>
                    <a:bodyPr/>
                    <a:lstStyle/>
                    <a:p>
                      <a:r>
                        <a:rPr sz="2025" b="0">
                          <a:solidFill>
                            <a:srgbClr val="153246"/>
                          </a:solidFill>
                          <a:latin typeface="Arial"/>
                          <a:ea typeface="Arial"/>
                          <a:cs typeface="Arial"/>
                        </a:rPr>
                        <a:t>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2.408200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-0.500000</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255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2.804245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-0.250733</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511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4.032712</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-0.000489</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767</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6.489083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0.249756</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1023</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7.500802</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0.500000</a:t>
                      </a:r>
                    </a:p>
                  </a:txBody>
                  <a:tcPr marL="133350" marR="133350" marT="76200" marB="76200" anchor="ctr">
                    <a:solidFill>
                      <a:srgbClr val="F0F5F7"/>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1c127c9858f4545">
            <a:extLst>
              <a:ext uri="{96DAC541-7B7A-43D3-8B79-37D633B846F1}">
                <asvg:svgBlip xmlns:asvg="http://schemas.microsoft.com/office/drawing/2016/SVG/main" r:embed="R41735524b15f46bb"/>
              </a:ext>
            </a:extLst>
          </a:blip>
          <a:stretch xmlns:a="http://schemas.openxmlformats.org/drawingml/2006/main"/>
        </p:blipFill>
        <p:spPr>
          <a:xfrm xmlns:a="http://schemas.openxmlformats.org/drawingml/2006/main">
            <a:off x="742950" y="4852741"/>
            <a:ext cx="8753772" cy="9148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F1900E7-3E44-40FE-BEB4-2A6E93E75B05}"/>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Five displayed rows are selected from all 1,024. uₖ = (fₖ − mean(f)) / (max(f) − min(f)).</a:t>
            </a:r>
          </a:p>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b₀: common gain change (dB) · b₁: spectral gain slope coefficient (dB) · ε: remaining observation error (dB)</a:t>
            </a:r>
          </a:p>
        </p:txBody>
      </p:sp>
      <p:sp>
        <p:nvSpPr>
          <p:cNvPr id="5" name="">
            <a:extLst xmlns:a="http://schemas.openxmlformats.org/drawingml/2006/main">
              <a:ext uri="{FF2B5EF4-FFF2-40B4-BE49-F238E27FC236}">
                <a16:creationId xmlns:a16="http://schemas.microsoft.com/office/drawing/2014/main" id="{429931EA-0D28-4BC9-A595-82ECF7AECF76}"/>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 contains known model responses. The unknowns are q and the two gain coefficients.</a:t>
            </a:r>
          </a:p>
        </p:txBody>
      </p:sp>
      <p:sp>
        <p:nvSpPr>
          <p:cNvPr id="6" name="">
            <a:extLst xmlns:a="http://schemas.openxmlformats.org/drawingml/2006/main">
              <a:ext uri="{FF2B5EF4-FFF2-40B4-BE49-F238E27FC236}">
                <a16:creationId xmlns:a16="http://schemas.microsoft.com/office/drawing/2014/main" id="{BC439DCC-A966-47A3-A61F-8A61D23B750F}"/>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73488316-D5C4-4704-90A8-C6B380FD38C4}"/>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17</a:t>
            </a:r>
          </a:p>
        </p:txBody>
      </p:sp>
    </p:spTree>
    <p:extLst>
      <p:ext uri="{BB962C8B-B14F-4D97-AF65-F5344CB8AC3E}">
        <p14:creationId xmlns:p14="http://schemas.microsoft.com/office/powerpoint/2010/main" val="168904166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EF11F5-B5CA-4824-8D20-E4222CC9A252}"/>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11 · The covariance encodes which errors average down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57f325c1e93448f">
            <a:extLst>
              <a:ext uri="{96DAC541-7B7A-43D3-8B79-37D633B846F1}">
                <asvg:svgBlip xmlns:asvg="http://schemas.microsoft.com/office/drawing/2016/SVG/main" r:embed="R343a4c7023104e71"/>
              </a:ext>
            </a:extLst>
          </a:blip>
          <a:stretch xmlns:a="http://schemas.openxmlformats.org/drawingml/2006/main"/>
        </p:blipFill>
        <p:spPr>
          <a:xfrm xmlns:a="http://schemas.openxmlformats.org/drawingml/2006/main">
            <a:off x="742950" y="1724025"/>
            <a:ext cx="9235873"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23F456-A066-4746-B7E9-4BED7541DB76}"/>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C is 1,024 × 1,024 in dB². Its thermal term includes reference and sample noise.</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10⁻⁶ dB² is the assumed differential calibration variance; it is not divided by M.</a:t>
            </a:r>
          </a:p>
        </p:txBody>
      </p:sp>
      <p:sp>
        <p:nvSpPr>
          <p:cNvPr id="4" name="">
            <a:extLst xmlns:a="http://schemas.openxmlformats.org/drawingml/2006/main">
              <a:ext uri="{FF2B5EF4-FFF2-40B4-BE49-F238E27FC236}">
                <a16:creationId xmlns:a16="http://schemas.microsoft.com/office/drawing/2014/main" id="{AAE7BDEA-329A-4414-A5AD-2EEDF60B9A17}"/>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For example: C₀₀ = 2.95152865 × 10⁻⁴ dB², while C₀,₁₀₂₃ = 3.68238874 × 10⁻⁷ dB².</a:t>
            </a:r>
          </a:p>
        </p:txBody>
      </p:sp>
      <p:sp>
        <p:nvSpPr>
          <p:cNvPr id="5" name="">
            <a:extLst xmlns:a="http://schemas.openxmlformats.org/drawingml/2006/main">
              <a:ext uri="{FF2B5EF4-FFF2-40B4-BE49-F238E27FC236}">
                <a16:creationId xmlns:a16="http://schemas.microsoft.com/office/drawing/2014/main" id="{E3DFFA50-51DC-4B57-BCBF-B5756E9C5158}"/>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estimator fixes its weights using C(0). Detection probability at q &gt; 0 uses the corresponding C(q).</a:t>
            </a:r>
          </a:p>
        </p:txBody>
      </p:sp>
      <p:sp>
        <p:nvSpPr>
          <p:cNvPr id="6" name="">
            <a:extLst xmlns:a="http://schemas.openxmlformats.org/drawingml/2006/main">
              <a:ext uri="{FF2B5EF4-FFF2-40B4-BE49-F238E27FC236}">
                <a16:creationId xmlns:a16="http://schemas.microsoft.com/office/drawing/2014/main" id="{B2CA611A-AB4F-4890-AD0D-FBA9BD64D410}"/>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calibration covariance is an explicit unmeasured assumption, not an estimate obtained from these data.</a:t>
            </a:r>
          </a:p>
        </p:txBody>
      </p:sp>
      <p:sp>
        <p:nvSpPr>
          <p:cNvPr id="7" name="">
            <a:extLst xmlns:a="http://schemas.openxmlformats.org/drawingml/2006/main">
              <a:ext uri="{FF2B5EF4-FFF2-40B4-BE49-F238E27FC236}">
                <a16:creationId xmlns:a16="http://schemas.microsoft.com/office/drawing/2014/main" id="{5C3E6DF2-A7C2-4737-9787-642E0C836CA5}"/>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46EE5460-15BD-4A72-999D-D86A69A60093}"/>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18</a:t>
            </a:r>
          </a:p>
        </p:txBody>
      </p:sp>
    </p:spTree>
    <p:extLst>
      <p:ext uri="{BB962C8B-B14F-4D97-AF65-F5344CB8AC3E}">
        <p14:creationId xmlns:p14="http://schemas.microsoft.com/office/powerpoint/2010/main" val="179042184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D1C645-49E0-4608-B5B3-9CA0CD16629E}"/>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12 · Weighted regression estimates the unknowns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7cb0d96ab3945e0">
            <a:extLst>
              <a:ext uri="{96DAC541-7B7A-43D3-8B79-37D633B846F1}">
                <asvg:svgBlip xmlns:asvg="http://schemas.microsoft.com/office/drawing/2016/SVG/main" r:embed="R9f4b9f2031a14a1e"/>
              </a:ext>
            </a:extLst>
          </a:blip>
          <a:stretch xmlns:a="http://schemas.openxmlformats.org/drawingml/2006/main"/>
        </p:blipFill>
        <p:spPr>
          <a:xfrm xmlns:a="http://schemas.openxmlformats.org/drawingml/2006/main">
            <a:off x="742950" y="2059027"/>
            <a:ext cx="8595281" cy="106354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1D4F1EB-08F9-4C0D-A96B-5B7D29F8045F}"/>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G = Aᵀ C(0)⁻¹ A, a 3 × 3 matrix · g = Aᵀ C(0)⁻¹ y, a 3 × 1 vector</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θ̂ = [q̂, b̂₀, b̂₁]ᵀ · C(0)⁻¹ accounts for unequal noise and cross frequency correlation</a:t>
            </a:r>
          </a:p>
        </p:txBody>
      </p:sp>
      <p:sp>
        <p:nvSpPr>
          <p:cNvPr id="4" name="">
            <a:extLst xmlns:a="http://schemas.openxmlformats.org/drawingml/2006/main">
              <a:ext uri="{FF2B5EF4-FFF2-40B4-BE49-F238E27FC236}">
                <a16:creationId xmlns:a16="http://schemas.microsoft.com/office/drawing/2014/main" id="{B7D26C0B-49C6-4C10-B0D0-93A15915AF28}"/>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fit seeks the concentration whose spectral shape best explains y after allowing gain offset and slope.</a:t>
            </a:r>
          </a:p>
        </p:txBody>
      </p:sp>
      <p:sp>
        <p:nvSpPr>
          <p:cNvPr id="5" name="">
            <a:extLst xmlns:a="http://schemas.openxmlformats.org/drawingml/2006/main">
              <a:ext uri="{FF2B5EF4-FFF2-40B4-BE49-F238E27FC236}">
                <a16:creationId xmlns:a16="http://schemas.microsoft.com/office/drawing/2014/main" id="{EE8F0276-8C43-4818-B293-52215F174048}"/>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next slide gives every entry of the resulting three dimensional system.</a:t>
            </a:r>
          </a:p>
        </p:txBody>
      </p:sp>
      <p:sp>
        <p:nvSpPr>
          <p:cNvPr id="6" name="">
            <a:extLst xmlns:a="http://schemas.openxmlformats.org/drawingml/2006/main">
              <a:ext uri="{FF2B5EF4-FFF2-40B4-BE49-F238E27FC236}">
                <a16:creationId xmlns:a16="http://schemas.microsoft.com/office/drawing/2014/main" id="{1BFEDA75-965B-4BBB-9EE7-9F8F5915F13F}"/>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receiver does not divide each observed tone by aₖ and average the answers.</a:t>
            </a:r>
          </a:p>
        </p:txBody>
      </p:sp>
      <p:sp>
        <p:nvSpPr>
          <p:cNvPr id="7" name="">
            <a:extLst xmlns:a="http://schemas.openxmlformats.org/drawingml/2006/main">
              <a:ext uri="{FF2B5EF4-FFF2-40B4-BE49-F238E27FC236}">
                <a16:creationId xmlns:a16="http://schemas.microsoft.com/office/drawing/2014/main" id="{3D2B090D-8BFC-47EB-9EB2-D9925510ED6E}"/>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2E19973B-AFEB-4444-8317-F08812739DDF}"/>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19</a:t>
            </a:r>
          </a:p>
        </p:txBody>
      </p:sp>
    </p:spTree>
    <p:extLst>
      <p:ext uri="{BB962C8B-B14F-4D97-AF65-F5344CB8AC3E}">
        <p14:creationId xmlns:p14="http://schemas.microsoft.com/office/powerpoint/2010/main" val="3421288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869193-79C7-466E-9F6B-5B721BE4AAD0}"/>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12 · The full spectrum reduces to this numerical system</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1941576"/>
                <a:gridCol w="2912364"/>
                <a:gridCol w="3051048"/>
                <a:gridCol w="3051048"/>
                <a:gridCol w="2912364"/>
              </a:tblGrid>
              <a:tr h="750094">
                <a:tc>
                  <a:txBody>
                    <a:bodyPr/>
                    <a:lstStyle/>
                    <a:p>
                      <a:r>
                        <a:rPr sz="1800" b="1">
                          <a:solidFill>
                            <a:srgbClr val="FFFFFF"/>
                          </a:solidFill>
                          <a:latin typeface="Arial"/>
                          <a:ea typeface="Arial"/>
                          <a:cs typeface="Arial"/>
                        </a:rPr>
                        <a:t>Equation row</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Coefficient of q</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Coefficient of b₀</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Coefficient of b₁</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Right side g</a:t>
                      </a:r>
                    </a:p>
                  </a:txBody>
                  <a:tcPr marL="133350" marR="133350" marT="76200" marB="76200" anchor="ctr">
                    <a:solidFill>
                      <a:srgbClr val="153246"/>
                    </a:solidFill>
                  </a:tcPr>
                </a:tc>
              </a:tr>
              <a:tr h="750094">
                <a:tc>
                  <a:txBody>
                    <a:bodyPr/>
                    <a:lstStyle/>
                    <a:p>
                      <a:r>
                        <a:rPr sz="1800" b="0">
                          <a:solidFill>
                            <a:srgbClr val="153246"/>
                          </a:solidFill>
                          <a:latin typeface="Arial"/>
                          <a:ea typeface="Arial"/>
                          <a:cs typeface="Arial"/>
                        </a:rPr>
                        <a:t>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0.301344020</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458.463514</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127.082723</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15.066265191</a:t>
                      </a:r>
                    </a:p>
                  </a:txBody>
                  <a:tcPr marL="133350" marR="133350" marT="76200" marB="76200" anchor="ctr">
                    <a:solidFill>
                      <a:srgbClr val="F0F5F7"/>
                    </a:solidFill>
                  </a:tcPr>
                </a:tc>
              </a:tr>
              <a:tr h="750094">
                <a:tc>
                  <a:txBody>
                    <a:bodyPr/>
                    <a:lstStyle/>
                    <a:p>
                      <a:r>
                        <a:rPr sz="1800" b="0">
                          <a:solidFill>
                            <a:srgbClr val="153246"/>
                          </a:solidFill>
                          <a:latin typeface="Arial"/>
                          <a:ea typeface="Arial"/>
                          <a:cs typeface="Arial"/>
                        </a:rPr>
                        <a:t>2</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458.463513671</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983654.579709</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-223.779287</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22141.401031152</a:t>
                      </a:r>
                    </a:p>
                  </a:txBody>
                  <a:tcPr marL="133350" marR="133350" marT="76200" marB="76200" anchor="ctr">
                    <a:solidFill>
                      <a:srgbClr val="FFFFFF"/>
                    </a:solidFill>
                  </a:tcPr>
                </a:tc>
              </a:tr>
              <a:tr h="750094">
                <a:tc>
                  <a:txBody>
                    <a:bodyPr/>
                    <a:lstStyle/>
                    <a:p>
                      <a:r>
                        <a:rPr sz="1800" b="0">
                          <a:solidFill>
                            <a:srgbClr val="153246"/>
                          </a:solidFill>
                          <a:latin typeface="Arial"/>
                          <a:ea typeface="Arial"/>
                          <a:cs typeface="Arial"/>
                        </a:rPr>
                        <a:t>3</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127.082722926</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-223.779287</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198502.414349</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7023.360955313</a:t>
                      </a:r>
                    </a:p>
                  </a:txBody>
                  <a:tcPr marL="133350" marR="133350" marT="76200" marB="76200" anchor="ctr">
                    <a:solidFill>
                      <a:srgbClr val="F0F5F7"/>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38c75071c51487e">
            <a:extLst>
              <a:ext uri="{96DAC541-7B7A-43D3-8B79-37D633B846F1}">
                <asvg:svgBlip xmlns:asvg="http://schemas.microsoft.com/office/drawing/2016/SVG/main" r:embed="Rf70fb4156e1a4c37"/>
              </a:ext>
            </a:extLst>
          </a:blip>
          <a:stretch xmlns:a="http://schemas.openxmlformats.org/drawingml/2006/main"/>
        </p:blipFill>
        <p:spPr>
          <a:xfrm xmlns:a="http://schemas.openxmlformats.org/drawingml/2006/main">
            <a:off x="742950" y="4762500"/>
            <a:ext cx="2760214" cy="109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DEA90D2-F5D3-48C9-9677-33F8056E1183}"/>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The matrix columns correspond to different parameter units: q in µg/m³, b₀ and b₁ in dB.</a:t>
            </a:r>
          </a:p>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All values use all 1,024 tones. Displayed coefficients are rounded; source arrays retain full precision.</a:t>
            </a:r>
          </a:p>
        </p:txBody>
      </p:sp>
      <p:sp>
        <p:nvSpPr>
          <p:cNvPr id="5" name="">
            <a:extLst xmlns:a="http://schemas.openxmlformats.org/drawingml/2006/main">
              <a:ext uri="{FF2B5EF4-FFF2-40B4-BE49-F238E27FC236}">
                <a16:creationId xmlns:a16="http://schemas.microsoft.com/office/drawing/2014/main" id="{F1218F7D-13A0-4D68-A98C-A3714C89CF59}"/>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small q coefficient alone is not the usable information: much of the gas pattern resembles gain changes.</a:t>
            </a:r>
          </a:p>
        </p:txBody>
      </p:sp>
      <p:sp>
        <p:nvSpPr>
          <p:cNvPr id="6" name="">
            <a:extLst xmlns:a="http://schemas.openxmlformats.org/drawingml/2006/main">
              <a:ext uri="{FF2B5EF4-FFF2-40B4-BE49-F238E27FC236}">
                <a16:creationId xmlns:a16="http://schemas.microsoft.com/office/drawing/2014/main" id="{D393427E-0C39-4619-A209-96A426D20211}"/>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CEE21A4F-23E4-433C-A767-DD73E57C5D78}"/>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20</a:t>
            </a:r>
          </a:p>
        </p:txBody>
      </p:sp>
    </p:spTree>
    <p:extLst>
      <p:ext uri="{BB962C8B-B14F-4D97-AF65-F5344CB8AC3E}">
        <p14:creationId xmlns:p14="http://schemas.microsoft.com/office/powerpoint/2010/main" val="207850909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B0DFA8-FCE8-4C7B-B358-7F2A3B79C754}"/>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13 · Eliminating gain terms gives the concentration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89557c271904249">
            <a:extLst>
              <a:ext uri="{96DAC541-7B7A-43D3-8B79-37D633B846F1}">
                <asvg:svgBlip xmlns:asvg="http://schemas.microsoft.com/office/drawing/2016/SVG/main" r:embed="R42b0b6fada354c0e"/>
              </a:ext>
            </a:extLst>
          </a:blip>
          <a:stretch xmlns:a="http://schemas.openxmlformats.org/drawingml/2006/main"/>
        </p:blipFill>
        <p:spPr>
          <a:xfrm xmlns:a="http://schemas.openxmlformats.org/drawingml/2006/main">
            <a:off x="742950" y="1724025"/>
            <a:ext cx="8872998"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C100C09-55A6-42AC-96E9-D8D0A0023ADB}"/>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I_q: information for q after removing the gain nuisance terms [(µg/m³)⁻²]</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t_q: remaining weighted evidence for q [(µg/m³)⁻¹]</a:t>
            </a:r>
          </a:p>
        </p:txBody>
      </p:sp>
      <p:sp>
        <p:nvSpPr>
          <p:cNvPr id="4" name="">
            <a:extLst xmlns:a="http://schemas.openxmlformats.org/drawingml/2006/main">
              <a:ext uri="{FF2B5EF4-FFF2-40B4-BE49-F238E27FC236}">
                <a16:creationId xmlns:a16="http://schemas.microsoft.com/office/drawing/2014/main" id="{BF3F659F-7B05-4DEF-BE3C-64387B066C42}"/>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same solve gives b̂₀ = 0.00413651 dB and b̂₁ = 0.01014643 dB.</a:t>
            </a:r>
          </a:p>
        </p:txBody>
      </p:sp>
      <p:sp>
        <p:nvSpPr>
          <p:cNvPr id="5" name="">
            <a:extLst xmlns:a="http://schemas.openxmlformats.org/drawingml/2006/main">
              <a:ext uri="{FF2B5EF4-FFF2-40B4-BE49-F238E27FC236}">
                <a16:creationId xmlns:a16="http://schemas.microsoft.com/office/drawing/2014/main" id="{588BE761-A49B-4782-ACF6-F6AE0D97F40C}"/>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true simulated q was 50.5814 µg/m³. The estimate is different because this observation contains error.</a:t>
            </a:r>
          </a:p>
        </p:txBody>
      </p:sp>
      <p:sp>
        <p:nvSpPr>
          <p:cNvPr id="6" name="">
            <a:extLst xmlns:a="http://schemas.openxmlformats.org/drawingml/2006/main">
              <a:ext uri="{FF2B5EF4-FFF2-40B4-BE49-F238E27FC236}">
                <a16:creationId xmlns:a16="http://schemas.microsoft.com/office/drawing/2014/main" id="{61211D0D-6FB0-4D9C-B8BC-F0FC787ED08A}"/>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7" name="">
            <a:extLst xmlns:a="http://schemas.openxmlformats.org/drawingml/2006/main">
              <a:ext uri="{FF2B5EF4-FFF2-40B4-BE49-F238E27FC236}">
                <a16:creationId xmlns:a16="http://schemas.microsoft.com/office/drawing/2014/main" id="{4830DEF5-7561-4F84-B6D7-E0F878283FE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30DCEC08-95E6-4C3B-80CD-5D51BE6A7F61}"/>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21</a:t>
            </a:r>
          </a:p>
        </p:txBody>
      </p:sp>
    </p:spTree>
    <p:extLst>
      <p:ext uri="{BB962C8B-B14F-4D97-AF65-F5344CB8AC3E}">
        <p14:creationId xmlns:p14="http://schemas.microsoft.com/office/powerpoint/2010/main" val="81272744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D913A6-2765-4601-87FE-50C8E4C09C5A}"/>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14 · The estimate exceeds a prespecified threshold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0a7003d7e3c47d1">
            <a:extLst>
              <a:ext uri="{96DAC541-7B7A-43D3-8B79-37D633B846F1}">
                <asvg:svgBlip xmlns:asvg="http://schemas.microsoft.com/office/drawing/2016/SVG/main" r:embed="Re5bb87e5c3924835"/>
              </a:ext>
            </a:extLst>
          </a:blip>
          <a:stretch xmlns:a="http://schemas.openxmlformats.org/drawingml/2006/main"/>
        </p:blipFill>
        <p:spPr>
          <a:xfrm xmlns:a="http://schemas.openxmlformats.org/drawingml/2006/main">
            <a:off x="742950" y="1724025"/>
            <a:ext cx="7749326"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B3236C5-B1B3-498C-B398-9070AF2C3CE9}"/>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H₀: q = 0 · H₁: q &gt; 0 · s₀: standard deviation under H₀</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q_th: threshold for 1% false alarm probability for this one prespecified compound and decision</a:t>
            </a:r>
          </a:p>
        </p:txBody>
      </p:sp>
      <p:sp>
        <p:nvSpPr>
          <p:cNvPr id="4" name="">
            <a:extLst xmlns:a="http://schemas.openxmlformats.org/drawingml/2006/main">
              <a:ext uri="{FF2B5EF4-FFF2-40B4-BE49-F238E27FC236}">
                <a16:creationId xmlns:a16="http://schemas.microsoft.com/office/drawing/2014/main" id="{3E0A7A8D-ED4C-4D1A-9264-58B2055213C6}"/>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decision says the observed pattern is inconsistent with no enhancement under this model.</a:t>
            </a:r>
          </a:p>
        </p:txBody>
      </p:sp>
      <p:sp>
        <p:nvSpPr>
          <p:cNvPr id="5" name="">
            <a:extLst xmlns:a="http://schemas.openxmlformats.org/drawingml/2006/main">
              <a:ext uri="{FF2B5EF4-FFF2-40B4-BE49-F238E27FC236}">
                <a16:creationId xmlns:a16="http://schemas.microsoft.com/office/drawing/2014/main" id="{C06811A8-1421-4F4A-989B-1460317DF628}"/>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It does not establish exact concentration, unique chemical identity in a changing mixture, or field performance.</a:t>
            </a:r>
          </a:p>
        </p:txBody>
      </p:sp>
      <p:sp>
        <p:nvSpPr>
          <p:cNvPr id="6" name="">
            <a:extLst xmlns:a="http://schemas.openxmlformats.org/drawingml/2006/main">
              <a:ext uri="{FF2B5EF4-FFF2-40B4-BE49-F238E27FC236}">
                <a16:creationId xmlns:a16="http://schemas.microsoft.com/office/drawing/2014/main" id="{D8BA0041-3ADE-496A-9BE1-B09B7530B46A}"/>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7" name="">
            <a:extLst xmlns:a="http://schemas.openxmlformats.org/drawingml/2006/main">
              <a:ext uri="{FF2B5EF4-FFF2-40B4-BE49-F238E27FC236}">
                <a16:creationId xmlns:a16="http://schemas.microsoft.com/office/drawing/2014/main" id="{097808FB-622E-4DCD-A744-DBEF1A04356A}"/>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8AE4E195-5370-4FC2-89BD-52A54682624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22</a:t>
            </a:r>
          </a:p>
        </p:txBody>
      </p:sp>
    </p:spTree>
    <p:extLst>
      <p:ext uri="{BB962C8B-B14F-4D97-AF65-F5344CB8AC3E}">
        <p14:creationId xmlns:p14="http://schemas.microsoft.com/office/powerpoint/2010/main" val="52463760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CF759B9-350B-45E5-87E4-7B75CCB22E10}"/>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Why the chosen q was 50.5814 µg/m³</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08d601d2e4b470a">
            <a:extLst>
              <a:ext uri="{96DAC541-7B7A-43D3-8B79-37D633B846F1}">
                <asvg:svgBlip xmlns:asvg="http://schemas.microsoft.com/office/drawing/2016/SVG/main" r:embed="Rffdee8e3ff024c9f"/>
              </a:ext>
            </a:extLst>
          </a:blip>
          <a:stretch xmlns:a="http://schemas.openxmlformats.org/drawingml/2006/main"/>
        </p:blipFill>
        <p:spPr>
          <a:xfrm xmlns:a="http://schemas.openxmlformats.org/drawingml/2006/main">
            <a:off x="742950" y="1892022"/>
            <a:ext cx="11169042" cy="139755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62D9431-6B4E-4CC0-A781-451730A89FC7}"/>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s₁(q) = √[H C(q) Hᵀ] · H is the first row of G⁻¹ Aᵀ C(0)⁻¹, so q̂ = H y.</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z₀.₉₅: standard normal 95th percentile · these weights are fixed under the null.</a:t>
            </a:r>
          </a:p>
        </p:txBody>
      </p:sp>
      <p:sp>
        <p:nvSpPr>
          <p:cNvPr id="4" name="">
            <a:extLst xmlns:a="http://schemas.openxmlformats.org/drawingml/2006/main">
              <a:ext uri="{FF2B5EF4-FFF2-40B4-BE49-F238E27FC236}">
                <a16:creationId xmlns:a16="http://schemas.microsoft.com/office/drawing/2014/main" id="{4B6ACC27-5D58-4E71-83E9-9DC0527E8A04}"/>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This concentration was selected from the analytical sensitivity calculation before the random receiver draw.</a:t>
            </a:r>
          </a:p>
        </p:txBody>
      </p:sp>
      <p:sp>
        <p:nvSpPr>
          <p:cNvPr id="5" name="">
            <a:extLst xmlns:a="http://schemas.openxmlformats.org/drawingml/2006/main">
              <a:ext uri="{FF2B5EF4-FFF2-40B4-BE49-F238E27FC236}">
                <a16:creationId xmlns:a16="http://schemas.microsoft.com/office/drawing/2014/main" id="{6B6B3096-96FD-4551-9ABC-2EC156AA65C8}"/>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It is a controlled simulation input. It was neither measured in the atmosphere nor estimated from the sample.</a:t>
            </a:r>
          </a:p>
        </p:txBody>
      </p:sp>
      <p:sp>
        <p:nvSpPr>
          <p:cNvPr id="6" name="">
            <a:extLst xmlns:a="http://schemas.openxmlformats.org/drawingml/2006/main">
              <a:ext uri="{FF2B5EF4-FFF2-40B4-BE49-F238E27FC236}">
                <a16:creationId xmlns:a16="http://schemas.microsoft.com/office/drawing/2014/main" id="{674E9E63-0FB7-4B43-BDA7-34F5418CFFA5}"/>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threshold is 29.6174 µg/m³. Achieving 95% predicted response requires a larger true enhancement.</a:t>
            </a:r>
          </a:p>
        </p:txBody>
      </p:sp>
      <p:sp>
        <p:nvSpPr>
          <p:cNvPr id="7" name="">
            <a:extLst xmlns:a="http://schemas.openxmlformats.org/drawingml/2006/main">
              <a:ext uri="{FF2B5EF4-FFF2-40B4-BE49-F238E27FC236}">
                <a16:creationId xmlns:a16="http://schemas.microsoft.com/office/drawing/2014/main" id="{D3C5A5CA-1A47-47B0-9B7B-7B5C6EDBA6E9}"/>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8" name="">
            <a:extLst xmlns:a="http://schemas.openxmlformats.org/drawingml/2006/main">
              <a:ext uri="{FF2B5EF4-FFF2-40B4-BE49-F238E27FC236}">
                <a16:creationId xmlns:a16="http://schemas.microsoft.com/office/drawing/2014/main" id="{FE1B347A-D4CC-4500-85BD-F3CBC3DC0688}"/>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9" name="">
            <a:extLst xmlns:a="http://schemas.openxmlformats.org/drawingml/2006/main">
              <a:ext uri="{FF2B5EF4-FFF2-40B4-BE49-F238E27FC236}">
                <a16:creationId xmlns:a16="http://schemas.microsoft.com/office/drawing/2014/main" id="{9DF7A86C-D07E-4B80-AF04-3D546EB0F245}"/>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23</a:t>
            </a:r>
          </a:p>
        </p:txBody>
      </p:sp>
    </p:spTree>
    <p:extLst>
      <p:ext uri="{BB962C8B-B14F-4D97-AF65-F5344CB8AC3E}">
        <p14:creationId xmlns:p14="http://schemas.microsoft.com/office/powerpoint/2010/main" val="12536148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B84A62-3B01-4970-BB3D-7B86EE6E1332}"/>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Repeated observations show success and failure rates</a:t>
            </a:r>
          </a:p>
        </p:txBody>
      </p:sp>
      <p:sp>
        <p:nvSpPr>
          <p:cNvPr id="2" name="">
            <a:extLst xmlns:a="http://schemas.openxmlformats.org/drawingml/2006/main">
              <a:ext uri="{FF2B5EF4-FFF2-40B4-BE49-F238E27FC236}">
                <a16:creationId xmlns:a16="http://schemas.microsoft.com/office/drawing/2014/main" id="{83C5D6FB-16EC-4103-AC91-DE1F73EF07F5}"/>
              </a:ext>
            </a:extLst>
          </p:cNvPr>
          <p:cNvSpPr>
            <a:spLocks xmlns:a="http://schemas.openxmlformats.org/drawingml/2006/main" noGrp="1"/>
          </p:cNvSpPr>
          <p:nvPr/>
        </p:nvSpPr>
        <p:spPr>
          <a:xfrm xmlns:a="http://schemas.openxmlformats.org/drawingml/2006/main">
            <a:off x="742950" y="17145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10,000 simulated reference/sample pairs at each concentration, using the same fixed threshold.</a:t>
            </a:r>
          </a:p>
        </p:txBody>
      </p:sp>
      <p:graphicFrame>
        <p:nvGraphicFramePr>
          <p:cNvPr id="10" name=""/>
          <p:cNvGraphicFramePr/>
          <p:nvPr/>
        </p:nvGraphicFramePr>
        <p:xfrm>
          <a:off xmlns:a="http://schemas.openxmlformats.org/drawingml/2006/main" x="685800" y="2438400"/>
          <a:ext xmlns:a="http://schemas.openxmlformats.org/drawingml/2006/main" cx="13868400" cy="3009900"/>
        </p:xfrm>
        <a:graphic xmlns:a="http://schemas.openxmlformats.org/drawingml/2006/main">
          <a:graphicData uri="http://schemas.openxmlformats.org/drawingml/2006/table">
            <a:tbl>
              <a:tblPr/>
              <a:tblGrid>
                <a:gridCol w="3467100"/>
                <a:gridCol w="3467100"/>
                <a:gridCol w="3467100"/>
                <a:gridCol w="3467100"/>
              </a:tblGrid>
              <a:tr h="752475">
                <a:tc>
                  <a:txBody>
                    <a:bodyPr/>
                    <a:lstStyle/>
                    <a:p>
                      <a:r>
                        <a:rPr sz="2025" b="1">
                          <a:solidFill>
                            <a:srgbClr val="FFFFFF"/>
                          </a:solidFill>
                          <a:latin typeface="Arial"/>
                          <a:ea typeface="Arial"/>
                          <a:cs typeface="Arial"/>
                        </a:rPr>
                        <a:t>True q (µg/m³)</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Predicted response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Simulated response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95% interval</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1.13%</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0.93–1.36%</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1.23%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1.31%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1.10–1.55%</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50.5814</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95.00%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94.75%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94.29–95.18%</a:t>
                      </a:r>
                    </a:p>
                  </a:txBody>
                  <a:tcPr marL="133350" marR="133350" marT="76200" marB="7620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8CEF9F42-BE7A-4FBF-A437-C26A1F83DB14}"/>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1 µg/m³ is not reliably detected: the simulated response is only 1.31%, near the false alarm rate.</a:t>
            </a:r>
          </a:p>
        </p:txBody>
      </p:sp>
      <p:sp>
        <p:nvSpPr>
          <p:cNvPr id="5" name="">
            <a:extLst xmlns:a="http://schemas.openxmlformats.org/drawingml/2006/main">
              <a:ext uri="{FF2B5EF4-FFF2-40B4-BE49-F238E27FC236}">
                <a16:creationId xmlns:a16="http://schemas.microsoft.com/office/drawing/2014/main" id="{77281464-60FD-4DFC-968E-48E67ED6FCFA}"/>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6" name="">
            <a:extLst xmlns:a="http://schemas.openxmlformats.org/drawingml/2006/main">
              <a:ext uri="{FF2B5EF4-FFF2-40B4-BE49-F238E27FC236}">
                <a16:creationId xmlns:a16="http://schemas.microsoft.com/office/drawing/2014/main" id="{79B24B0F-C340-440B-8C02-CFE3DF71796B}"/>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01DCE0AE-67FF-4DD3-85F5-4879C75B355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24</a:t>
            </a:r>
          </a:p>
        </p:txBody>
      </p:sp>
    </p:spTree>
    <p:extLst>
      <p:ext uri="{BB962C8B-B14F-4D97-AF65-F5344CB8AC3E}">
        <p14:creationId xmlns:p14="http://schemas.microsoft.com/office/powerpoint/2010/main" val="181611773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36F2A2-9A6E-4C79-830A-3F695E90BD5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is real, assumed and simulated in this example</a:t>
            </a:r>
          </a:p>
        </p:txBody>
      </p:sp>
      <p:graphicFrame>
        <p:nvGraphicFramePr>
          <p:cNvPr id="8" name=""/>
          <p:cNvGraphicFramePr/>
          <p:nvPr/>
        </p:nvGraphicFramePr>
        <p:xfrm>
          <a:off xmlns:a="http://schemas.openxmlformats.org/drawingml/2006/main" x="685800" y="1714500"/>
          <a:ext xmlns:a="http://schemas.openxmlformats.org/drawingml/2006/main" cx="13868400" cy="4514850"/>
        </p:xfrm>
        <a:graphic xmlns:a="http://schemas.openxmlformats.org/drawingml/2006/main">
          <a:graphicData uri="http://schemas.openxmlformats.org/drawingml/2006/table">
            <a:tbl>
              <a:tblPr/>
              <a:tblGrid>
                <a:gridCol w="4299204"/>
                <a:gridCol w="9569196"/>
              </a:tblGrid>
              <a:tr h="752475">
                <a:tc>
                  <a:txBody>
                    <a:bodyPr/>
                    <a:lstStyle/>
                    <a:p>
                      <a:r>
                        <a:rPr sz="2025" b="1">
                          <a:solidFill>
                            <a:srgbClr val="FFFFFF"/>
                          </a:solidFill>
                          <a:latin typeface="Arial"/>
                          <a:ea typeface="Arial"/>
                          <a:cs typeface="Arial"/>
                        </a:rPr>
                        <a:t>Evidence category</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What belongs to it</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External physical inputs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Actual HITRAN records; published ITU atmospheric models</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Design assumptions</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550 km geometry; hardware configuration; exponential gas enhancement</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Unmeasured error assumption</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0.001 dB differential residual and its spectral covariance</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Simulated observation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Complex pilot means, calibration draw and resulting y</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Not demonstrated</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Measured atmospheric detection, ambient sensitivity or 3D reconstruction</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D80E9C9E-A04E-4BBE-9F85-E718FE60FF0B}"/>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calculation is concrete and reproducible. It is not an orbital measurement.</a:t>
            </a:r>
          </a:p>
        </p:txBody>
      </p:sp>
      <p:sp>
        <p:nvSpPr>
          <p:cNvPr id="4" name="">
            <a:extLst xmlns:a="http://schemas.openxmlformats.org/drawingml/2006/main">
              <a:ext uri="{FF2B5EF4-FFF2-40B4-BE49-F238E27FC236}">
                <a16:creationId xmlns:a16="http://schemas.microsoft.com/office/drawing/2014/main" id="{694D64B4-0A3C-48B6-9CEE-E7B517A3A54A}"/>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A selected aircraft background reference is about 0.252 µg/m³, far below this conditional enhancement limit.</a:t>
            </a:r>
          </a:p>
        </p:txBody>
      </p:sp>
      <p:sp>
        <p:nvSpPr>
          <p:cNvPr id="5" name="">
            <a:extLst xmlns:a="http://schemas.openxmlformats.org/drawingml/2006/main">
              <a:ext uri="{FF2B5EF4-FFF2-40B4-BE49-F238E27FC236}">
                <a16:creationId xmlns:a16="http://schemas.microsoft.com/office/drawing/2014/main" id="{E8B74DF6-E2C5-451E-9978-1EAB872E6486}"/>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E850CB38-4BEE-45D6-956E-DFB0F1D00F09}"/>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25</a:t>
            </a:r>
          </a:p>
        </p:txBody>
      </p:sp>
    </p:spTree>
    <p:extLst>
      <p:ext uri="{BB962C8B-B14F-4D97-AF65-F5344CB8AC3E}">
        <p14:creationId xmlns:p14="http://schemas.microsoft.com/office/powerpoint/2010/main" val="16675424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0742EB-9F32-45DB-91A6-C7D8515C0891}"/>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original table, now with its calculation attached</a:t>
            </a:r>
          </a:p>
        </p:txBody>
      </p:sp>
      <p:graphicFrame>
        <p:nvGraphicFramePr>
          <p:cNvPr id="8" name=""/>
          <p:cNvGraphicFramePr/>
          <p:nvPr/>
        </p:nvGraphicFramePr>
        <p:xfrm>
          <a:off xmlns:a="http://schemas.openxmlformats.org/drawingml/2006/main" x="685800" y="1714500"/>
          <a:ext xmlns:a="http://schemas.openxmlformats.org/drawingml/2006/main" cx="13868400" cy="3762375"/>
        </p:xfrm>
        <a:graphic xmlns:a="http://schemas.openxmlformats.org/drawingml/2006/main">
          <a:graphicData uri="http://schemas.openxmlformats.org/drawingml/2006/table">
            <a:tbl>
              <a:tblPr/>
              <a:tblGrid>
                <a:gridCol w="4021836"/>
                <a:gridCol w="6795516"/>
                <a:gridCol w="3051048"/>
              </a:tblGrid>
              <a:tr h="752475">
                <a:tc>
                  <a:txBody>
                    <a:bodyPr/>
                    <a:lstStyle/>
                    <a:p>
                      <a:r>
                        <a:rPr sz="2025" b="1">
                          <a:solidFill>
                            <a:srgbClr val="FFFFFF"/>
                          </a:solidFill>
                          <a:latin typeface="Arial"/>
                          <a:ea typeface="Arial"/>
                          <a:cs typeface="Arial"/>
                        </a:rPr>
                        <a:t>Quantity</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How the value is obtained</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Result</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Chosen enhancement</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Solve the 95% power equation, then set the simulation input</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50.5814 µg/m³</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Extra absorption at tone 0</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(0.0002408199585) × 50.5813966</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0.012181 dB</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Sample/reference amplitude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10^(−0.01218100983 / 20)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0.998599</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Amplitude reduction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100 × (1 − 0.9985985923)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0.1401%</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83C0B6F-4310-40FD-8217-C01291C5C281}"/>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After adding the modeled errors and fitting all tones: q̂ = 39.4247 µg/m³ &gt; threshold 29.6174 → detection.</a:t>
            </a:r>
          </a:p>
        </p:txBody>
      </p:sp>
      <p:sp>
        <p:nvSpPr>
          <p:cNvPr id="4" name="">
            <a:extLst xmlns:a="http://schemas.openxmlformats.org/drawingml/2006/main">
              <a:ext uri="{FF2B5EF4-FFF2-40B4-BE49-F238E27FC236}">
                <a16:creationId xmlns:a16="http://schemas.microsoft.com/office/drawing/2014/main" id="{3EDEDC3A-BEBA-4EEE-8BAC-E6B8E83E50FF}"/>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5" name="">
            <a:extLst xmlns:a="http://schemas.openxmlformats.org/drawingml/2006/main">
              <a:ext uri="{FF2B5EF4-FFF2-40B4-BE49-F238E27FC236}">
                <a16:creationId xmlns:a16="http://schemas.microsoft.com/office/drawing/2014/main" id="{75440BB2-EB1A-43D3-8DF6-B977BF9D48B6}"/>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887BC5ED-62FF-41BC-96CF-43FFA6A4C18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26</a:t>
            </a:r>
          </a:p>
        </p:txBody>
      </p:sp>
    </p:spTree>
    <p:extLst>
      <p:ext uri="{BB962C8B-B14F-4D97-AF65-F5344CB8AC3E}">
        <p14:creationId xmlns:p14="http://schemas.microsoft.com/office/powerpoint/2010/main" val="4780948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85D8AC-9067-4C74-ABB5-910B370BB26C}"/>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Temperature correction for the actual line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91de1d017e145f5">
            <a:extLst>
              <a:ext uri="{96DAC541-7B7A-43D3-8B79-37D633B846F1}">
                <asvg:svgBlip xmlns:asvg="http://schemas.microsoft.com/office/drawing/2016/SVG/main" r:embed="R69ed30a9c0294679"/>
              </a:ext>
            </a:extLst>
          </a:blip>
          <a:stretch xmlns:a="http://schemas.openxmlformats.org/drawingml/2006/main"/>
        </p:blipFill>
        <p:spPr>
          <a:xfrm xmlns:a="http://schemas.openxmlformats.org/drawingml/2006/main">
            <a:off x="742950" y="1817366"/>
            <a:ext cx="9620130" cy="154686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48F8462-1831-4281-89D8-E12A6E0CD6BA}"/>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Q(T): molecular partition sum · E″ = 47.8643 cm⁻¹ · ν̃ = 7.97678228 cm⁻¹</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c₂: second radiation constant (cm K) · T = 288.040263 K</a:t>
            </a:r>
          </a:p>
        </p:txBody>
      </p:sp>
      <p:sp>
        <p:nvSpPr>
          <p:cNvPr id="4" name="">
            <a:extLst xmlns:a="http://schemas.openxmlformats.org/drawingml/2006/main">
              <a:ext uri="{FF2B5EF4-FFF2-40B4-BE49-F238E27FC236}">
                <a16:creationId xmlns:a16="http://schemas.microsoft.com/office/drawing/2014/main" id="{19B0920D-E48A-4A09-94C8-3BF92610E9F4}"/>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Q(296) / Q(T) = 88658.97016 / 83172.06723 = 1.065970501.</a:t>
            </a:r>
          </a:p>
        </p:txBody>
      </p:sp>
      <p:sp>
        <p:nvSpPr>
          <p:cNvPr id="5" name="">
            <a:extLst xmlns:a="http://schemas.openxmlformats.org/drawingml/2006/main">
              <a:ext uri="{FF2B5EF4-FFF2-40B4-BE49-F238E27FC236}">
                <a16:creationId xmlns:a16="http://schemas.microsoft.com/office/drawing/2014/main" id="{4FC409BD-1852-4810-8204-B96392840D58}"/>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S(T) = 2.616 × 10⁻²¹ × 1.065970501 × 0.993591393 × 1.027087331 = 2.845759 × 10⁻²¹ cm/molecule.</a:t>
            </a:r>
          </a:p>
        </p:txBody>
      </p:sp>
      <p:sp>
        <p:nvSpPr>
          <p:cNvPr id="6" name="">
            <a:extLst xmlns:a="http://schemas.openxmlformats.org/drawingml/2006/main">
              <a:ext uri="{FF2B5EF4-FFF2-40B4-BE49-F238E27FC236}">
                <a16:creationId xmlns:a16="http://schemas.microsoft.com/office/drawing/2014/main" id="{7771F0CB-5CBD-4690-A4CC-E47163E4734F}"/>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line strength changes with state populations and stimulated emission before the profile is applied.</a:t>
            </a:r>
          </a:p>
        </p:txBody>
      </p:sp>
      <p:sp>
        <p:nvSpPr>
          <p:cNvPr id="7" name="">
            <a:extLst xmlns:a="http://schemas.openxmlformats.org/drawingml/2006/main">
              <a:ext uri="{FF2B5EF4-FFF2-40B4-BE49-F238E27FC236}">
                <a16:creationId xmlns:a16="http://schemas.microsoft.com/office/drawing/2014/main" id="{7EBA8801-99E2-488C-842B-00BDC860A286}"/>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0254E9C1-BC94-4C96-BD80-F27E349541CB}"/>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27</a:t>
            </a:r>
          </a:p>
        </p:txBody>
      </p:sp>
    </p:spTree>
    <p:extLst>
      <p:ext uri="{BB962C8B-B14F-4D97-AF65-F5344CB8AC3E}">
        <p14:creationId xmlns:p14="http://schemas.microsoft.com/office/powerpoint/2010/main" val="201370006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4ABC56-8971-4E6E-ADEF-4B45E6E1224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Power and noise at the first tone</a:t>
            </a:r>
          </a:p>
        </p:txBody>
      </p:sp>
      <p:graphicFrame>
        <p:nvGraphicFramePr>
          <p:cNvPr id="7" name=""/>
          <p:cNvGraphicFramePr/>
          <p:nvPr/>
        </p:nvGraphicFramePr>
        <p:xfrm>
          <a:off xmlns:a="http://schemas.openxmlformats.org/drawingml/2006/main" x="685800" y="1714500"/>
          <a:ext xmlns:a="http://schemas.openxmlformats.org/drawingml/2006/main" cx="13868400" cy="4667250"/>
        </p:xfrm>
        <a:graphic xmlns:a="http://schemas.openxmlformats.org/drawingml/2006/main">
          <a:graphicData uri="http://schemas.openxmlformats.org/drawingml/2006/table">
            <a:tbl>
              <a:tblPr/>
              <a:tblGrid>
                <a:gridCol w="7627620"/>
                <a:gridCol w="6240780"/>
              </a:tblGrid>
              <a:tr h="666750">
                <a:tc>
                  <a:txBody>
                    <a:bodyPr/>
                    <a:lstStyle/>
                    <a:p>
                      <a:r>
                        <a:rPr sz="2025" b="1">
                          <a:solidFill>
                            <a:srgbClr val="FFFFFF"/>
                          </a:solidFill>
                          <a:latin typeface="Arial"/>
                          <a:ea typeface="Arial"/>
                          <a:cs typeface="Arial"/>
                        </a:rPr>
                        <a:t>Link budget term</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r>
              <a:tr h="666750">
                <a:tc>
                  <a:txBody>
                    <a:bodyPr/>
                    <a:lstStyle/>
                    <a:p>
                      <a:r>
                        <a:rPr sz="2025" b="0">
                          <a:solidFill>
                            <a:srgbClr val="153246"/>
                          </a:solidFill>
                          <a:latin typeface="Arial"/>
                          <a:ea typeface="Arial"/>
                          <a:cs typeface="Arial"/>
                        </a:rPr>
                        <a:t>Transmit power per tone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25 − 10 log₁₀(1024) = −5.1030 dBm</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Transmit + receive gains</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45.7705 + 65.7705 dBi</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Free space + background + implementation loss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194.4898 + 4.5477 + 5.0000 dB</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Reference / sample received power</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−97.5996 / −97.6118 dBm</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Noise power in one tone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−97.4270 dBm</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Reference per pilot SNR</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−0.172605 dB = 0.96103566 linear</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537E24A-F8D0-400D-9CDA-B29CD15B9914}"/>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extra 0.012181 dB CH₃CN loss belongs only to the sample in this enhancement model.</a:t>
            </a:r>
          </a:p>
        </p:txBody>
      </p:sp>
      <p:sp>
        <p:nvSpPr>
          <p:cNvPr id="4" name="">
            <a:extLst xmlns:a="http://schemas.openxmlformats.org/drawingml/2006/main">
              <a:ext uri="{FF2B5EF4-FFF2-40B4-BE49-F238E27FC236}">
                <a16:creationId xmlns:a16="http://schemas.microsoft.com/office/drawing/2014/main" id="{93636AEA-BB79-4654-997D-E9369B4C6758}"/>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5" name="">
            <a:extLst xmlns:a="http://schemas.openxmlformats.org/drawingml/2006/main">
              <a:ext uri="{FF2B5EF4-FFF2-40B4-BE49-F238E27FC236}">
                <a16:creationId xmlns:a16="http://schemas.microsoft.com/office/drawing/2014/main" id="{9833861F-D2F2-473E-907B-99AA1E041F96}"/>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28</a:t>
            </a:r>
          </a:p>
        </p:txBody>
      </p:sp>
    </p:spTree>
    <p:extLst>
      <p:ext uri="{BB962C8B-B14F-4D97-AF65-F5344CB8AC3E}">
        <p14:creationId xmlns:p14="http://schemas.microsoft.com/office/powerpoint/2010/main" val="73644790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901029-AD3E-4693-97B2-F4B3B033F447}"/>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Five actual rows of the covariance</a:t>
            </a:r>
          </a:p>
        </p:txBody>
      </p:sp>
      <p:sp>
        <p:nvSpPr>
          <p:cNvPr id="2" name="">
            <a:extLst xmlns:a="http://schemas.openxmlformats.org/drawingml/2006/main">
              <a:ext uri="{FF2B5EF4-FFF2-40B4-BE49-F238E27FC236}">
                <a16:creationId xmlns:a16="http://schemas.microsoft.com/office/drawing/2014/main" id="{98DE421D-9AA4-4659-B67A-54D2CE44BD61}"/>
              </a:ext>
            </a:extLst>
          </p:cNvPr>
          <p:cNvSpPr>
            <a:spLocks xmlns:a="http://schemas.openxmlformats.org/drawingml/2006/main" noGrp="1"/>
          </p:cNvSpPr>
          <p:nvPr/>
        </p:nvSpPr>
        <p:spPr>
          <a:xfrm xmlns:a="http://schemas.openxmlformats.org/drawingml/2006/main">
            <a:off x="742950" y="17145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This is a submatrix of the full null covariance, not a new error model.</a:t>
            </a:r>
          </a:p>
        </p:txBody>
      </p:sp>
      <p:graphicFrame>
        <p:nvGraphicFramePr>
          <p:cNvPr id="10" name=""/>
          <p:cNvGraphicFramePr/>
          <p:nvPr/>
        </p:nvGraphicFramePr>
        <p:xfrm>
          <a:off xmlns:a="http://schemas.openxmlformats.org/drawingml/2006/main" x="685800" y="2438400"/>
          <a:ext xmlns:a="http://schemas.openxmlformats.org/drawingml/2006/main" cx="13868400" cy="3943350"/>
        </p:xfrm>
        <a:graphic xmlns:a="http://schemas.openxmlformats.org/drawingml/2006/main">
          <a:graphicData uri="http://schemas.openxmlformats.org/drawingml/2006/table">
            <a:tbl>
              <a:tblPr/>
              <a:tblGrid>
                <a:gridCol w="3328416"/>
                <a:gridCol w="2107997"/>
                <a:gridCol w="2107997"/>
                <a:gridCol w="2107997"/>
                <a:gridCol w="2107997"/>
                <a:gridCol w="2107997"/>
              </a:tblGrid>
              <a:tr h="657225">
                <a:tc>
                  <a:txBody>
                    <a:bodyPr/>
                    <a:lstStyle/>
                    <a:p>
                      <a:r>
                        <a:rPr sz="1800" b="1">
                          <a:solidFill>
                            <a:srgbClr val="FFFFFF"/>
                          </a:solidFill>
                          <a:latin typeface="Arial"/>
                          <a:ea typeface="Arial"/>
                          <a:cs typeface="Arial"/>
                        </a:rPr>
                        <a:t>C / 10⁻⁴ dB²</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0</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255</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511</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767</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1023</a:t>
                      </a:r>
                    </a:p>
                  </a:txBody>
                  <a:tcPr marL="133350" marR="133350" marT="76200" marB="76200" anchor="ctr">
                    <a:solidFill>
                      <a:srgbClr val="153246"/>
                    </a:solidFill>
                  </a:tcPr>
                </a:tc>
              </a:tr>
              <a:tr h="657225">
                <a:tc>
                  <a:txBody>
                    <a:bodyPr/>
                    <a:lstStyle/>
                    <a:p>
                      <a:r>
                        <a:rPr sz="1800" b="0">
                          <a:solidFill>
                            <a:srgbClr val="153246"/>
                          </a:solidFill>
                          <a:latin typeface="Arial"/>
                          <a:ea typeface="Arial"/>
                          <a:cs typeface="Arial"/>
                        </a:rPr>
                        <a:t>0</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2.951529</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0.007796</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0.006071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0.004728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0.003682</a:t>
                      </a:r>
                    </a:p>
                  </a:txBody>
                  <a:tcPr marL="133350" marR="133350" marT="76200" marB="76200" anchor="ctr">
                    <a:solidFill>
                      <a:srgbClr val="F0F5F7"/>
                    </a:solidFill>
                  </a:tcPr>
                </a:tc>
              </a:tr>
              <a:tr h="657225">
                <a:tc>
                  <a:txBody>
                    <a:bodyPr/>
                    <a:lstStyle/>
                    <a:p>
                      <a:r>
                        <a:rPr sz="1800" b="0">
                          <a:solidFill>
                            <a:srgbClr val="153246"/>
                          </a:solidFill>
                          <a:latin typeface="Arial"/>
                          <a:ea typeface="Arial"/>
                          <a:cs typeface="Arial"/>
                        </a:rPr>
                        <a:t>255</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0.007796</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2.947224</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0.004724</a:t>
                      </a:r>
                    </a:p>
                  </a:txBody>
                  <a:tcPr marL="133350" marR="133350" marT="76200" marB="76200" anchor="ctr">
                    <a:solidFill>
                      <a:srgbClr val="FFFFFF"/>
                    </a:solidFill>
                  </a:tcPr>
                </a:tc>
              </a:tr>
              <a:tr h="657225">
                <a:tc>
                  <a:txBody>
                    <a:bodyPr/>
                    <a:lstStyle/>
                    <a:p>
                      <a:r>
                        <a:rPr sz="1800" b="0">
                          <a:solidFill>
                            <a:srgbClr val="153246"/>
                          </a:solidFill>
                          <a:latin typeface="Arial"/>
                          <a:ea typeface="Arial"/>
                          <a:cs typeface="Arial"/>
                        </a:rPr>
                        <a:t>511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0.006071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2.947702</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0F5F7"/>
                    </a:solidFill>
                  </a:tcPr>
                </a:tc>
              </a:tr>
              <a:tr h="657225">
                <a:tc>
                  <a:txBody>
                    <a:bodyPr/>
                    <a:lstStyle/>
                    <a:p>
                      <a:r>
                        <a:rPr sz="1800" b="0">
                          <a:solidFill>
                            <a:srgbClr val="153246"/>
                          </a:solidFill>
                          <a:latin typeface="Arial"/>
                          <a:ea typeface="Arial"/>
                          <a:cs typeface="Arial"/>
                        </a:rPr>
                        <a:t>767</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0.004728</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2.952581</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FFFFF"/>
                    </a:solidFill>
                  </a:tcPr>
                </a:tc>
              </a:tr>
              <a:tr h="657225">
                <a:tc>
                  <a:txBody>
                    <a:bodyPr/>
                    <a:lstStyle/>
                    <a:p>
                      <a:r>
                        <a:rPr sz="1800" b="0">
                          <a:solidFill>
                            <a:srgbClr val="153246"/>
                          </a:solidFill>
                          <a:latin typeface="Arial"/>
                          <a:ea typeface="Arial"/>
                          <a:cs typeface="Arial"/>
                        </a:rPr>
                        <a:t>1023</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0.003682</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0.004724</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2.961572</a:t>
                      </a:r>
                    </a:p>
                  </a:txBody>
                  <a:tcPr marL="133350" marR="133350" marT="76200" marB="7620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91C2458D-94B8-4BBC-BF67-BABD0794AE68}"/>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off diagonal elements carry the assumed correlation between spectral errors.</a:t>
            </a:r>
          </a:p>
        </p:txBody>
      </p:sp>
      <p:sp>
        <p:nvSpPr>
          <p:cNvPr id="5" name="">
            <a:extLst xmlns:a="http://schemas.openxmlformats.org/drawingml/2006/main">
              <a:ext uri="{FF2B5EF4-FFF2-40B4-BE49-F238E27FC236}">
                <a16:creationId xmlns:a16="http://schemas.microsoft.com/office/drawing/2014/main" id="{284CD660-4FD7-4AAB-9ACA-4D72CCD7AF9E}"/>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6" name="">
            <a:extLst xmlns:a="http://schemas.openxmlformats.org/drawingml/2006/main">
              <a:ext uri="{FF2B5EF4-FFF2-40B4-BE49-F238E27FC236}">
                <a16:creationId xmlns:a16="http://schemas.microsoft.com/office/drawing/2014/main" id="{F293D073-0490-4AA7-BD28-3949181DBB8D}"/>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8CCCD700-B69C-4621-94E7-DA27F8376C2A}"/>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29</a:t>
            </a:r>
          </a:p>
        </p:txBody>
      </p:sp>
    </p:spTree>
    <p:extLst>
      <p:ext uri="{BB962C8B-B14F-4D97-AF65-F5344CB8AC3E}">
        <p14:creationId xmlns:p14="http://schemas.microsoft.com/office/powerpoint/2010/main" val="192729888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D15B37-1445-43F8-8CBC-4007A043713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A five tone dot product can be checked by hand</a:t>
            </a:r>
          </a:p>
        </p:txBody>
      </p:sp>
      <p:graphicFrame>
        <p:nvGraphicFramePr>
          <p:cNvPr id="8" name=""/>
          <p:cNvGraphicFramePr/>
          <p:nvPr/>
        </p:nvGraphicFramePr>
        <p:xfrm>
          <a:off xmlns:a="http://schemas.openxmlformats.org/drawingml/2006/main" x="685800" y="1714500"/>
          <a:ext xmlns:a="http://schemas.openxmlformats.org/drawingml/2006/main" cx="13868400" cy="4514850"/>
        </p:xfrm>
        <a:graphic xmlns:a="http://schemas.openxmlformats.org/drawingml/2006/main">
          <a:graphicData uri="http://schemas.openxmlformats.org/drawingml/2006/table">
            <a:tbl>
              <a:tblPr/>
              <a:tblGrid>
                <a:gridCol w="2080260"/>
                <a:gridCol w="3883152"/>
                <a:gridCol w="3883152"/>
                <a:gridCol w="4021836"/>
              </a:tblGrid>
              <a:tr h="752475">
                <a:tc>
                  <a:txBody>
                    <a:bodyPr/>
                    <a:lstStyle/>
                    <a:p>
                      <a:r>
                        <a:rPr sz="2025" b="1">
                          <a:solidFill>
                            <a:srgbClr val="FFFFFF"/>
                          </a:solidFill>
                          <a:latin typeface="Arial"/>
                          <a:ea typeface="Arial"/>
                          <a:cs typeface="Arial"/>
                        </a:rPr>
                        <a:t>Tone k</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Observed yₖ (dB)</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Five tone weight H₅,ₖ</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Product H₅,ₖ yₖ</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-0.000463815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4942.686</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-2.292492</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255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0.025099503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-4201.176</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-105.447434</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511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-0.031417175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-5681.920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178.509866</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767</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0.018701897</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4215.931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78.845915</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1023</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0.030551022</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724.479</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22.133560</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E5D48B29-D9D3-4C81-95A7-FBAA1216AFDD}"/>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Sum = 171.7494 µg/m³; standard deviation = 165.1163; threshold = 384.1179 → no detection.</a:t>
            </a:r>
          </a:p>
        </p:txBody>
      </p:sp>
      <p:sp>
        <p:nvSpPr>
          <p:cNvPr id="4" name="">
            <a:extLst xmlns:a="http://schemas.openxmlformats.org/drawingml/2006/main">
              <a:ext uri="{FF2B5EF4-FFF2-40B4-BE49-F238E27FC236}">
                <a16:creationId xmlns:a16="http://schemas.microsoft.com/office/drawing/2014/main" id="{FB78A04D-DF94-421C-9C52-02692D3544A2}"/>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This discards 1,019 tones. The main detector uses all 1,024, with the same assumed 0.001 dB residual and 20 s total.</a:t>
            </a:r>
          </a:p>
        </p:txBody>
      </p:sp>
      <p:sp>
        <p:nvSpPr>
          <p:cNvPr id="5" name="">
            <a:extLst xmlns:a="http://schemas.openxmlformats.org/drawingml/2006/main">
              <a:ext uri="{FF2B5EF4-FFF2-40B4-BE49-F238E27FC236}">
                <a16:creationId xmlns:a16="http://schemas.microsoft.com/office/drawing/2014/main" id="{EBF3C7F4-B970-443B-9AFE-1B14DB062ABD}"/>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C4D2E498-18CB-4EDA-90B0-2B21E210D80A}"/>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30</a:t>
            </a:r>
          </a:p>
        </p:txBody>
      </p:sp>
    </p:spTree>
    <p:extLst>
      <p:ext uri="{BB962C8B-B14F-4D97-AF65-F5344CB8AC3E}">
        <p14:creationId xmlns:p14="http://schemas.microsoft.com/office/powerpoint/2010/main" val="157312973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E5578A-0905-4A47-B5AE-5A41244DB4CF}"/>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Hardware evidence keeps its original scope</a:t>
            </a:r>
          </a:p>
        </p:txBody>
      </p:sp>
      <p:graphicFrame>
        <p:nvGraphicFramePr>
          <p:cNvPr id="8" name=""/>
          <p:cNvGraphicFramePr/>
          <p:nvPr/>
        </p:nvGraphicFramePr>
        <p:xfrm>
          <a:off xmlns:a="http://schemas.openxmlformats.org/drawingml/2006/main" x="685800" y="1714500"/>
          <a:ext xmlns:a="http://schemas.openxmlformats.org/drawingml/2006/main" cx="13868400" cy="3009900"/>
        </p:xfrm>
        <a:graphic xmlns:a="http://schemas.openxmlformats.org/drawingml/2006/main">
          <a:graphicData uri="http://schemas.openxmlformats.org/drawingml/2006/table">
            <a:tbl>
              <a:tblPr/>
              <a:tblGrid>
                <a:gridCol w="3883152"/>
                <a:gridCol w="4992624"/>
                <a:gridCol w="4992624"/>
              </a:tblGrid>
              <a:tr h="752475">
                <a:tc>
                  <a:txBody>
                    <a:bodyPr/>
                    <a:lstStyle/>
                    <a:p>
                      <a:r>
                        <a:rPr sz="2025" b="1">
                          <a:solidFill>
                            <a:srgbClr val="FFFFFF"/>
                          </a:solidFill>
                          <a:latin typeface="Arial"/>
                          <a:ea typeface="Arial"/>
                          <a:cs typeface="Arial"/>
                        </a:rPr>
                        <a:t>Source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Useful evidence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What it does not establish</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Sen et al., Nature Electronics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200 mW at 210–240 GHz, terrestrial link</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Orbital operation</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TeraLink, 2026 preprint</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25 dBm, 7 dB NF, proposed LEO system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Flight validation of this example</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Cooper et al., JMW</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&gt;400 mW CW at 240 GHz</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A complete 10 GHz OFDM modem</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803716BD-43B3-40C6-BDCB-A4F05933EE64}"/>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selected parameters have physical references, but combined bandwidth, calibration and tracking remain unverified.</a:t>
            </a:r>
          </a:p>
        </p:txBody>
      </p:sp>
      <p:sp>
        <p:nvSpPr>
          <p:cNvPr id="4" name="">
            <a:extLst xmlns:a="http://schemas.openxmlformats.org/drawingml/2006/main">
              <a:ext uri="{FF2B5EF4-FFF2-40B4-BE49-F238E27FC236}">
                <a16:creationId xmlns:a16="http://schemas.microsoft.com/office/drawing/2014/main" id="{49AC3BAD-76E3-4229-9318-28EA628B9D18}"/>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1 W and 10 W transmit cases elsewhere in the repository are sensitivity scenarios, not qualified payload specifications.</a:t>
            </a:r>
          </a:p>
        </p:txBody>
      </p:sp>
      <p:sp>
        <p:nvSpPr>
          <p:cNvPr id="5" name="">
            <a:extLst xmlns:a="http://schemas.openxmlformats.org/drawingml/2006/main">
              <a:ext uri="{FF2B5EF4-FFF2-40B4-BE49-F238E27FC236}">
                <a16:creationId xmlns:a16="http://schemas.microsoft.com/office/drawing/2014/main" id="{E60784D3-F58B-4BD6-B45E-0464D0F22C3C}"/>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Primary hardware references · exact URLs in notes</a:t>
            </a:r>
          </a:p>
        </p:txBody>
      </p:sp>
      <p:sp>
        <p:nvSpPr>
          <p:cNvPr id="6" name="">
            <a:extLst xmlns:a="http://schemas.openxmlformats.org/drawingml/2006/main">
              <a:ext uri="{FF2B5EF4-FFF2-40B4-BE49-F238E27FC236}">
                <a16:creationId xmlns:a16="http://schemas.microsoft.com/office/drawing/2014/main" id="{95711BC0-2445-4F44-A261-AA0933E61804}"/>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31</a:t>
            </a:r>
          </a:p>
        </p:txBody>
      </p:sp>
    </p:spTree>
    <p:extLst>
      <p:ext uri="{BB962C8B-B14F-4D97-AF65-F5344CB8AC3E}">
        <p14:creationId xmlns:p14="http://schemas.microsoft.com/office/powerpoint/2010/main" val="82640082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85056A-1553-4F05-BE01-9545CB23D85E}"/>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Sources · Spectroscopy and atmospheric state</a:t>
            </a:r>
          </a:p>
        </p:txBody>
      </p:sp>
      <p:sp>
        <p:nvSpPr>
          <p:cNvPr id="2" name="">
            <a:extLst xmlns:a="http://schemas.openxmlformats.org/drawingml/2006/main">
              <a:ext uri="{FF2B5EF4-FFF2-40B4-BE49-F238E27FC236}">
                <a16:creationId xmlns:a16="http://schemas.microsoft.com/office/drawing/2014/main" id="{076262F0-0AC1-4BA3-BAE8-F6C1645D1F83}"/>
              </a:ext>
            </a:extLst>
          </p:cNvPr>
          <p:cNvSpPr>
            <a:spLocks xmlns:a="http://schemas.openxmlformats.org/drawingml/2006/main" noGrp="1"/>
          </p:cNvSpPr>
          <p:nvPr/>
        </p:nvSpPr>
        <p:spPr>
          <a:xfrm xmlns:a="http://schemas.openxmlformats.org/drawingml/2006/main">
            <a:off x="742950" y="17049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HITRAN: actual CH₃CN line records, units, temperature correction and absorption model. hitran.org/docs/definitions-and-units/</a:t>
            </a:r>
          </a:p>
        </p:txBody>
      </p:sp>
      <p:sp>
        <p:nvSpPr>
          <p:cNvPr id="3" name="">
            <a:extLst xmlns:a="http://schemas.openxmlformats.org/drawingml/2006/main">
              <a:ext uri="{FF2B5EF4-FFF2-40B4-BE49-F238E27FC236}">
                <a16:creationId xmlns:a16="http://schemas.microsoft.com/office/drawing/2014/main" id="{DFBF379D-4FC1-474A-B71C-78FD5C6033D5}"/>
              </a:ext>
            </a:extLst>
          </p:cNvPr>
          <p:cNvSpPr>
            <a:spLocks xmlns:a="http://schemas.openxmlformats.org/drawingml/2006/main" noGrp="1"/>
          </p:cNvSpPr>
          <p:nvPr/>
        </p:nvSpPr>
        <p:spPr>
          <a:xfrm xmlns:a="http://schemas.openxmlformats.org/drawingml/2006/main">
            <a:off x="742950" y="27908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HAPI and TIPS2025: partition functions used in the spectral calculation. Kochanov et al., JQSRT 177 (2016), DOI 10.1016/j.jqsrt.2016.03.005.</a:t>
            </a:r>
          </a:p>
        </p:txBody>
      </p:sp>
      <p:sp>
        <p:nvSpPr>
          <p:cNvPr id="4" name="">
            <a:extLst xmlns:a="http://schemas.openxmlformats.org/drawingml/2006/main">
              <a:ext uri="{FF2B5EF4-FFF2-40B4-BE49-F238E27FC236}">
                <a16:creationId xmlns:a16="http://schemas.microsoft.com/office/drawing/2014/main" id="{E5476F05-3E83-44CD-B750-6A763889CE56}"/>
              </a:ext>
            </a:extLst>
          </p:cNvPr>
          <p:cNvSpPr>
            <a:spLocks xmlns:a="http://schemas.openxmlformats.org/drawingml/2006/main" noGrp="1"/>
          </p:cNvSpPr>
          <p:nvPr/>
        </p:nvSpPr>
        <p:spPr>
          <a:xfrm xmlns:a="http://schemas.openxmlformats.org/drawingml/2006/main">
            <a:off x="742950" y="38766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ITU P.835-7 (2024): standard atmospheric state. ITU P.676-13 (2022): oxygen/water propagation and emission.</a:t>
            </a:r>
          </a:p>
        </p:txBody>
      </p:sp>
      <p:sp>
        <p:nvSpPr>
          <p:cNvPr id="5" name="">
            <a:extLst xmlns:a="http://schemas.openxmlformats.org/drawingml/2006/main">
              <a:ext uri="{FF2B5EF4-FFF2-40B4-BE49-F238E27FC236}">
                <a16:creationId xmlns:a16="http://schemas.microsoft.com/office/drawing/2014/main" id="{7F356B38-0D18-47CA-A44F-D29C88EFAAFE}"/>
              </a:ext>
            </a:extLst>
          </p:cNvPr>
          <p:cNvSpPr>
            <a:spLocks xmlns:a="http://schemas.openxmlformats.org/drawingml/2006/main" noGrp="1"/>
          </p:cNvSpPr>
          <p:nvPr/>
        </p:nvSpPr>
        <p:spPr>
          <a:xfrm xmlns:a="http://schemas.openxmlformats.org/drawingml/2006/main">
            <a:off x="742950" y="49625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EMeRGe / IAGOS context: ACP 23, 1893 (2023), DOI 10.5194/acp-23-1893-2023.</a:t>
            </a:r>
          </a:p>
        </p:txBody>
      </p:sp>
      <p:sp>
        <p:nvSpPr>
          <p:cNvPr id="6" name="">
            <a:extLst xmlns:a="http://schemas.openxmlformats.org/drawingml/2006/main">
              <a:ext uri="{FF2B5EF4-FFF2-40B4-BE49-F238E27FC236}">
                <a16:creationId xmlns:a16="http://schemas.microsoft.com/office/drawing/2014/main" id="{7FFA8007-2CBD-4912-908F-68D06B346CD1}"/>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Primary sources · clickable URLs in notes</a:t>
            </a:r>
          </a:p>
        </p:txBody>
      </p:sp>
      <p:sp>
        <p:nvSpPr>
          <p:cNvPr id="7" name="">
            <a:extLst xmlns:a="http://schemas.openxmlformats.org/drawingml/2006/main">
              <a:ext uri="{FF2B5EF4-FFF2-40B4-BE49-F238E27FC236}">
                <a16:creationId xmlns:a16="http://schemas.microsoft.com/office/drawing/2014/main" id="{4BFE14EC-2FAD-42FB-8C5A-25D312C9D069}"/>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32</a:t>
            </a:r>
          </a:p>
        </p:txBody>
      </p:sp>
    </p:spTree>
    <p:extLst>
      <p:ext uri="{BB962C8B-B14F-4D97-AF65-F5344CB8AC3E}">
        <p14:creationId xmlns:p14="http://schemas.microsoft.com/office/powerpoint/2010/main" val="186199552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AB8CF2-46BE-466E-8DB7-8AAA350EADF6}"/>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Sources · Every numerical step is saved</a:t>
            </a:r>
          </a:p>
        </p:txBody>
      </p:sp>
      <p:sp>
        <p:nvSpPr>
          <p:cNvPr id="2" name="">
            <a:extLst xmlns:a="http://schemas.openxmlformats.org/drawingml/2006/main">
              <a:ext uri="{FF2B5EF4-FFF2-40B4-BE49-F238E27FC236}">
                <a16:creationId xmlns:a16="http://schemas.microsoft.com/office/drawing/2014/main" id="{0884E237-A491-4775-8980-081AD2ADF58D}"/>
              </a:ext>
            </a:extLst>
          </p:cNvPr>
          <p:cNvSpPr>
            <a:spLocks xmlns:a="http://schemas.openxmlformats.org/drawingml/2006/main" noGrp="1"/>
          </p:cNvSpPr>
          <p:nvPr/>
        </p:nvSpPr>
        <p:spPr>
          <a:xfrm xmlns:a="http://schemas.openxmlformats.org/drawingml/2006/main">
            <a:off x="742950" y="17049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worked_steps.json contains the values substituted in the equations.</a:t>
            </a:r>
          </a:p>
        </p:txBody>
      </p:sp>
      <p:sp>
        <p:nvSpPr>
          <p:cNvPr id="3" name="">
            <a:extLst xmlns:a="http://schemas.openxmlformats.org/drawingml/2006/main">
              <a:ext uri="{FF2B5EF4-FFF2-40B4-BE49-F238E27FC236}">
                <a16:creationId xmlns:a16="http://schemas.microsoft.com/office/drawing/2014/main" id="{4F59FA25-F9C3-4D2C-8D72-E62EBD6F2567}"/>
              </a:ext>
            </a:extLst>
          </p:cNvPr>
          <p:cNvSpPr>
            <a:spLocks xmlns:a="http://schemas.openxmlformats.org/drawingml/2006/main" noGrp="1"/>
          </p:cNvSpPr>
          <p:nvPr/>
        </p:nvSpPr>
        <p:spPr>
          <a:xfrm xmlns:a="http://schemas.openxmlformats.org/drawingml/2006/main">
            <a:off x="742950" y="27908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quadrature_first_tone.csv and altitude_contributions.csv expose the complete atmospheric integral.</a:t>
            </a:r>
          </a:p>
        </p:txBody>
      </p:sp>
      <p:sp>
        <p:nvSpPr>
          <p:cNvPr id="4" name="">
            <a:extLst xmlns:a="http://schemas.openxmlformats.org/drawingml/2006/main">
              <a:ext uri="{FF2B5EF4-FFF2-40B4-BE49-F238E27FC236}">
                <a16:creationId xmlns:a16="http://schemas.microsoft.com/office/drawing/2014/main" id="{32D90370-6904-4556-BC4D-FB0D40AE33F2}"/>
              </a:ext>
            </a:extLst>
          </p:cNvPr>
          <p:cNvSpPr>
            <a:spLocks xmlns:a="http://schemas.openxmlformats.org/drawingml/2006/main" noGrp="1"/>
          </p:cNvSpPr>
          <p:nvPr/>
        </p:nvSpPr>
        <p:spPr>
          <a:xfrm xmlns:a="http://schemas.openxmlformats.org/drawingml/2006/main">
            <a:off x="742950" y="38766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complex_receiver_steps.csv records both complex pilot means and the final observation at every tone.</a:t>
            </a:r>
          </a:p>
        </p:txBody>
      </p:sp>
      <p:sp>
        <p:nvSpPr>
          <p:cNvPr id="5" name="">
            <a:extLst xmlns:a="http://schemas.openxmlformats.org/drawingml/2006/main">
              <a:ext uri="{FF2B5EF4-FFF2-40B4-BE49-F238E27FC236}">
                <a16:creationId xmlns:a16="http://schemas.microsoft.com/office/drawing/2014/main" id="{6A94E023-143C-45FD-8A3F-F1A865B838E1}"/>
              </a:ext>
            </a:extLst>
          </p:cNvPr>
          <p:cNvSpPr>
            <a:spLocks xmlns:a="http://schemas.openxmlformats.org/drawingml/2006/main" noGrp="1"/>
          </p:cNvSpPr>
          <p:nvPr/>
        </p:nvSpPr>
        <p:spPr>
          <a:xfrm xmlns:a="http://schemas.openxmlformats.org/drawingml/2006/main">
            <a:off x="742950" y="49625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normal_equations.npz stores G, g and θ̂; the original matrices.npz contains the full A, C and H.</a:t>
            </a:r>
          </a:p>
        </p:txBody>
      </p:sp>
      <p:sp>
        <p:nvSpPr>
          <p:cNvPr id="6" name="">
            <a:extLst xmlns:a="http://schemas.openxmlformats.org/drawingml/2006/main">
              <a:ext uri="{FF2B5EF4-FFF2-40B4-BE49-F238E27FC236}">
                <a16:creationId xmlns:a16="http://schemas.microsoft.com/office/drawing/2014/main" id="{2661EFED-5E31-4630-BFF0-790E8AA9BB59}"/>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Reproduce with scripts/calculate_zenith_worked_steps.py. The saved source hashes are in manifest.json.</a:t>
            </a:r>
          </a:p>
        </p:txBody>
      </p:sp>
      <p:sp>
        <p:nvSpPr>
          <p:cNvPr id="7" name="">
            <a:extLst xmlns:a="http://schemas.openxmlformats.org/drawingml/2006/main">
              <a:ext uri="{FF2B5EF4-FFF2-40B4-BE49-F238E27FC236}">
                <a16:creationId xmlns:a16="http://schemas.microsoft.com/office/drawing/2014/main" id="{F5D4B46A-0AD8-459C-9608-B6D8C4CFC959}"/>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5CBF403F-4CC0-44C6-A253-45A6E430FBEE}"/>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33</a:t>
            </a:r>
          </a:p>
        </p:txBody>
      </p:sp>
    </p:spTree>
    <p:extLst>
      <p:ext uri="{BB962C8B-B14F-4D97-AF65-F5344CB8AC3E}">
        <p14:creationId xmlns:p14="http://schemas.microsoft.com/office/powerpoint/2010/main" val="20000581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2026-10-05T10:01:32.7760000Z</dcterms:created>
  <dcterms:modified xsi:type="dcterms:W3CDTF">2026-10-05T10:01:32.7760000Z</dcterms:modified>
</coreProperties>
</file>