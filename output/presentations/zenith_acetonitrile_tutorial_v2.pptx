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3.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601ba91827c4f35" /><Relationship Type="http://schemas.openxmlformats.org/officeDocument/2006/relationships/extended-properties" Target="/docProps/app.xml" Id="Rbafbf42b925b49ea" /><Relationship Type="http://schemas.openxmlformats.org/officeDocument/2006/relationships/officeDocument" Target="/ppt/presentation.xml" Id="R53f946f772d14607" /></Relationships>
</file>

<file path=ppt/presentation.xml><?xml version="1.0" encoding="utf-8"?>
<p:presentation xmlns:p="http://schemas.openxmlformats.org/presentationml/2006/main">
  <p:sldMasterIdLst>
    <p:sldMasterId xmlns:r="http://schemas.openxmlformats.org/officeDocument/2006/relationships" id="2147483648" r:id="R7d62eea578244a33"/>
  </p:sldMasterIdLst>
  <p:notesMasterIdLst>
    <p:notesMasterId xmlns:r="http://schemas.openxmlformats.org/officeDocument/2006/relationships" r:id="Rf6f43d8772724f78"/>
  </p:notesMasterIdLst>
  <p:sldIdLst>
    <p:sldId xmlns:r="http://schemas.openxmlformats.org/officeDocument/2006/relationships" id="256" r:id="Rfd1d1b882e27460d"/>
    <p:sldId xmlns:r="http://schemas.openxmlformats.org/officeDocument/2006/relationships" id="257" r:id="R0e02a9346a164d4f"/>
    <p:sldId xmlns:r="http://schemas.openxmlformats.org/officeDocument/2006/relationships" id="258" r:id="Re1961cc998d64f04"/>
    <p:sldId xmlns:r="http://schemas.openxmlformats.org/officeDocument/2006/relationships" id="259" r:id="Raf1b8758e8c34be6"/>
    <p:sldId xmlns:r="http://schemas.openxmlformats.org/officeDocument/2006/relationships" id="260" r:id="R31324bab30554fc6"/>
    <p:sldId xmlns:r="http://schemas.openxmlformats.org/officeDocument/2006/relationships" id="261" r:id="R5edd9c6a1e0d4c50"/>
    <p:sldId xmlns:r="http://schemas.openxmlformats.org/officeDocument/2006/relationships" id="262" r:id="R54ad4fa5d0b14947"/>
    <p:sldId xmlns:r="http://schemas.openxmlformats.org/officeDocument/2006/relationships" id="263" r:id="R732345a0526640f7"/>
    <p:sldId xmlns:r="http://schemas.openxmlformats.org/officeDocument/2006/relationships" id="264" r:id="Rdc3f35ba0d8d47fa"/>
    <p:sldId xmlns:r="http://schemas.openxmlformats.org/officeDocument/2006/relationships" id="265" r:id="R62db3e43c6d84460"/>
    <p:sldId xmlns:r="http://schemas.openxmlformats.org/officeDocument/2006/relationships" id="266" r:id="R2d713450bea543a8"/>
    <p:sldId xmlns:r="http://schemas.openxmlformats.org/officeDocument/2006/relationships" id="267" r:id="Rd71a54966c2c4c9f"/>
    <p:sldId xmlns:r="http://schemas.openxmlformats.org/officeDocument/2006/relationships" id="268" r:id="R567413e34ef6436e"/>
    <p:sldId xmlns:r="http://schemas.openxmlformats.org/officeDocument/2006/relationships" id="269" r:id="R2772d1a7a953464d"/>
    <p:sldId xmlns:r="http://schemas.openxmlformats.org/officeDocument/2006/relationships" id="270" r:id="Rc3dc3b140da94137"/>
    <p:sldId xmlns:r="http://schemas.openxmlformats.org/officeDocument/2006/relationships" id="271" r:id="R0067628d26c44533"/>
    <p:sldId xmlns:r="http://schemas.openxmlformats.org/officeDocument/2006/relationships" id="272" r:id="R5fdbc8210ce64b69"/>
    <p:sldId xmlns:r="http://schemas.openxmlformats.org/officeDocument/2006/relationships" id="273" r:id="R38dab44b2d094a42"/>
    <p:sldId xmlns:r="http://schemas.openxmlformats.org/officeDocument/2006/relationships" id="274" r:id="R4c742db0ec2e4c78"/>
    <p:sldId xmlns:r="http://schemas.openxmlformats.org/officeDocument/2006/relationships" id="275" r:id="R628dd64db035474f"/>
    <p:sldId xmlns:r="http://schemas.openxmlformats.org/officeDocument/2006/relationships" id="276" r:id="R81dfaa97eee7475d"/>
    <p:sldId xmlns:r="http://schemas.openxmlformats.org/officeDocument/2006/relationships" id="277" r:id="R556b8cef77aa4a0b"/>
    <p:sldId xmlns:r="http://schemas.openxmlformats.org/officeDocument/2006/relationships" id="278" r:id="Rca251f1c87094b2f"/>
    <p:sldId xmlns:r="http://schemas.openxmlformats.org/officeDocument/2006/relationships" id="279" r:id="R4dab4e8797c84080"/>
    <p:sldId xmlns:r="http://schemas.openxmlformats.org/officeDocument/2006/relationships" id="280" r:id="R6a96bccdf5d84dad"/>
    <p:sldId xmlns:r="http://schemas.openxmlformats.org/officeDocument/2006/relationships" id="281" r:id="Rb93a4a83a2b447c4"/>
    <p:sldId xmlns:r="http://schemas.openxmlformats.org/officeDocument/2006/relationships" id="282" r:id="R688c11fb231748e1"/>
    <p:sldId xmlns:r="http://schemas.openxmlformats.org/officeDocument/2006/relationships" id="283" r:id="Ra1b8b3c8ece34d44"/>
    <p:sldId xmlns:r="http://schemas.openxmlformats.org/officeDocument/2006/relationships" id="284" r:id="Rf6ca8aebbb824777"/>
    <p:sldId xmlns:r="http://schemas.openxmlformats.org/officeDocument/2006/relationships" id="285" r:id="Reb3a35b5268f47d9"/>
    <p:sldId xmlns:r="http://schemas.openxmlformats.org/officeDocument/2006/relationships" id="286" r:id="Rba571c56378b41e4"/>
    <p:sldId xmlns:r="http://schemas.openxmlformats.org/officeDocument/2006/relationships" id="287" r:id="Rfd4218e545094b29"/>
    <p:sldId xmlns:r="http://schemas.openxmlformats.org/officeDocument/2006/relationships" id="288" r:id="Rb115d3ccb6274ac0"/>
    <p:sldId xmlns:r="http://schemas.openxmlformats.org/officeDocument/2006/relationships" id="289" r:id="R1c16d78c237e4090"/>
    <p:sldId xmlns:r="http://schemas.openxmlformats.org/officeDocument/2006/relationships" id="290" r:id="R8c3bfd5bf90a4c50"/>
    <p:sldId xmlns:r="http://schemas.openxmlformats.org/officeDocument/2006/relationships" id="291" r:id="R6f8c794a989b462f"/>
    <p:sldId xmlns:r="http://schemas.openxmlformats.org/officeDocument/2006/relationships" id="292" r:id="Ref4b6f9631de4033"/>
    <p:sldId xmlns:r="http://schemas.openxmlformats.org/officeDocument/2006/relationships" id="293" r:id="R4688edfddb1b467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18ab5cb3004311" /><Relationship Type="http://schemas.openxmlformats.org/officeDocument/2006/relationships/slideMaster" Target="/ppt/slideMasters/slideMaster1.xml" Id="R7d62eea578244a33" /><Relationship Type="http://schemas.openxmlformats.org/officeDocument/2006/relationships/notesMaster" Target="/ppt/notesMasters/notesMaster1.xml" Id="Rf6f43d8772724f78" /><Relationship Type="http://schemas.openxmlformats.org/officeDocument/2006/relationships/presProps" Target="/ppt/presProps.xml" Id="Ra8ccc0d0499b4a57" /><Relationship Type="http://schemas.openxmlformats.org/officeDocument/2006/relationships/tableStyles" Target="/ppt/tableStyles.xml" Id="R6e73388142e84228" /><Relationship Type="http://schemas.openxmlformats.org/officeDocument/2006/relationships/slide" Target="/ppt/slides/slide1.xml" Id="Rfd1d1b882e27460d" /><Relationship Type="http://schemas.openxmlformats.org/officeDocument/2006/relationships/slide" Target="/ppt/slides/slide2.xml" Id="R0e02a9346a164d4f" /><Relationship Type="http://schemas.openxmlformats.org/officeDocument/2006/relationships/slide" Target="/ppt/slides/slide3.xml" Id="Re1961cc998d64f04" /><Relationship Type="http://schemas.openxmlformats.org/officeDocument/2006/relationships/slide" Target="/ppt/slides/slide4.xml" Id="Raf1b8758e8c34be6" /><Relationship Type="http://schemas.openxmlformats.org/officeDocument/2006/relationships/slide" Target="/ppt/slides/slide5.xml" Id="R31324bab30554fc6" /><Relationship Type="http://schemas.openxmlformats.org/officeDocument/2006/relationships/slide" Target="/ppt/slides/slide6.xml" Id="R5edd9c6a1e0d4c50" /><Relationship Type="http://schemas.openxmlformats.org/officeDocument/2006/relationships/slide" Target="/ppt/slides/slide7.xml" Id="R54ad4fa5d0b14947" /><Relationship Type="http://schemas.openxmlformats.org/officeDocument/2006/relationships/slide" Target="/ppt/slides/slide8.xml" Id="R732345a0526640f7" /><Relationship Type="http://schemas.openxmlformats.org/officeDocument/2006/relationships/slide" Target="/ppt/slides/slide9.xml" Id="Rdc3f35ba0d8d47fa" /><Relationship Type="http://schemas.openxmlformats.org/officeDocument/2006/relationships/slide" Target="/ppt/slides/slide10.xml" Id="R62db3e43c6d84460" /><Relationship Type="http://schemas.openxmlformats.org/officeDocument/2006/relationships/slide" Target="/ppt/slides/slide11.xml" Id="R2d713450bea543a8" /><Relationship Type="http://schemas.openxmlformats.org/officeDocument/2006/relationships/slide" Target="/ppt/slides/slide12.xml" Id="Rd71a54966c2c4c9f" /><Relationship Type="http://schemas.openxmlformats.org/officeDocument/2006/relationships/slide" Target="/ppt/slides/slide13.xml" Id="R567413e34ef6436e" /><Relationship Type="http://schemas.openxmlformats.org/officeDocument/2006/relationships/slide" Target="/ppt/slides/slide14.xml" Id="R2772d1a7a953464d" /><Relationship Type="http://schemas.openxmlformats.org/officeDocument/2006/relationships/slide" Target="/ppt/slides/slide15.xml" Id="Rc3dc3b140da94137" /><Relationship Type="http://schemas.openxmlformats.org/officeDocument/2006/relationships/slide" Target="/ppt/slides/slide16.xml" Id="R0067628d26c44533" /><Relationship Type="http://schemas.openxmlformats.org/officeDocument/2006/relationships/slide" Target="/ppt/slides/slide17.xml" Id="R5fdbc8210ce64b69" /><Relationship Type="http://schemas.openxmlformats.org/officeDocument/2006/relationships/slide" Target="/ppt/slides/slide18.xml" Id="R38dab44b2d094a42" /><Relationship Type="http://schemas.openxmlformats.org/officeDocument/2006/relationships/slide" Target="/ppt/slides/slide19.xml" Id="R4c742db0ec2e4c78" /><Relationship Type="http://schemas.openxmlformats.org/officeDocument/2006/relationships/slide" Target="/ppt/slides/slide20.xml" Id="R628dd64db035474f" /><Relationship Type="http://schemas.openxmlformats.org/officeDocument/2006/relationships/slide" Target="/ppt/slides/slide21.xml" Id="R81dfaa97eee7475d" /><Relationship Type="http://schemas.openxmlformats.org/officeDocument/2006/relationships/slide" Target="/ppt/slides/slide22.xml" Id="R556b8cef77aa4a0b" /><Relationship Type="http://schemas.openxmlformats.org/officeDocument/2006/relationships/slide" Target="/ppt/slides/slide23.xml" Id="Rca251f1c87094b2f" /><Relationship Type="http://schemas.openxmlformats.org/officeDocument/2006/relationships/slide" Target="/ppt/slides/slide24.xml" Id="R4dab4e8797c84080" /><Relationship Type="http://schemas.openxmlformats.org/officeDocument/2006/relationships/slide" Target="/ppt/slides/slide25.xml" Id="R6a96bccdf5d84dad" /><Relationship Type="http://schemas.openxmlformats.org/officeDocument/2006/relationships/slide" Target="/ppt/slides/slide26.xml" Id="Rb93a4a83a2b447c4" /><Relationship Type="http://schemas.openxmlformats.org/officeDocument/2006/relationships/slide" Target="/ppt/slides/slide27.xml" Id="R688c11fb231748e1" /><Relationship Type="http://schemas.openxmlformats.org/officeDocument/2006/relationships/slide" Target="/ppt/slides/slide28.xml" Id="Ra1b8b3c8ece34d44" /><Relationship Type="http://schemas.openxmlformats.org/officeDocument/2006/relationships/slide" Target="/ppt/slides/slide29.xml" Id="Rf6ca8aebbb824777" /><Relationship Type="http://schemas.openxmlformats.org/officeDocument/2006/relationships/slide" Target="/ppt/slides/slide30.xml" Id="Reb3a35b5268f47d9" /><Relationship Type="http://schemas.openxmlformats.org/officeDocument/2006/relationships/slide" Target="/ppt/slides/slide31.xml" Id="Rba571c56378b41e4" /><Relationship Type="http://schemas.openxmlformats.org/officeDocument/2006/relationships/slide" Target="/ppt/slides/slide32.xml" Id="Rfd4218e545094b29" /><Relationship Type="http://schemas.openxmlformats.org/officeDocument/2006/relationships/slide" Target="/ppt/slides/slide33.xml" Id="Rb115d3ccb6274ac0" /><Relationship Type="http://schemas.openxmlformats.org/officeDocument/2006/relationships/slide" Target="/ppt/slides/slide34.xml" Id="R1c16d78c237e4090" /><Relationship Type="http://schemas.openxmlformats.org/officeDocument/2006/relationships/slide" Target="/ppt/slides/slide35.xml" Id="R8c3bfd5bf90a4c50" /><Relationship Type="http://schemas.openxmlformats.org/officeDocument/2006/relationships/slide" Target="/ppt/slides/slide36.xml" Id="R6f8c794a989b462f" /><Relationship Type="http://schemas.openxmlformats.org/officeDocument/2006/relationships/slide" Target="/ppt/slides/slide37.xml" Id="Ref4b6f9631de4033" /><Relationship Type="http://schemas.openxmlformats.org/officeDocument/2006/relationships/slide" Target="/ppt/slides/slide38.xml" Id="R4688edfddb1b46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6298ed190a4b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6c69a2245d4e63" /><Relationship Type="http://schemas.openxmlformats.org/officeDocument/2006/relationships/notesMaster" Target="/ppt/notesMasters/notesMaster1.xml" Id="Rd59d096dd5be44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91df675f254b2b" /><Relationship Type="http://schemas.openxmlformats.org/officeDocument/2006/relationships/notesMaster" Target="/ppt/notesMasters/notesMaster1.xml" Id="Rfd55c3cbeead4f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f8dfefc63c45f8" /><Relationship Type="http://schemas.openxmlformats.org/officeDocument/2006/relationships/notesMaster" Target="/ppt/notesMasters/notesMaster1.xml" Id="R8a441ddbf50546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8ada4dd18d41b0" /><Relationship Type="http://schemas.openxmlformats.org/officeDocument/2006/relationships/notesMaster" Target="/ppt/notesMasters/notesMaster1.xml" Id="R0cd42689468047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26dfe5e4744032" /><Relationship Type="http://schemas.openxmlformats.org/officeDocument/2006/relationships/notesMaster" Target="/ppt/notesMasters/notesMaster1.xml" Id="R75a2fb3c674e47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733daa83a349b7" /><Relationship Type="http://schemas.openxmlformats.org/officeDocument/2006/relationships/notesMaster" Target="/ppt/notesMasters/notesMaster1.xml" Id="Rfc6bb184ecad45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64829c5f1040da" /><Relationship Type="http://schemas.openxmlformats.org/officeDocument/2006/relationships/notesMaster" Target="/ppt/notesMasters/notesMaster1.xml" Id="R19cb40e3d8804a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a31613f6534806" /><Relationship Type="http://schemas.openxmlformats.org/officeDocument/2006/relationships/notesMaster" Target="/ppt/notesMasters/notesMaster1.xml" Id="R92ff6681abda46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84708cef3a4081" /><Relationship Type="http://schemas.openxmlformats.org/officeDocument/2006/relationships/notesMaster" Target="/ppt/notesMasters/notesMaster1.xml" Id="Re61e1c4e5b2e4a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8f643e638c45b0" /><Relationship Type="http://schemas.openxmlformats.org/officeDocument/2006/relationships/notesMaster" Target="/ppt/notesMasters/notesMaster1.xml" Id="R346455f87b5544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47bb2e63664769" /><Relationship Type="http://schemas.openxmlformats.org/officeDocument/2006/relationships/notesMaster" Target="/ppt/notesMasters/notesMaster1.xml" Id="R25d2dfd88f474f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c52e019bb144f7" /><Relationship Type="http://schemas.openxmlformats.org/officeDocument/2006/relationships/notesMaster" Target="/ppt/notesMasters/notesMaster1.xml" Id="R7ed1de310f1c4b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e65d969fb845f2" /><Relationship Type="http://schemas.openxmlformats.org/officeDocument/2006/relationships/notesMaster" Target="/ppt/notesMasters/notesMaster1.xml" Id="Raf2e7b7ad49b46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a0cde74a5a4cb7" /><Relationship Type="http://schemas.openxmlformats.org/officeDocument/2006/relationships/notesMaster" Target="/ppt/notesMasters/notesMaster1.xml" Id="R5e78ff299b2749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52f1162f4a489c" /><Relationship Type="http://schemas.openxmlformats.org/officeDocument/2006/relationships/notesMaster" Target="/ppt/notesMasters/notesMaster1.xml" Id="R292d99256e9d46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6c9926e54347b3" /><Relationship Type="http://schemas.openxmlformats.org/officeDocument/2006/relationships/notesMaster" Target="/ppt/notesMasters/notesMaster1.xml" Id="Ra8457f2eed014f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4f3c0938a34816" /><Relationship Type="http://schemas.openxmlformats.org/officeDocument/2006/relationships/notesMaster" Target="/ppt/notesMasters/notesMaster1.xml" Id="Raef813a656b149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daec7795dbd4678" /><Relationship Type="http://schemas.openxmlformats.org/officeDocument/2006/relationships/notesMaster" Target="/ppt/notesMasters/notesMaster1.xml" Id="Raebefd42bbe040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aa3bd66c3e4dd0" /><Relationship Type="http://schemas.openxmlformats.org/officeDocument/2006/relationships/notesMaster" Target="/ppt/notesMasters/notesMaster1.xml" Id="R71b61e3e4ea84c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13018dbb1c4209" /><Relationship Type="http://schemas.openxmlformats.org/officeDocument/2006/relationships/notesMaster" Target="/ppt/notesMasters/notesMaster1.xml" Id="Rdb13dfc6986e438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4b54e9b3154b2a" /><Relationship Type="http://schemas.openxmlformats.org/officeDocument/2006/relationships/notesMaster" Target="/ppt/notesMasters/notesMaster1.xml" Id="Raa0caa1d6b9e41e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254f24242b40cf" /><Relationship Type="http://schemas.openxmlformats.org/officeDocument/2006/relationships/notesMaster" Target="/ppt/notesMasters/notesMaster1.xml" Id="R72e9ac77bf0e41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dc2cd529dd442d" /><Relationship Type="http://schemas.openxmlformats.org/officeDocument/2006/relationships/notesMaster" Target="/ppt/notesMasters/notesMaster1.xml" Id="R20dfe9aba4f248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08ee1a9e784efc" /><Relationship Type="http://schemas.openxmlformats.org/officeDocument/2006/relationships/notesMaster" Target="/ppt/notesMasters/notesMaster1.xml" Id="R0ee478d7463d40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b8861d9b5eb467b" /><Relationship Type="http://schemas.openxmlformats.org/officeDocument/2006/relationships/notesMaster" Target="/ppt/notesMasters/notesMaster1.xml" Id="Rdce07e40c7124da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ad8a5846c748fb" /><Relationship Type="http://schemas.openxmlformats.org/officeDocument/2006/relationships/notesMaster" Target="/ppt/notesMasters/notesMaster1.xml" Id="R7be00e2efa3240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ebb8457c0842a5" /><Relationship Type="http://schemas.openxmlformats.org/officeDocument/2006/relationships/notesMaster" Target="/ppt/notesMasters/notesMaster1.xml" Id="R290489ecd81c42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1ac42158493478a" /><Relationship Type="http://schemas.openxmlformats.org/officeDocument/2006/relationships/notesMaster" Target="/ppt/notesMasters/notesMaster1.xml" Id="Rb86bbb84df504e5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ce978a55b22464c" /><Relationship Type="http://schemas.openxmlformats.org/officeDocument/2006/relationships/notesMaster" Target="/ppt/notesMasters/notesMaster1.xml" Id="R66b7b430b9aa486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6c3ca38f0024da7" /><Relationship Type="http://schemas.openxmlformats.org/officeDocument/2006/relationships/notesMaster" Target="/ppt/notesMasters/notesMaster1.xml" Id="R88062323ff314c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b854186e53b486a" /><Relationship Type="http://schemas.openxmlformats.org/officeDocument/2006/relationships/notesMaster" Target="/ppt/notesMasters/notesMaster1.xml" Id="Rb3ce74610fee4f8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37a075b6b524be2" /><Relationship Type="http://schemas.openxmlformats.org/officeDocument/2006/relationships/notesMaster" Target="/ppt/notesMasters/notesMaster1.xml" Id="Rdb302a6b03bc4bd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a2dbca9d14e4098" /><Relationship Type="http://schemas.openxmlformats.org/officeDocument/2006/relationships/notesMaster" Target="/ppt/notesMasters/notesMaster1.xml" Id="Rd5aac01352124a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68a263c770c4f28" /><Relationship Type="http://schemas.openxmlformats.org/officeDocument/2006/relationships/notesMaster" Target="/ppt/notesMasters/notesMaster1.xml" Id="R13fc2f105cc84e9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63e4cd6a7b4196" /><Relationship Type="http://schemas.openxmlformats.org/officeDocument/2006/relationships/notesMaster" Target="/ppt/notesMasters/notesMaster1.xml" Id="Re5177d70a9934c3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87422bb3b347d4" /><Relationship Type="http://schemas.openxmlformats.org/officeDocument/2006/relationships/notesMaster" Target="/ppt/notesMasters/notesMaster1.xml" Id="R928690d8fb50413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6f14a70e8e641b4" /><Relationship Type="http://schemas.openxmlformats.org/officeDocument/2006/relationships/notesMaster" Target="/ppt/notesMasters/notesMaster1.xml" Id="R7f4d6a93a28a41b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0cce4f6fdb4c79" /><Relationship Type="http://schemas.openxmlformats.org/officeDocument/2006/relationships/notesMaster" Target="/ppt/notesMasters/notesMaster1.xml" Id="Rc9d58fc5fff04b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concerns a prespecified increase in acetonitrile relative to a reference. All observations in the worked example are simulations driven by published physical models and acquired HITRAN parameters. The underlying research snapshot is b94f3fe, dated 5 October 2026. No measured orbital detection is claimed.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prior project knowledge is assumed. Radio frequency, abbreviated RF, refers here to the electromagnetic signal sent by the transmitter. At 235 GHz the wavelength is about 1.28 mm, in the subterahertz range used by the project. The satellite is a concrete way to illustrate the entire inference chain. The question is whether the small additional gas signature survives spreading loss, ordinary atmospheric absorption, receiver noise and instrument drift. The example uses known pilot symbols for sensing and leaves the unknown data symbols unused.</a:t>
            </a:r>
          </a:p>
          <a:p xmlns:a="http://schemas.openxmlformats.org/drawingml/2006/main">
            <a:r>
              <a:t/>
            </a:r>
          </a:p>
          <a:p xmlns:a="http://schemas.openxmlformats.org/drawingml/2006/main">
            <a:r>
              <a:t>Conditions</a:t>
            </a:r>
          </a:p>
          <a:p xmlns:a="http://schemas.openxmlformats.org/drawingml/2006/main">
            <a:r>
              <a:t>This is a proposed sensing use of the link. Useful atmospheric detection still needs experimental validation.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detecting an enhancement and measuring an absolute background concentration. The reference is a finite, noisy acquisition. Other gases remain unchanged in this first example. A positive decision means consistency with the chosen CH3CN template under these assumptions, not proven chemical specificity in an unknown mixture.</a:t>
            </a:r>
          </a:p>
          <a:p xmlns:a="http://schemas.openxmlformats.org/drawingml/2006/main">
            <a:r>
              <a:t/>
            </a:r>
          </a:p>
          <a:p xmlns:a="http://schemas.openxmlformats.org/drawingml/2006/main">
            <a:r>
              <a:t>Conditions</a:t>
            </a:r>
          </a:p>
          <a:p xmlns:a="http://schemas.openxmlformats.org/drawingml/2006/main">
            <a:r>
              <a:t>One path does not recover an arbitrary vertical profile or a 3D image.</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Absorption is a reduction of the power in the directly received signal. The receiver is not photographing molecules or collecting a reflected image. HITRAN is a spectroscopic database that supplies line frequencies, intensities and broadening data. The calculation combines those data with pressure and temperature along the path. A Voigt line shape convolves Doppler broadening and collision broadening. This slide introduces the physical mechanism; the later integral specifies the model mathematically.</a:t>
            </a:r>
          </a:p>
          <a:p xmlns:a="http://schemas.openxmlformats.org/drawingml/2006/main">
            <a:r>
              <a:t/>
            </a:r>
          </a:p>
          <a:p xmlns:a="http://schemas.openxmlformats.org/drawingml/2006/main">
            <a:r>
              <a:t>Conditions</a:t>
            </a:r>
          </a:p>
          <a:p xmlns:a="http://schemas.openxmlformats.org/drawingml/2006/main">
            <a:r>
              <a:t>Other molecules can have overlapping signatures. The first example assumes their concentrations do not change.</a:t>
            </a:r>
          </a:p>
          <a:p xmlns:a="http://schemas.openxmlformats.org/drawingml/2006/main">
            <a:r>
              <a:t/>
            </a:r>
          </a:p>
          <a:p xmlns:a="http://schemas.openxmlformats.org/drawingml/2006/main">
            <a:r>
              <a:t>Sources</a:t>
            </a:r>
          </a:p>
          <a:p xmlns:a="http://schemas.openxmlformats.org/drawingml/2006/main">
            <a:r>
              <a:t>https://hitran.org/lbl/</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Frequency is oscillations per second. GHz means 10^9 Hz. The center frequency says where the band lies, while bandwidth says how wide it is. Orthogonal means the chosen tones have zero cross inner product over the useful symbol interval in the ideal synchronized model. Known pilots let the receiver infer amplitude and phase changes without knowing the gas concentration. A short cyclic prefix is included between useful intervals to accommodate channel delay spread. Doppler shifts from motion and phase noise disturb ideal separation. The receiver also carries data, but this teaching calculation uses only the known pilots.</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same impedance, power is proportional to the square of amplitude. This explains 20 log10 for field amplitude versus 10 log10 for power. Negative dBm means less than 1 mW, not negative power. Antenna gain describes concentrating radiation or collecting an incoming wave, not amplifier output. A link budget is simply the accounting from total transmit power to received power after all gains and losses. Dividing a fixed total power among K equal tones subtracts 10 log10(K) dB per tone. RF average power, electrical input power and radar pulse peak power are distinct.</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means the baseline transmission. Sample means the transmission after a specified concentration enhancement. Both acquisitions have finite thermal noise. The values here are derived from the saved first tone, not invented illustrative observations. The molecular amplitude ratio is 10^(−a_k q/20). The worked sample concentration is a deliberately chosen simulation input, not a claim about typical background air. The detector later combines all frequencies and accounts for uncertainty rather than interpreting this one tone alone.</a:t>
            </a:r>
          </a:p>
          <a:p xmlns:a="http://schemas.openxmlformats.org/drawingml/2006/main">
            <a:r>
              <a:t/>
            </a:r>
          </a:p>
          <a:p xmlns:a="http://schemas.openxmlformats.org/drawingml/2006/main">
            <a:r>
              <a:t>Conditions</a:t>
            </a:r>
          </a:p>
          <a:p xmlns:a="http://schemas.openxmlformats.org/drawingml/2006/main">
            <a:r>
              <a:t>This is the predicted molecular effect for the assumed profile, before adding noise. It is not a measured change.</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https://github.com/unworthyzeus/THz_ISAC_atmospheric_monitoring/blob/b94f3fe/results/zenith_single_compound/worked_observation.csv</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molecular template is calculated from spectroscopy, not drawn by hand. Thermal averaging reduces random receiver uncertainty. Persistent calibration errors do not disappear simply by collecting more pilots. Unknown gain offset and gain slope are fitted so that they do not automatically count as gas.</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Angles must be defined: ground elevation, satellite off nadir angle and Earth central angle differ. The example sets the ground elevation to 90 degrees. A 550 km orbit is a chosen geometry, not a retrieved orbit. The physical atmosphere occupies only part of the 550 km propagation path. Coverage values and moving geometry are retained in the research note.</a:t>
            </a:r>
          </a:p>
          <a:p xmlns:a="http://schemas.openxmlformats.org/drawingml/2006/main">
            <a:r>
              <a:t/>
            </a:r>
          </a:p>
          <a:p xmlns:a="http://schemas.openxmlformats.org/drawingml/2006/main">
            <a:r>
              <a:t>Conditions</a:t>
            </a:r>
          </a:p>
          <a:p xmlns:a="http://schemas.openxmlformats.org/drawingml/2006/main">
            <a:r>
              <a:t>This is a static zenith benchmark. A real satellite keeps moving during acquisition.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https://www.itu.int/rec/R-REC-P.835-7-202408-I/en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 et al. is experimental terrestrial evidence. TeraLink is a proposed space link with qualification work ongoing. Cooper et al. reports a frequency multiplier source, not a complete wideband satellite modem. RF average power, peak radar power and electrical power are different quantities. Increasing the simulated power to 1 W or 10 W is only an engineering sensitivity, not a demonstrated payload capability.</a:t>
            </a:r>
          </a:p>
          <a:p xmlns:a="http://schemas.openxmlformats.org/drawingml/2006/main">
            <a:r>
              <a:t/>
            </a:r>
          </a:p>
          <a:p xmlns:a="http://schemas.openxmlformats.org/drawingml/2006/main">
            <a:r>
              <a:t>Conditions</a:t>
            </a:r>
          </a:p>
          <a:p xmlns:a="http://schemas.openxmlformats.org/drawingml/2006/main">
            <a:r>
              <a:t>The sources do not demonstrate the full bandwidth, linear output, tracking and calibration together.</a:t>
            </a:r>
          </a:p>
          <a:p xmlns:a="http://schemas.openxmlformats.org/drawingml/2006/main">
            <a:r>
              <a:t/>
            </a:r>
          </a:p>
          <a:p xmlns:a="http://schemas.openxmlformats.org/drawingml/2006/main">
            <a:r>
              <a:t>Sources</a:t>
            </a:r>
          </a:p>
          <a:p xmlns:a="http://schemas.openxmlformats.org/drawingml/2006/main">
            <a:r>
              <a:t>https://www.nature.com/articles/s41928-022-00897-6</a:t>
            </a:r>
          </a:p>
          <a:p xmlns:a="http://schemas.openxmlformats.org/drawingml/2006/main">
            <a:r>
              <a:t>https://arxiv.org/html/2606.15410v1</a:t>
            </a:r>
          </a:p>
          <a:p xmlns:a="http://schemas.openxmlformats.org/drawingml/2006/main">
            <a:r>
              <a:t>https://doi.org/10.1109/JMW.2025.3610360</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 = η(πDf/c)². A 1 m ground reflector also appears in the TeraLink design analysis, with 60% efficiency there; this example uses an assumed 65%. The 10 cm equivalent circular transmit aperture is not an assertion that the published 9 × 9 cm horn array has this exact geometry. Calculated uniform aperture beamwidths are about 0.7455 degrees for transmit and 0.07455 degrees for receive. Both pointing and surface accuracy matter.</a:t>
            </a:r>
          </a:p>
          <a:p xmlns:a="http://schemas.openxmlformats.org/drawingml/2006/main">
            <a:r>
              <a:t/>
            </a:r>
          </a:p>
          <a:p xmlns:a="http://schemas.openxmlformats.org/drawingml/2006/main">
            <a:r>
              <a:t>Conditions</a:t>
            </a:r>
          </a:p>
          <a:p xmlns:a="http://schemas.openxmlformats.org/drawingml/2006/main">
            <a:r>
              <a:t>The linear average power available for OFDM after amplifier backoff remains unverified.</a:t>
            </a:r>
          </a:p>
          <a:p xmlns:a="http://schemas.openxmlformats.org/drawingml/2006/main">
            <a:r>
              <a:t/>
            </a:r>
          </a:p>
          <a:p xmlns:a="http://schemas.openxmlformats.org/drawingml/2006/main">
            <a:r>
              <a:t>Sources</a:t>
            </a:r>
          </a:p>
          <a:p xmlns:a="http://schemas.openxmlformats.org/drawingml/2006/main">
            <a:r>
              <a:t>https://arxiv.org/html/2606.15410v1</a:t>
            </a:r>
          </a:p>
          <a:p xmlns:a="http://schemas.openxmlformats.org/drawingml/2006/main">
            <a:r>
              <a:t>https://github.com/unworthyzeus/THz_ISAC_atmospheric_monitoring/blob/b94f3fe/docs/54_supervisor_revision_2026_10_05.md</a:t>
            </a:r>
          </a:p>
          <a:p xmlns:a="http://schemas.openxmlformats.org/drawingml/2006/main">
            <a:r>
              <a:t>https://github.com/unworthyzeus/THz_ISAC_atmospheric_monitoring/blob/b94f3fe/results/zenith_single_compound/antennas.csv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tone centers are 230 GHz + (k+1/2)Δf for k from 0 to 1023. Thus the first center is 230.0048828125 GHz and the last is 239.9951171875 GHz. The cyclic prefix is a short copy of the end of the symbol placed at its beginning to accommodate channel delay spread; its duration here is assumed. A frame is a repeated schedule of 10,000 symbols. Residual frequency error is another design assumption. This is not a validated hardware waveform. Unknown data symbols are not used for sensing in this tutorial. The spacing appendix explains the comparison.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https://github.com/unworthyzeus/THz_ISAC_atmospheric_monitoring/blob/b94f3fe/results/zenith_single_compound/ofdm_spacing.csv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acquisition transmits 88,960,000 complete symbols. The two acquisitions leave 0.001792 s unused because only complete frames count. The reference is not exact and is not free. Ideal correction of delay, phase, Doppler and gain is assumed over these windows; a static 90 degree path cannot literally persist for twenty seconds in a LEO pass.</a:t>
            </a:r>
          </a:p>
          <a:p xmlns:a="http://schemas.openxmlformats.org/drawingml/2006/main">
            <a:r>
              <a:t/>
            </a:r>
          </a:p>
          <a:p xmlns:a="http://schemas.openxmlformats.org/drawingml/2006/main">
            <a:r>
              <a:t>Equation source</a:t>
            </a:r>
          </a:p>
          <a:p xmlns:a="http://schemas.openxmlformats.org/drawingml/2006/main">
            <a:r>
              <a:t>M=\left\lfloor\frac{10\ \mathrm{s}}{10{,}000\times112.4\ \mathrm{ns}}\right\rfloor\!\times30=266{,}880</a:t>
            </a:r>
          </a:p>
          <a:p xmlns:a="http://schemas.openxmlformats.org/drawingml/2006/main">
            <a:r>
              <a:t/>
            </a:r>
          </a:p>
          <a:p xmlns:a="http://schemas.openxmlformats.org/drawingml/2006/main">
            <a:r>
              <a:t>Notation and units</a:t>
            </a:r>
          </a:p>
          <a:p xmlns:a="http://schemas.openxmlformats.org/drawingml/2006/main">
            <a:r>
              <a:t>M is the number of known pilot observations per tone, per acquisition.</a:t>
            </a:r>
          </a:p>
          <a:p xmlns:a="http://schemas.openxmlformats.org/drawingml/2006/main">
            <a:r>
              <a:t/>
            </a:r>
          </a:p>
          <a:p xmlns:a="http://schemas.openxmlformats.org/drawingml/2006/main">
            <a:r>
              <a:t>Conditions</a:t>
            </a:r>
          </a:p>
          <a:p xmlns:a="http://schemas.openxmlformats.org/drawingml/2006/main">
            <a:r>
              <a:t>Waiting for comparable geometry, calibration and reference availability adds operational time.</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17,880 retained CH3CN transitions from local isotope ID 1 are used. Their acquired line centers span 2.77489–2003.4586 GHz, and the model includes the acquired line wings. Natural isotope abundance is already included in HITRAN line intensity. HAPI Voigt and TIPS2025 supply temperature dependence. At q = 1 µg/m³, n1(0) is approximately 1.467 × 10^16 molecules/m³ using molar mass 41.053 g/mol. HAPI cross sections in cm² require density in cm⁻³ and path in cm. The mass column is approximately 1500q µg/m². ITU oxygen/water attenuation is modeled separately without duplicating these contributions in HITRAN.</a:t>
            </a:r>
          </a:p>
          <a:p xmlns:a="http://schemas.openxmlformats.org/drawingml/2006/main">
            <a:r>
              <a:t/>
            </a:r>
          </a:p>
          <a:p xmlns:a="http://schemas.openxmlformats.org/drawingml/2006/main">
            <a:r>
              <a:t>Equation source</a:t>
            </a:r>
          </a:p>
          <a:p xmlns:a="http://schemas.openxmlformats.org/drawingml/2006/main">
            <a:r>
              <a:t>c(z)=q e^{-z/H_g},\quad H_g=1500\ \mathrm{m}\qquad a_k=\frac{10}{\ln 10}\int_0^{100\ \mathrm{km}}\sigma_k(z)n_1(z)\,dz</a:t>
            </a:r>
          </a:p>
          <a:p xmlns:a="http://schemas.openxmlformats.org/drawingml/2006/main">
            <a:r>
              <a:t/>
            </a:r>
          </a:p>
          <a:p xmlns:a="http://schemas.openxmlformats.org/drawingml/2006/main">
            <a:r>
              <a:t>Notation and units</a:t>
            </a:r>
          </a:p>
          <a:p xmlns:a="http://schemas.openxmlformats.org/drawingml/2006/main">
            <a:r>
              <a:t>q: surface equivalent enhancement (µg/m³) · σₖ: effective absorption area per molecule</a:t>
            </a:r>
          </a:p>
          <a:p xmlns:a="http://schemas.openxmlformats.org/drawingml/2006/main">
            <a:r>
              <a:t>n₁: molecular density for q = 1 µg/m³ · aₖ: dB per (µg/m³). Use consistent length units in the integral.</a:t>
            </a:r>
          </a:p>
          <a:p xmlns:a="http://schemas.openxmlformats.org/drawingml/2006/main">
            <a:r>
              <a:t/>
            </a:r>
          </a:p>
          <a:p xmlns:a="http://schemas.openxmlformats.org/drawingml/2006/main">
            <a:r>
              <a:t>Conditions</a:t>
            </a:r>
          </a:p>
          <a:p xmlns:a="http://schemas.openxmlformats.org/drawingml/2006/main">
            <a:r>
              <a:t>The vertical shape is assumed. The model does not measure concentration at each height.</a:t>
            </a:r>
          </a:p>
          <a:p xmlns:a="http://schemas.openxmlformats.org/drawingml/2006/main">
            <a:r>
              <a:t/>
            </a:r>
          </a:p>
          <a:p xmlns:a="http://schemas.openxmlformats.org/drawingml/2006/main">
            <a:r>
              <a:t>Sources</a:t>
            </a:r>
          </a:p>
          <a:p xmlns:a="http://schemas.openxmlformats.org/drawingml/2006/main">
            <a:r>
              <a:t>https://hitran.org/lbl/</a:t>
            </a:r>
          </a:p>
          <a:p xmlns:a="http://schemas.openxmlformats.org/drawingml/2006/main">
            <a:r>
              <a:t>https://www.itu.int/rec/R-REC-P.835-7-202408-I/en</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https://github.com/unworthyzeus/THz_ISAC_atmospheric_monitoring/blob/b94f3fe/results/zenith_single_compound/physics_provenance.json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plotted value is taken from tone_by_tone.csv. A gain offset and linear gain slope can explain parts of this pattern. The estimator therefore uses the part that remains after projecting out those nuisance directions. The displayed curve is the model for the assumed exponential vertical profile.</a:t>
            </a:r>
          </a:p>
          <a:p xmlns:a="http://schemas.openxmlformats.org/drawingml/2006/main">
            <a:r>
              <a:t/>
            </a:r>
          </a:p>
          <a:p xmlns:a="http://schemas.openxmlformats.org/drawingml/2006/main">
            <a:r>
              <a:t>Conditions</a:t>
            </a:r>
          </a:p>
          <a:p xmlns:a="http://schemas.openxmlformats.org/drawingml/2006/main">
            <a:r>
              <a:t>Calculated absorption from external line parameters, not a measured satellite spectrum.</a:t>
            </a:r>
          </a:p>
          <a:p xmlns:a="http://schemas.openxmlformats.org/drawingml/2006/main">
            <a:r>
              <a:t/>
            </a:r>
          </a:p>
          <a:p xmlns:a="http://schemas.openxmlformats.org/drawingml/2006/main">
            <a:r>
              <a:t>Sources</a:t>
            </a:r>
          </a:p>
          <a:p xmlns:a="http://schemas.openxmlformats.org/drawingml/2006/main">
            <a:r>
              <a:t>https://hitran.org/lbl/</a:t>
            </a:r>
          </a:p>
          <a:p xmlns:a="http://schemas.openxmlformats.org/drawingml/2006/main">
            <a:r>
              <a:t>https://github.com/unworthyzeus/THz_ISAC_atmospheric_monitoring/blob/b94f3fe/results/zenith_single_compound/tone_by_tone.csv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describe the reference, with enhancement q = 0. A sample enhancement subtracts a_k q dB additionally. The total average RF power must be divided among all active tones. Gain is a power gain. The first tone is shown for auditable arithmetic, while the simulation recomputes all frequency dependent terms for every tone.</a:t>
            </a:r>
          </a:p>
          <a:p xmlns:a="http://schemas.openxmlformats.org/drawingml/2006/main">
            <a:r>
              <a:t/>
            </a:r>
          </a:p>
          <a:p xmlns:a="http://schemas.openxmlformats.org/drawingml/2006/main">
            <a:r>
              <a:t>Sources</a:t>
            </a:r>
          </a:p>
          <a:p xmlns:a="http://schemas.openxmlformats.org/drawingml/2006/main">
            <a:r>
              <a:t>https://www.itu.int/rec/R-REC-P.676-13-202208-I</a:t>
            </a:r>
          </a:p>
          <a:p xmlns:a="http://schemas.openxmlformats.org/drawingml/2006/main">
            <a:r>
              <a:t>https://github.com/unworthyzeus/THz_ISAC_atmospheric_monitoring/blob/b94f3fe/results/zenith_single_compound/tone_by_tone.csv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integrated atmosphere contributes attenuation and thermal emission. The receiver noise temperature convention uses the 290 K reference temperature, but atmospheric sky temperature is calculated independently. Antenna spillover and hardware thermal losses require more detailed measurements for a real terminal. The reference SNR across the full band is between −0.1874 and −0.1657 dB.</a:t>
            </a:r>
          </a:p>
          <a:p xmlns:a="http://schemas.openxmlformats.org/drawingml/2006/main">
            <a:r>
              <a:t/>
            </a:r>
          </a:p>
          <a:p xmlns:a="http://schemas.openxmlformats.org/drawingml/2006/main">
            <a:r>
              <a:t>Equation source</a:t>
            </a:r>
          </a:p>
          <a:p xmlns:a="http://schemas.openxmlformats.org/drawingml/2006/main">
            <a:r>
              <a:t>T_e=T_0\left(10^{NF/10}-1\right),\qquad N_k=k_B(T_{\mathrm{sky},k}+T_e)\Delta f,\qquad\rho_{r,k}=P_{r,k}/N_k</a:t>
            </a:r>
          </a:p>
          <a:p xmlns:a="http://schemas.openxmlformats.org/drawingml/2006/main">
            <a:r>
              <a:t/>
            </a:r>
          </a:p>
          <a:p xmlns:a="http://schemas.openxmlformats.org/drawingml/2006/main">
            <a:r>
              <a:t>Notation and units</a:t>
            </a:r>
          </a:p>
          <a:p xmlns:a="http://schemas.openxmlformats.org/drawingml/2006/main">
            <a:r>
              <a:t>NF: receiver added noise, expressed as a noise figure (7 dB) · T₀ = 290 K · Tₑ: equivalent noise temperature</a:t>
            </a:r>
          </a:p>
          <a:p xmlns:a="http://schemas.openxmlformats.org/drawingml/2006/main">
            <a:r>
              <a:t>T_sky: sky brightness temperature (K) · k_B: Boltzmann constant · Nₖ: noise power (W) · ρ: signal to noise ratio</a:t>
            </a:r>
          </a:p>
          <a:p xmlns:a="http://schemas.openxmlformats.org/drawingml/2006/main">
            <a:r>
              <a:t/>
            </a:r>
          </a:p>
          <a:p xmlns:a="http://schemas.openxmlformats.org/drawingml/2006/main">
            <a:r>
              <a:t>Conditions</a:t>
            </a:r>
          </a:p>
          <a:p xmlns:a="http://schemas.openxmlformats.org/drawingml/2006/main">
            <a:r>
              <a:t>Sky emission and receiver noise are counted once. Noise figure is not applied twice.</a:t>
            </a:r>
          </a:p>
          <a:p xmlns:a="http://schemas.openxmlformats.org/drawingml/2006/main">
            <a:r>
              <a:t/>
            </a:r>
          </a:p>
          <a:p xmlns:a="http://schemas.openxmlformats.org/drawingml/2006/main">
            <a:r>
              <a:t>Sources</a:t>
            </a:r>
          </a:p>
          <a:p xmlns:a="http://schemas.openxmlformats.org/drawingml/2006/main">
            <a:r>
              <a:t>https://www.itu.int/rec/R-REC-P.676-13-202208-I</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https://github.com/unworthyzeus/THz_ISAC_atmospheric_monitoring/blob/b94f3fe/results/zenith_single_compound/tone_by_tone.csv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W_r,k,m is independent circular complex Gaussian noise with expected squared magnitude N_k. With unit pilots, |h_r,k|² is received power. This equation defines the physical observation model. The implementation draws exact coherent Gaussian pilot means as sufficient statistics, avoiding storage of the huge Y matrices. It does not run a full 10 GHz waveform, IFFT, cyclic prefix, synchronization or payload decoder.</a:t>
            </a:r>
          </a:p>
          <a:p xmlns:a="http://schemas.openxmlformats.org/drawingml/2006/main">
            <a:r>
              <a:t/>
            </a:r>
          </a:p>
          <a:p xmlns:a="http://schemas.openxmlformats.org/drawingml/2006/main">
            <a:r>
              <a:t>Equation source</a:t>
            </a:r>
          </a:p>
          <a:p xmlns:a="http://schemas.openxmlformats.org/drawingml/2006/main">
            <a:r>
              <a:t>\mathbf Y_r=\operatorname{diag}(\mathbf h_r)\mathbf X_r+\mathbf W_r,\qquad r\in\{0,1\}</a:t>
            </a:r>
          </a:p>
          <a:p xmlns:a="http://schemas.openxmlformats.org/drawingml/2006/main">
            <a:r>
              <a:t/>
            </a:r>
          </a:p>
          <a:p xmlns:a="http://schemas.openxmlformats.org/drawingml/2006/main">
            <a:r>
              <a:t>Notation and units</a:t>
            </a:r>
          </a:p>
          <a:p xmlns:a="http://schemas.openxmlformats.org/drawingml/2006/main">
            <a:r>
              <a:t>r = 0: reference · r = 1: sample · k: tone · m: pilot · |hᵣ,ₖ|² = received power with unit pilots</a:t>
            </a:r>
          </a:p>
          <a:p xmlns:a="http://schemas.openxmlformats.org/drawingml/2006/main">
            <a:r>
              <a:t/>
            </a:r>
          </a:p>
          <a:p xmlns:a="http://schemas.openxmlformats.org/drawingml/2006/main">
            <a:r>
              <a:t>Conditions</a:t>
            </a:r>
          </a:p>
          <a:p xmlns:a="http://schemas.openxmlformats.org/drawingml/2006/main">
            <a:r>
              <a:t>Delay, phase and carrier frequency corrections are ideal in this observation model.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complex mean distribution is exact for the stated independent Gaussian pilot model. Its use avoids simulating 273 million complex samples per acquisition. The minimum coherent mean SNR exceeds 255,000 under the baseline, which supports the subsequent log amplitude delta approximation. This mathematical reduction does not demonstrate the stability or tracking of a physical receiver.</a:t>
            </a:r>
          </a:p>
          <a:p xmlns:a="http://schemas.openxmlformats.org/drawingml/2006/main">
            <a:r>
              <a:t/>
            </a:r>
          </a:p>
          <a:p xmlns:a="http://schemas.openxmlformats.org/drawingml/2006/main">
            <a:r>
              <a:t>Equation source</a:t>
            </a:r>
          </a:p>
          <a:p xmlns:a="http://schemas.openxmlformats.org/drawingml/2006/main">
            <a:r>
              <a:t>\widehat h_{r,k}=\frac{1}{M}\sum_{m=1}^M Y_{r,k,m}X_{r,k,m}^{*},\qquad\widehat h_{r,k}\sim\mathcal{CN}\!\left(h_{r,k},\frac{N_k}{M}\right)</a:t>
            </a:r>
          </a:p>
          <a:p xmlns:a="http://schemas.openxmlformats.org/drawingml/2006/main">
            <a:r>
              <a:t/>
            </a:r>
          </a:p>
          <a:p xmlns:a="http://schemas.openxmlformats.org/drawingml/2006/main">
            <a:r>
              <a:t>Notation and units</a:t>
            </a:r>
          </a:p>
          <a:p xmlns:a="http://schemas.openxmlformats.org/drawingml/2006/main">
            <a:r>
              <a:t>M = 266,880 pilots per tone in each acquisition · *: complex conjugate</a:t>
            </a:r>
          </a:p>
          <a:p xmlns:a="http://schemas.openxmlformats.org/drawingml/2006/main">
            <a:r>
              <a:t>CN: circular complex Gaussian distribution, with stated complex variance</a:t>
            </a:r>
          </a:p>
          <a:p xmlns:a="http://schemas.openxmlformats.org/drawingml/2006/main">
            <a:r>
              <a:t/>
            </a:r>
          </a:p>
          <a:p xmlns:a="http://schemas.openxmlformats.org/drawingml/2006/main">
            <a:r>
              <a:t>Conditions</a:t>
            </a:r>
          </a:p>
          <a:p xmlns:a="http://schemas.openxmlformats.org/drawingml/2006/main">
            <a:r>
              <a:t>Persistent spectral calibration error survives this averaging.</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 is 20 because the ratio uses field amplitude. Equivalently, the power ratio uses 10 log10. The modeled calibration residual enters this differential dB vector once per reference/sample pair. Weather mismatch can add a structured bias and is not automatically canceled.</a:t>
            </a:r>
          </a:p>
          <a:p xmlns:a="http://schemas.openxmlformats.org/drawingml/2006/main">
            <a:r>
              <a:t/>
            </a:r>
          </a:p>
          <a:p xmlns:a="http://schemas.openxmlformats.org/drawingml/2006/main">
            <a:r>
              <a:t>Equation source</a:t>
            </a:r>
          </a:p>
          <a:p xmlns:a="http://schemas.openxmlformats.org/drawingml/2006/main">
            <a:r>
              <a:t>y_k=-20\log_{10}\!\left(\frac{|\widehat h_{1,k}|}{|\widehat h_{0,k}|}\right),\qquad \mathbf y\in\mathbb R^{1024}</a:t>
            </a:r>
          </a:p>
          <a:p xmlns:a="http://schemas.openxmlformats.org/drawingml/2006/main">
            <a:r>
              <a:t/>
            </a:r>
          </a:p>
          <a:p xmlns:a="http://schemas.openxmlformats.org/drawingml/2006/main">
            <a:r>
              <a:t>Notation and units</a:t>
            </a:r>
          </a:p>
          <a:p xmlns:a="http://schemas.openxmlformats.org/drawingml/2006/main">
            <a:r>
              <a:t>yₖ: differential attenuation (dB) · ĥ₀: reference channel estimate · ĥ₁: sample channel estimate</a:t>
            </a:r>
          </a:p>
          <a:p xmlns:a="http://schemas.openxmlformats.org/drawingml/2006/main">
            <a:r>
              <a:t/>
            </a:r>
          </a:p>
          <a:p xmlns:a="http://schemas.openxmlformats.org/drawingml/2006/main">
            <a:r>
              <a:t>Conditions</a:t>
            </a:r>
          </a:p>
          <a:p xmlns:a="http://schemas.openxmlformats.org/drawingml/2006/main">
            <a:r>
              <a:t>An amplitude equalizer that removes the molecular pattern would also remove the sensing evidence.</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nuisance matrix B = [1,u] has dimension 1024 × 2. Fitting nuisance terms costs information but avoids attributing simple gain changes to gas. A different changing gas or an arbitrary nonlinear calibration error can still imitate part of a. The appendix lists every entry for a five tone subset.</a:t>
            </a:r>
          </a:p>
          <a:p xmlns:a="http://schemas.openxmlformats.org/drawingml/2006/main">
            <a:r>
              <a:t/>
            </a:r>
          </a:p>
          <a:p xmlns:a="http://schemas.openxmlformats.org/drawingml/2006/main">
            <a:r>
              <a:t>Equation source</a:t>
            </a:r>
          </a:p>
          <a:p xmlns:a="http://schemas.openxmlformats.org/drawingml/2006/main">
            <a:r>
              <a:t>\begin{gathered}\mathbf y=\mathbf A\boldsymbol\theta+\boldsymbol\varepsilon,\qquad\mathbf A=\begin{bmatrix}\mathbf a&amp;\mathbf 1&amp;\mathbf u\end{bmatrix}\in\mathbb R^{1024\times3}\\\boldsymbol\theta=\begin{bmatrix}q&amp;b_0&amp;b_1\end{bmatrix}^{T},\qquad u_k=\frac{f_k-\bar f}{f_{\max}-f_{\min}}\end{gathered}</a:t>
            </a:r>
          </a:p>
          <a:p xmlns:a="http://schemas.openxmlformats.org/drawingml/2006/main">
            <a:r>
              <a:t/>
            </a:r>
          </a:p>
          <a:p xmlns:a="http://schemas.openxmlformats.org/drawingml/2006/main">
            <a:r>
              <a:t>Notation and units</a:t>
            </a:r>
          </a:p>
          <a:p xmlns:a="http://schemas.openxmlformats.org/drawingml/2006/main">
            <a:r>
              <a:t>a: molecular template [dB per (µg/m³)] · q: enhancement (µg/m³) · ε: remaining measurement error (dB)</a:t>
            </a:r>
          </a:p>
          <a:p xmlns:a="http://schemas.openxmlformats.org/drawingml/2006/main">
            <a:r>
              <a:t>b₀: gain offset (dB) · b₁: gain slope coefficient (dB) · u: dimensionless, spanning −0.5 to +0.5</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 ratio variance is a high coherent mean SNR approximation. rho_1,k(q) = rho_0,k × 10^(−a_k q/10). C(q) is thus slightly concentration dependent. The calibration covariance already describes a differential residual, so it must not be doubled or divided by M again. The detector fixes its weights using C(0), while positive concentration power calculations evaluate C(q).</a:t>
            </a:r>
          </a:p>
          <a:p xmlns:a="http://schemas.openxmlformats.org/drawingml/2006/main">
            <a:r>
              <a:t/>
            </a:r>
          </a:p>
          <a:p xmlns:a="http://schemas.openxmlformats.org/drawingml/2006/main">
            <a:r>
              <a:t>Equation source</a:t>
            </a:r>
          </a:p>
          <a:p xmlns:a="http://schemas.openxmlformats.org/drawingml/2006/main">
            <a:r>
              <a:t>\begin{gathered}\mathbf C(q)=\operatorname{diag}(v_k(q))+\sigma_{\mathrm{cal}}^2\mathbf R,\quad R_{ij}=e^{-|f_i-f_j|/(10\ \mathrm{GHz})}\\v_k(q)=\frac{(20/\ln10)^2}{2M}\left[\rho_{0,k}^{-1}+\rho_{1,k}(q)^{-1}\right]\end{gathered}</a:t>
            </a:r>
          </a:p>
          <a:p xmlns:a="http://schemas.openxmlformats.org/drawingml/2006/main">
            <a:r>
              <a:t/>
            </a:r>
          </a:p>
          <a:p xmlns:a="http://schemas.openxmlformats.org/drawingml/2006/main">
            <a:r>
              <a:t>Notation and units</a:t>
            </a:r>
          </a:p>
          <a:p xmlns:a="http://schemas.openxmlformats.org/drawingml/2006/main">
            <a:r>
              <a:t>C: 1,024 × 1,024 covariance in dB² · vₖ: thermal variance of the log ratio</a:t>
            </a:r>
          </a:p>
          <a:p xmlns:a="http://schemas.openxmlformats.org/drawingml/2006/main">
            <a:r>
              <a:t>ρ₀, ρ₁: linear per pilot SNR · σ_cal = 0.001 dB: assumed differential residual standard deviation</a:t>
            </a:r>
          </a:p>
          <a:p xmlns:a="http://schemas.openxmlformats.org/drawingml/2006/main">
            <a:r>
              <a:t/>
            </a:r>
          </a:p>
          <a:p xmlns:a="http://schemas.openxmlformats.org/drawingml/2006/main">
            <a:r>
              <a:t>Conditions</a:t>
            </a:r>
          </a:p>
          <a:p xmlns:a="http://schemas.openxmlformats.org/drawingml/2006/main">
            <a:r>
              <a:t>The 0.001 dB residual and its frequency correlation are assumptions, not receiver measurements.</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Cholesky solves and an SVD basis, not explicit matrix inverses. L is 1024 × 1024, B and Q are 1024 × 2, and r is 1024 × 1. Whitening means the null noise covariance becomes identity. Projection onto the orthogonal complement of the nuisance span provides the generalized least squares concentration estimator.</a:t>
            </a:r>
          </a:p>
          <a:p xmlns:a="http://schemas.openxmlformats.org/drawingml/2006/main">
            <a:r>
              <a:t/>
            </a:r>
          </a:p>
          <a:p xmlns:a="http://schemas.openxmlformats.org/drawingml/2006/main">
            <a:r>
              <a:t>Equation source</a:t>
            </a:r>
          </a:p>
          <a:p xmlns:a="http://schemas.openxmlformats.org/drawingml/2006/main">
            <a:r>
              <a:t>\begin{gathered}\mathbf C(0)=\mathbf L\mathbf L^T,\quad\widetilde{\mathbf y}=\mathbf L^{-1}\mathbf y,\quad\widetilde{\mathbf a}=\mathbf L^{-1}\mathbf a,\quad\widetilde{\mathbf B}=\mathbf L^{-1}\mathbf B\\\mathbf r=(\mathbf I-\mathbf Q\mathbf Q^T)\widetilde{\mathbf a}\end{gathered}</a:t>
            </a:r>
          </a:p>
          <a:p xmlns:a="http://schemas.openxmlformats.org/drawingml/2006/main">
            <a:r>
              <a:t/>
            </a:r>
          </a:p>
          <a:p xmlns:a="http://schemas.openxmlformats.org/drawingml/2006/main">
            <a:r>
              <a:t>Notation and units</a:t>
            </a:r>
          </a:p>
          <a:p xmlns:a="http://schemas.openxmlformats.org/drawingml/2006/main">
            <a:r>
              <a:t>L: Cholesky factor of null (q = 0) covariance · B = [1,u] · Q: orthonormal basis for columns of L⁻¹B</a:t>
            </a:r>
          </a:p>
          <a:p xmlns:a="http://schemas.openxmlformats.org/drawingml/2006/main">
            <a:r>
              <a:t>r: the whitened molecular pattern after removing gain offset and slope</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positive or negative H entry is expected because the filter rejects nuisance directions. Ha differs from one by 5.55 × 10^−16 and the maximum magnitude of HB is 9.56 × 10^−13 in the saved arrays. These are algebraic checks, not experimental validation. The null standard deviation includes both finite acquisitions and the assumed persistent covariance.</a:t>
            </a:r>
          </a:p>
          <a:p xmlns:a="http://schemas.openxmlformats.org/drawingml/2006/main">
            <a:r>
              <a:t/>
            </a:r>
          </a:p>
          <a:p xmlns:a="http://schemas.openxmlformats.org/drawingml/2006/main">
            <a:r>
              <a:t>Equation source</a:t>
            </a:r>
          </a:p>
          <a:p xmlns:a="http://schemas.openxmlformats.org/drawingml/2006/main">
            <a:r>
              <a:t>\widehat q=\frac{\mathbf r^T\widetilde{\mathbf y}}{\mathbf r^T\mathbf r}=\mathbf H\mathbf y,\qquad\mathbf H=\frac{\mathbf r^T\mathbf L^{-1}}{\mathbf r^T\mathbf r},\qquad s_0^2=\mathbf H\mathbf C(0)\mathbf H^T</a:t>
            </a:r>
          </a:p>
          <a:p xmlns:a="http://schemas.openxmlformats.org/drawingml/2006/main">
            <a:r>
              <a:t/>
            </a:r>
          </a:p>
          <a:p xmlns:a="http://schemas.openxmlformats.org/drawingml/2006/main">
            <a:r>
              <a:t>Notation and units</a:t>
            </a:r>
          </a:p>
          <a:p xmlns:a="http://schemas.openxmlformats.org/drawingml/2006/main">
            <a:r>
              <a:t>H: 1 × 1,024 concentration weights [(µg/m³)/dB] · q̂: estimated enhancement (µg/m³)</a:t>
            </a:r>
          </a:p>
          <a:p xmlns:a="http://schemas.openxmlformats.org/drawingml/2006/main">
            <a:r>
              <a:t>s₀: null standard deviation of q̂ (µg/m³)</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s1(q) = sqrt(H C(q) H^T), with H frozen at the null. Gaussian power is 1 − Φ((τ−q)/s1(q)). This yields 50.5813965969 µg/m³, while the constant variance shortcut yields 50.5584696236. The detection threshold is not itself a 95% sensitivity limit. Repeated searches across species, bands or time windows require a false alarm policy beyond this single test.</a:t>
            </a:r>
          </a:p>
          <a:p xmlns:a="http://schemas.openxmlformats.org/drawingml/2006/main">
            <a:r>
              <a:t/>
            </a:r>
          </a:p>
          <a:p xmlns:a="http://schemas.openxmlformats.org/drawingml/2006/main">
            <a:r>
              <a:t>Equation source</a:t>
            </a:r>
          </a:p>
          <a:p xmlns:a="http://schemas.openxmlformats.org/drawingml/2006/main">
            <a:r>
              <a:t>H_0:q=0,\quad H_1:q&gt;0,\qquad\widehat q&gt;\underbrace{z_{0.99}s_0}_{\tau}=2.32635\times12.7313=29.6174\ \mathrm{\mu g/m^3}</a:t>
            </a:r>
          </a:p>
          <a:p xmlns:a="http://schemas.openxmlformats.org/drawingml/2006/main">
            <a:r>
              <a:t/>
            </a:r>
          </a:p>
          <a:p xmlns:a="http://schemas.openxmlformats.org/drawingml/2006/main">
            <a:r>
              <a:t>Notation and units</a:t>
            </a:r>
          </a:p>
          <a:p xmlns:a="http://schemas.openxmlformats.org/drawingml/2006/main">
            <a:r>
              <a:t>τ: decision threshold · z₀.₉₉: standard normal 99th percentile · false alarm target α = 1%</a:t>
            </a:r>
          </a:p>
          <a:p xmlns:a="http://schemas.openxmlformats.org/drawingml/2006/main">
            <a:r>
              <a:t>s₁(q) = √[H C(q) Hᵀ]: standard deviation when the enhancement is q, using the fixed null weights H</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true q was fixed at the analytical 95% power concentration before drawing the observation. Random seed 20261005. The estimate differs from truth because this is one noisy draw. A successful example does not establish 95% empirical performance. The figure contains all 1024 tones and includes the saved persistent calibration residual. This is simulated evidence, not a measured spectrum.</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https://github.com/unworthyzeus/THz_ISAC_atmospheric_monitoring/blob/b94f3fe/results/zenith_single_compound/worked_example.json</a:t>
            </a:r>
          </a:p>
          <a:p xmlns:a="http://schemas.openxmlformats.org/drawingml/2006/main">
            <a:r>
              <a:t>https://github.com/unworthyzeus/THz_ISAC_atmospheric_monitoring/blob/b94f3fe/results/zenith_single_compound/worked_observation.csv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q = 0 the simulation gives 113 detections out of 10,000. At q = 1, 131/10,000. At q = 50.5814, 9475/10,000. Intervals are the saved 95% binomial intervals. Simulated complex pilot means test the analytical approximation within the same physical and error model. They do not validate an orbital receiver or measured calibration statistics.</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https://github.com/unworthyzeus/THz_ISAC_atmospheric_monitoring/blob/b94f3fe/results/zenith_single_compound/receiver_control.csv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EMeRGe article uses a winter IAGOS reference from selected aircraft data during 2012–2016. This is not a universal surface concentration. Conversion uses 1 ppbv = 1.73623578 µg/m³ at 288.15 K and 101325 Pa. The comparison is contextual: a selected atmospheric mixing ratio and a modeled differential amplitude with an assumed profile are different observables. Do not describe this benchmark as demonstrated ambient pollution detection.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https://acp.copernicus.org/articles/23/1893/2023/index.html</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 evidence supports a conditional computational example. Future work on molecular scattering must distinguish molecular absorption and emission from elastic scattering, and molecular effects from refractive index turbulence. Multiple receivers alone do not guarantee 3D identifiability. A tomography forward model would use ray lengths and spectral coefficients across voxels and needs adequate angular diversity. The supervisor revision includes a nonresonant scattering screen and a corrected PM extinction analysis.</a:t>
            </a:r>
          </a:p>
          <a:p xmlns:a="http://schemas.openxmlformats.org/drawingml/2006/main">
            <a:r>
              <a:t/>
            </a:r>
          </a:p>
          <a:p xmlns:a="http://schemas.openxmlformats.org/drawingml/2006/main">
            <a:r>
              <a:t>Conditions</a:t>
            </a:r>
          </a:p>
          <a:p xmlns:a="http://schemas.openxmlformats.org/drawingml/2006/main">
            <a:r>
              <a:t>This tutorial models direct transmission. Molecular scattering and multistatic imaging need a separate feasibility study.</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zero based tone indices are 0, 255, 511, 767 and 1023. Values come directly from worked_example.json. The full precision arrays are saved there and in matrices.npz. Values displayed here are rounded, so manual reconstruction has rounding error.</a:t>
            </a:r>
          </a:p>
          <a:p xmlns:a="http://schemas.openxmlformats.org/drawingml/2006/main">
            <a:r>
              <a:t/>
            </a:r>
          </a:p>
          <a:p xmlns:a="http://schemas.openxmlformats.org/drawingml/2006/main">
            <a:r>
              <a:t>Equation source</a:t>
            </a:r>
          </a:p>
          <a:p xmlns:a="http://schemas.openxmlformats.org/drawingml/2006/main">
            <a:r>
              <a:t>\mathbf y_5=\mathbf A_5\begin{bmatrix}q&amp;b_0&amp;b_1\end{bmatrix}^{T}+\boldsymbol\varepsilon_5,\qquad\mathbf A_5\in\mathbb R^{5\times3}</a:t>
            </a:r>
          </a:p>
          <a:p xmlns:a="http://schemas.openxmlformats.org/drawingml/2006/main">
            <a:r>
              <a:t/>
            </a:r>
          </a:p>
          <a:p xmlns:a="http://schemas.openxmlformats.org/drawingml/2006/main">
            <a:r>
              <a:t>Notation and units</a:t>
            </a:r>
          </a:p>
          <a:p xmlns:a="http://schemas.openxmlformats.org/drawingml/2006/main">
            <a:r>
              <a:t>The table scales only the a column by 10⁴ for readability. Use its original units in the calculation.</a:t>
            </a:r>
          </a:p>
          <a:p xmlns:a="http://schemas.openxmlformats.org/drawingml/2006/main">
            <a:r>
              <a:t/>
            </a:r>
          </a:p>
          <a:p xmlns:a="http://schemas.openxmlformats.org/drawingml/2006/main">
            <a:r>
              <a:t>Conditions</a:t>
            </a:r>
          </a:p>
          <a:p xmlns:a="http://schemas.openxmlformats.org/drawingml/2006/main">
            <a:r>
              <a:t>This subset is only an arithmetic illustration. The main result uses all 1,024 tones.</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https://github.com/unworthyzeus/THz_ISAC_atmospheric_monitoring/blob/b94f3fe/results/zenith_single_compound/worked_example.json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C00 = 0.00029515286513673 dB². The displayed diagonal value is 2.951529 because the table is in units of 10^−4 dB². The first and last off diagonal entry is 3.68238873913915 × 10^−7 dB². The five tone estimator must be recomputed using A5 and C5; simply taking five entries of the full H is not the same estimator.</a:t>
            </a:r>
          </a:p>
          <a:p xmlns:a="http://schemas.openxmlformats.org/drawingml/2006/main">
            <a:r>
              <a:t/>
            </a:r>
          </a:p>
          <a:p xmlns:a="http://schemas.openxmlformats.org/drawingml/2006/main">
            <a:r>
              <a:t>Conditions</a:t>
            </a:r>
          </a:p>
          <a:p xmlns:a="http://schemas.openxmlformats.org/drawingml/2006/main">
            <a:r>
              <a:t>Assumed, unmeasured 0.001 dB differential calibration residual · 20 s total acquisition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https://github.com/unworthyzeus/THz_ISAC_atmospheric_monitoring/blob/b94f3fe/results/zenith_single_compound/worked_example.json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 H5 with the same whiten/project method using A5 and C5, then form the dot product with y5. The true enhancement is still 50.5814 µg/m³. Discarding almost all tones gives a much larger uncertainty and this failed decision. The 1024 tone estimate was 39.4247 µg/m³ with threshold 29.6174. The full arrays, not rounded slide values, produce the saved results.</a:t>
            </a:r>
          </a:p>
          <a:p xmlns:a="http://schemas.openxmlformats.org/drawingml/2006/main">
            <a:r>
              <a:t/>
            </a:r>
          </a:p>
          <a:p xmlns:a="http://schemas.openxmlformats.org/drawingml/2006/main">
            <a:r>
              <a:t>Equation source</a:t>
            </a:r>
          </a:p>
          <a:p xmlns:a="http://schemas.openxmlformats.org/drawingml/2006/main">
            <a:r>
              <a:t>\widehat q_5=\mathbf H_5\mathbf y_5=171.7494,\quad s_{0,5}=165.1163,\quad\tau_5=384.1179\ \mathrm{\mu g/m^3}</a:t>
            </a:r>
          </a:p>
          <a:p xmlns:a="http://schemas.openxmlformats.org/drawingml/2006/main">
            <a:r>
              <a:t/>
            </a:r>
          </a:p>
          <a:p xmlns:a="http://schemas.openxmlformats.org/drawingml/2006/main">
            <a:r>
              <a:t>Notation and units</a:t>
            </a:r>
          </a:p>
          <a:p xmlns:a="http://schemas.openxmlformats.org/drawingml/2006/main">
            <a:r>
              <a:t>H₅ weights have units (µg/m³)/dB. Both q̂₅ and s₀,₅ are in µg/m³.</a:t>
            </a:r>
          </a:p>
          <a:p xmlns:a="http://schemas.openxmlformats.org/drawingml/2006/main">
            <a:r>
              <a:t/>
            </a:r>
          </a:p>
          <a:p xmlns:a="http://schemas.openxmlformats.org/drawingml/2006/main">
            <a:r>
              <a:t>Conditions</a:t>
            </a:r>
          </a:p>
          <a:p xmlns:a="http://schemas.openxmlformats.org/drawingml/2006/main">
            <a:r>
              <a:t>20 s total · ideal tracking · assumed, unmeasured 0.001 dB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https://github.com/unworthyzeus/THz_ISAC_atmospheric_monitoring/blob/b94f3fe/results/zenith_single_compound/worked_example.json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candidates keep 10 GHz total bandwidth and 25 dBm total RF power. The CP is always 10 ns. ICI is intercarrier interference from the stated residual carrier frequency offset, using a separate analytical screening calculation. The ideal q95 results do not incorporate ICI. Residual 100 kHz and the 0.1% cap are illustrative choices; phase noise and measured channel delay spread remain unknown. Therefore this is a limited trade study, not a global optimum or complete waveform validation.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https://github.com/unworthyzeus/THz_ISAC_atmospheric_monitoring/blob/b94f3fe/results/zenith_single_compound/ofdm_spacing.csv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points use the same 10 cm transmit and 1 m receive apertures, 65% efficiencies, 7 dB NF, and 5 dB implementation loss. The 17 dBm point illustrates an 8 dB reduction relative to the 25 dBm design anchor; it is not a required OFDM backoff specification. 30 dBm is 1 W and 40 dBm is 10 W. These last cases are unproven hardware sensitivity scenarios, not demonstrated wideband orbital transmitters. Neither increased power nor averaging removes arbitrary systematic error.</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https://github.com/unworthyzeus/THz_ISAC_atmospheric_monitoring/blob/b94f3fe/results/zenith_single_compound/sensitivity.csv</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three rows use the positive concentration covariance in the saved power and calibration sweep. The last row is explicitly a local constant covariance approximation from background_nuisance.json, so it should not be presented as exactly the same finite q root calculation. A 1% water partial pressure change at fixed temperature and total pressure produces about +0.579 µg/m³ blank bias under the original nuisance model; a +1 K change at fixed total and water partial pressures produces −0.750 µg/m³. These are selected perturbations, not a distribution of real weather or an exhaustive robustness test.</a:t>
            </a:r>
          </a:p>
          <a:p xmlns:a="http://schemas.openxmlformats.org/drawingml/2006/main">
            <a:r>
              <a:t/>
            </a:r>
          </a:p>
          <a:p xmlns:a="http://schemas.openxmlformats.org/drawingml/2006/main">
            <a:r>
              <a:t>Conditions</a:t>
            </a:r>
          </a:p>
          <a:p xmlns:a="http://schemas.openxmlformats.org/drawingml/2006/main">
            <a:r>
              <a:t>20 s total · ideal tracking · every calibration level is assumed and unmeasured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https://github.com/unworthyzeus/THz_ISAC_atmospheric_monitoring/blob/b94f3fe/results/zenith_single_compound/sensitivity.csv</a:t>
            </a:r>
          </a:p>
          <a:p xmlns:a="http://schemas.openxmlformats.org/drawingml/2006/main">
            <a:r>
              <a:t>https://github.com/unworthyzeus/THz_ISAC_atmospheric_monitoring/blob/b94f3fe/results/zenith_single_compound/background_nuisance.json</a:t>
            </a:r>
          </a:p>
          <a:p xmlns:a="http://schemas.openxmlformats.org/drawingml/2006/main">
            <a:r>
              <a:t>https://github.com/unworthyzeus/THz_ISAC_atmospheric_monitoring/blob/b94f3fe/results/zenith_single_compound/weather_mismatch.csv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 circular 550 km overhead pass geometry screen using the repository motion model. Doppler signs follow the receding satellite after zenith convention. The calculation omits a full orbit and ground rotation model. At ±5 s around zenith, elevation is about 86.05 degrees. Even near zenith the phase evolves rapidly; an instantaneous zero radial speed does not imply a constant channel over the measurement.</a:t>
            </a:r>
          </a:p>
          <a:p xmlns:a="http://schemas.openxmlformats.org/drawingml/2006/main">
            <a:r>
              <a:t/>
            </a:r>
          </a:p>
          <a:p xmlns:a="http://schemas.openxmlformats.org/drawingml/2006/main">
            <a:r>
              <a:t>Conditions</a:t>
            </a:r>
          </a:p>
          <a:p xmlns:a="http://schemas.openxmlformats.org/drawingml/2006/main">
            <a:r>
              <a:t>The static sensitivity calculation assumes ideal tracking. It does not establish moving link performance.</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https://github.com/unworthyzeus/THz_ISAC_atmospheric_monitoring/blob/b94f3fe/results/zenith_single_compound/motion.csv</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clickable source URLs are listed below. Hardware sources support only their stated evidence scope. The EMeRGe/IAGOS background reference is contextual, not a universal ground concentration.</a:t>
            </a:r>
          </a:p>
          <a:p xmlns:a="http://schemas.openxmlformats.org/drawingml/2006/main">
            <a:r>
              <a:t/>
            </a:r>
          </a:p>
          <a:p xmlns:a="http://schemas.openxmlformats.org/drawingml/2006/main">
            <a:r>
              <a:t>Sources</a:t>
            </a:r>
          </a:p>
          <a:p xmlns:a="http://schemas.openxmlformats.org/drawingml/2006/main">
            <a:r>
              <a:t>https://www.nature.com/articles/s41928-022-00897-6</a:t>
            </a:r>
          </a:p>
          <a:p xmlns:a="http://schemas.openxmlformats.org/drawingml/2006/main">
            <a:r>
              <a:t>https://arxiv.org/html/2606.15410v1</a:t>
            </a:r>
          </a:p>
          <a:p xmlns:a="http://schemas.openxmlformats.org/drawingml/2006/main">
            <a:r>
              <a:t>https://doi.org/10.1109/JMW.2025.3610360</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links follow. matrices.npz stores the full A, C and H arrays. worked_example.json stores all entries for the five tone example. manifest.json records inputs, outputs and package versions. HAPI/HITRAN acquisition requirements and the full run command are in docs/55. Presentation preparation reads saved outputs and does not invent a new physical dataset.</a:t>
            </a:r>
          </a:p>
          <a:p xmlns:a="http://schemas.openxmlformats.org/drawingml/2006/main">
            <a:r>
              <a:t/>
            </a:r>
          </a:p>
          <a:p xmlns:a="http://schemas.openxmlformats.org/drawingml/2006/main">
            <a:r>
              <a:t>Sources</a:t>
            </a:r>
          </a:p>
          <a:p xmlns:a="http://schemas.openxmlformats.org/drawingml/2006/main">
            <a:r>
              <a:t>https://hitran.org/lbl/</a:t>
            </a:r>
          </a:p>
          <a:p xmlns:a="http://schemas.openxmlformats.org/drawingml/2006/main">
            <a:r>
              <a:t>https://www.itu.int/rec/R-REC-P.835-7-202408-I/en</a:t>
            </a:r>
          </a:p>
          <a:p xmlns:a="http://schemas.openxmlformats.org/drawingml/2006/main">
            <a:r>
              <a:t>https://www.itu.int/rec/R-REC-P.676-13-202208-I</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https://github.com/unworthyzeus/THz_ISAC_atmospheric_monitoring/blob/b94f3fe/results/zenith_single_compound/manifest.json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180f11dc4d40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4e5c38171e4898" /><Relationship Type="http://schemas.openxmlformats.org/officeDocument/2006/relationships/slideLayout" Target="/ppt/slideLayouts/slideLayout1.xml" Id="R33e88827a8274b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e88827a8274b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ff89b5d93744ea" /><Relationship Type="http://schemas.openxmlformats.org/officeDocument/2006/relationships/notesSlide" Target="/ppt/notesSlides/notesSlide1.xml" Id="Rafc24e51d31540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6f64c4c9624df2" /><Relationship Type="http://schemas.openxmlformats.org/officeDocument/2006/relationships/notesSlide" Target="/ppt/notesSlides/notesSlide2.xml" Id="Rf3bb20532b8341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0ac77658b6474f" /><Relationship Type="http://schemas.openxmlformats.org/officeDocument/2006/relationships/notesSlide" Target="/ppt/notesSlides/notesSlide3.xml" Id="R089810825a2840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eb2444e15142cb" /><Relationship Type="http://schemas.openxmlformats.org/officeDocument/2006/relationships/notesSlide" Target="/ppt/notesSlides/notesSlide4.xml" Id="R51cb55eb750f4c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77f972fa72433f" /><Relationship Type="http://schemas.openxmlformats.org/officeDocument/2006/relationships/notesSlide" Target="/ppt/notesSlides/notesSlide5.xml" Id="R4abdbe5d837844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67f98b1395403d" /><Relationship Type="http://schemas.openxmlformats.org/officeDocument/2006/relationships/notesSlide" Target="/ppt/notesSlides/notesSlide6.xml" Id="Rb35341d8723f44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e160dda1c5495d" /><Relationship Type="http://schemas.openxmlformats.org/officeDocument/2006/relationships/notesSlide" Target="/ppt/notesSlides/notesSlide7.xml" Id="Rdd813d1233dd49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f22a0826234899" /><Relationship Type="http://schemas.openxmlformats.org/officeDocument/2006/relationships/notesSlide" Target="/ppt/notesSlides/notesSlide8.xml" Id="R3f0d21cfa7f24e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10a5bbf4b741a3" /><Relationship Type="http://schemas.openxmlformats.org/officeDocument/2006/relationships/notesSlide" Target="/ppt/notesSlides/notesSlide9.xml" Id="Raafeea37b86d48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cb7f92061f4472" /><Relationship Type="http://schemas.openxmlformats.org/officeDocument/2006/relationships/notesSlide" Target="/ppt/notesSlides/notesSlide10.xml" Id="R02c963a45a7942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97ad7af12744c4" /><Relationship Type="http://schemas.openxmlformats.org/officeDocument/2006/relationships/notesSlide" Target="/ppt/notesSlides/notesSlide11.xml" Id="R768a312bcf734c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bdbfc893a6438b" /><Relationship Type="http://schemas.openxmlformats.org/officeDocument/2006/relationships/notesSlide" Target="/ppt/notesSlides/notesSlide12.xml" Id="R4bfb307911df48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370db63d6254d48" /><Relationship Type="http://schemas.openxmlformats.org/officeDocument/2006/relationships/image" Target="/ppt/media/image.png" Id="R33c057a88bc0473f" /><Relationship Type="http://schemas.openxmlformats.org/officeDocument/2006/relationships/image" Target="/ppt/media/image.svg" Id="R0ab328b8c79a4646" /><Relationship Type="http://schemas.openxmlformats.org/officeDocument/2006/relationships/notesSlide" Target="/ppt/notesSlides/notesSlide13.xml" Id="Rc5e94a0e716341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0d2d1546b44807" /><Relationship Type="http://schemas.openxmlformats.org/officeDocument/2006/relationships/image" Target="/ppt/media/image2.png" Id="Rd23a9316a99648ac" /><Relationship Type="http://schemas.openxmlformats.org/officeDocument/2006/relationships/image" Target="/ppt/media/image2.svg" Id="R749c6a92cbf34d09" /><Relationship Type="http://schemas.openxmlformats.org/officeDocument/2006/relationships/notesSlide" Target="/ppt/notesSlides/notesSlide14.xml" Id="R468a81ee039147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cef8ed80f6f413c" /><Relationship Type="http://schemas.openxmlformats.org/officeDocument/2006/relationships/chart" Target="/ppt/slides/charts/chart1.xml" Id="R51f4caaf75e7438f" /><Relationship Type="http://schemas.openxmlformats.org/officeDocument/2006/relationships/notesSlide" Target="/ppt/notesSlides/notesSlide15.xml" Id="Rd9b942e8f53f42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5361d333634b4a" /><Relationship Type="http://schemas.openxmlformats.org/officeDocument/2006/relationships/notesSlide" Target="/ppt/notesSlides/notesSlide16.xml" Id="R599b9d5cfa4f420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db72fcbdf8f494f" /><Relationship Type="http://schemas.openxmlformats.org/officeDocument/2006/relationships/image" Target="/ppt/media/image3.png" Id="Rb1f1c40e8814410e" /><Relationship Type="http://schemas.openxmlformats.org/officeDocument/2006/relationships/image" Target="/ppt/media/image3.svg" Id="Re773821d60794c89" /><Relationship Type="http://schemas.openxmlformats.org/officeDocument/2006/relationships/notesSlide" Target="/ppt/notesSlides/notesSlide17.xml" Id="Rafb2c3099b8144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0233b3c8a2546a0" /><Relationship Type="http://schemas.openxmlformats.org/officeDocument/2006/relationships/image" Target="/ppt/media/image4.png" Id="R0be4f77733a145a4" /><Relationship Type="http://schemas.openxmlformats.org/officeDocument/2006/relationships/image" Target="/ppt/media/image4.svg" Id="Rce1cf570486644b5" /><Relationship Type="http://schemas.openxmlformats.org/officeDocument/2006/relationships/notesSlide" Target="/ppt/notesSlides/notesSlide18.xml" Id="R8dacd399b97c4f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d0ea1326f594a3d" /><Relationship Type="http://schemas.openxmlformats.org/officeDocument/2006/relationships/image" Target="/ppt/media/image5.png" Id="Rbd3b22c1c4754c03" /><Relationship Type="http://schemas.openxmlformats.org/officeDocument/2006/relationships/image" Target="/ppt/media/image5.svg" Id="Rc0d9f694517749d9" /><Relationship Type="http://schemas.openxmlformats.org/officeDocument/2006/relationships/notesSlide" Target="/ppt/notesSlides/notesSlide19.xml" Id="R77416e3ba24e41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6ed2925aff4234" /><Relationship Type="http://schemas.openxmlformats.org/officeDocument/2006/relationships/image" Target="/ppt/media/image6.png" Id="R707596c4fe864be6" /><Relationship Type="http://schemas.openxmlformats.org/officeDocument/2006/relationships/image" Target="/ppt/media/image6.svg" Id="R4b47554300a24249" /><Relationship Type="http://schemas.openxmlformats.org/officeDocument/2006/relationships/notesSlide" Target="/ppt/notesSlides/notesSlide20.xml" Id="R41f99235939e4b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9fd7ee73eba42ad" /><Relationship Type="http://schemas.openxmlformats.org/officeDocument/2006/relationships/image" Target="/ppt/media/image7.png" Id="Rfa088f0dbd094804" /><Relationship Type="http://schemas.openxmlformats.org/officeDocument/2006/relationships/image" Target="/ppt/media/image7.svg" Id="Rdfd480573a6c4962" /><Relationship Type="http://schemas.openxmlformats.org/officeDocument/2006/relationships/notesSlide" Target="/ppt/notesSlides/notesSlide21.xml" Id="Rb7433a1eb8d949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2a4612b65c14d2a" /><Relationship Type="http://schemas.openxmlformats.org/officeDocument/2006/relationships/image" Target="/ppt/media/image8.png" Id="R0201101767c24395" /><Relationship Type="http://schemas.openxmlformats.org/officeDocument/2006/relationships/image" Target="/ppt/media/image8.svg" Id="R6573bd28f69941c7" /><Relationship Type="http://schemas.openxmlformats.org/officeDocument/2006/relationships/notesSlide" Target="/ppt/notesSlides/notesSlide22.xml" Id="R0983f531e50642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02873ea621a490f" /><Relationship Type="http://schemas.openxmlformats.org/officeDocument/2006/relationships/image" Target="/ppt/media/image9.png" Id="Ra9e8b135f3a64493" /><Relationship Type="http://schemas.openxmlformats.org/officeDocument/2006/relationships/image" Target="/ppt/media/image9.svg" Id="R38df1d0bb7584e49" /><Relationship Type="http://schemas.openxmlformats.org/officeDocument/2006/relationships/notesSlide" Target="/ppt/notesSlides/notesSlide23.xml" Id="Ra5bf81e8c6d448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6bee9b04d74448" /><Relationship Type="http://schemas.openxmlformats.org/officeDocument/2006/relationships/image" Target="/ppt/media/image10.png" Id="R3ac8e10b52af4270" /><Relationship Type="http://schemas.openxmlformats.org/officeDocument/2006/relationships/image" Target="/ppt/media/image10.svg" Id="Rc2f1c912cf8a474b" /><Relationship Type="http://schemas.openxmlformats.org/officeDocument/2006/relationships/notesSlide" Target="/ppt/notesSlides/notesSlide24.xml" Id="R0ff95b99ea1641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3c4b46a5c1444f6" /><Relationship Type="http://schemas.openxmlformats.org/officeDocument/2006/relationships/image" Target="/ppt/media/image11.png" Id="R010dfe2b5a9c4c1a" /><Relationship Type="http://schemas.openxmlformats.org/officeDocument/2006/relationships/image" Target="/ppt/media/image11.svg" Id="Ra667b40c260c4bd3" /><Relationship Type="http://schemas.openxmlformats.org/officeDocument/2006/relationships/notesSlide" Target="/ppt/notesSlides/notesSlide25.xml" Id="Re33bc85cf3164ce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a214e6ee11a476a" /><Relationship Type="http://schemas.openxmlformats.org/officeDocument/2006/relationships/chart" Target="/ppt/slides/charts/chart2.xml" Id="R249e8618858e4276" /><Relationship Type="http://schemas.openxmlformats.org/officeDocument/2006/relationships/notesSlide" Target="/ppt/notesSlides/notesSlide26.xml" Id="Rb8fba2734a40466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e0d5cdc228f4244" /><Relationship Type="http://schemas.openxmlformats.org/officeDocument/2006/relationships/notesSlide" Target="/ppt/notesSlides/notesSlide27.xml" Id="R306105ffa6104a1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dddcd774a644939" /><Relationship Type="http://schemas.openxmlformats.org/officeDocument/2006/relationships/notesSlide" Target="/ppt/notesSlides/notesSlide28.xml" Id="Ra236cc244c1743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389bd4adc5d44a1" /><Relationship Type="http://schemas.openxmlformats.org/officeDocument/2006/relationships/notesSlide" Target="/ppt/notesSlides/notesSlide29.xml" Id="R44a7c06f9ef240d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7e7b199fe1b4365" /><Relationship Type="http://schemas.openxmlformats.org/officeDocument/2006/relationships/image" Target="/ppt/media/image12.png" Id="R2f848bfdf6084926" /><Relationship Type="http://schemas.openxmlformats.org/officeDocument/2006/relationships/image" Target="/ppt/media/image12.svg" Id="Rf5ee9b7c3df54995" /><Relationship Type="http://schemas.openxmlformats.org/officeDocument/2006/relationships/notesSlide" Target="/ppt/notesSlides/notesSlide30.xml" Id="R20b4b81d25d74c6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bf0de5bbe15432c" /><Relationship Type="http://schemas.openxmlformats.org/officeDocument/2006/relationships/notesSlide" Target="/ppt/notesSlides/notesSlide31.xml" Id="Re1e5faa7427344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0f20836d15241dc" /><Relationship Type="http://schemas.openxmlformats.org/officeDocument/2006/relationships/image" Target="/ppt/media/image13.png" Id="R64f72cabe3634573" /><Relationship Type="http://schemas.openxmlformats.org/officeDocument/2006/relationships/image" Target="/ppt/media/image13.svg" Id="R08ffb6d2a7b34909" /><Relationship Type="http://schemas.openxmlformats.org/officeDocument/2006/relationships/notesSlide" Target="/ppt/notesSlides/notesSlide32.xml" Id="R0ce0928edfc642a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45c943c7cda43ec" /><Relationship Type="http://schemas.openxmlformats.org/officeDocument/2006/relationships/notesSlide" Target="/ppt/notesSlides/notesSlide33.xml" Id="R2fff63f9d930464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7aa089ab19c4401" /><Relationship Type="http://schemas.openxmlformats.org/officeDocument/2006/relationships/chart" Target="/ppt/slides/charts/chart3.xml" Id="R0e677d04c40b4483" /><Relationship Type="http://schemas.openxmlformats.org/officeDocument/2006/relationships/notesSlide" Target="/ppt/notesSlides/notesSlide34.xml" Id="R6a4dc24f1fff4d6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35684e25b374728" /><Relationship Type="http://schemas.openxmlformats.org/officeDocument/2006/relationships/notesSlide" Target="/ppt/notesSlides/notesSlide35.xml" Id="R93658301bd1b4c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fcd2ac04dfc4531" /><Relationship Type="http://schemas.openxmlformats.org/officeDocument/2006/relationships/notesSlide" Target="/ppt/notesSlides/notesSlide36.xml" Id="R3db9480c5d0d497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ac3273c5353446e" /><Relationship Type="http://schemas.openxmlformats.org/officeDocument/2006/relationships/notesSlide" Target="/ppt/notesSlides/notesSlide37.xml" Id="R503cf28887d441c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c8f620d24884c85" /><Relationship Type="http://schemas.openxmlformats.org/officeDocument/2006/relationships/notesSlide" Target="/ppt/notesSlides/notesSlide38.xml" Id="Ra19d7993e775432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Calculated CH₃CN sensitivity</c:v>
          </c:tx>
          <c:spPr>
            <a:ln xmlns:a="http://schemas.openxmlformats.org/drawingml/2006/main" w="28575">
              <a:solidFill>
                <a:srgbClr val="126B76"/>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0.24081995850516</c:v>
                </c:pt>
                <c:pt idx="1">
                  <c:v>0.24085898793346</c:v>
                </c:pt>
                <c:pt idx="2">
                  <c:v>0.24089886385119</c:v>
                </c:pt>
                <c:pt idx="3">
                  <c:v>0.2409395864971</c:v>
                </c:pt>
                <c:pt idx="4">
                  <c:v>0.24098115611878</c:v>
                </c:pt>
                <c:pt idx="5">
                  <c:v>0.24102357297273</c:v>
                </c:pt>
                <c:pt idx="6">
                  <c:v>0.24106683732429</c:v>
                </c:pt>
                <c:pt idx="7">
                  <c:v>0.2411109494477</c:v>
                </c:pt>
                <c:pt idx="8">
                  <c:v>0.24115590962609</c:v>
                </c:pt>
                <c:pt idx="9">
                  <c:v>0.24120171815147</c:v>
                </c:pt>
                <c:pt idx="10">
                  <c:v>0.24124837532475</c:v>
                </c:pt>
                <c:pt idx="11">
                  <c:v>0.24129588145572</c:v>
                </c:pt>
                <c:pt idx="12">
                  <c:v>0.24134423686311</c:v>
                </c:pt>
                <c:pt idx="13">
                  <c:v>0.24139344187452</c:v>
                </c:pt>
                <c:pt idx="14">
                  <c:v>0.24144349682648</c:v>
                </c:pt>
                <c:pt idx="15">
                  <c:v>0.24149440206443</c:v>
                </c:pt>
                <c:pt idx="16">
                  <c:v>0.24154615794273</c:v>
                </c:pt>
                <c:pt idx="17">
                  <c:v>0.24159876482468</c:v>
                </c:pt>
                <c:pt idx="18">
                  <c:v>0.24165222308248</c:v>
                </c:pt>
                <c:pt idx="19">
                  <c:v>0.2417065330973</c:v>
                </c:pt>
                <c:pt idx="20">
                  <c:v>0.24176169525923</c:v>
                </c:pt>
                <c:pt idx="21">
                  <c:v>0.24181770996731</c:v>
                </c:pt>
                <c:pt idx="22">
                  <c:v>0.24187457762952</c:v>
                </c:pt>
                <c:pt idx="23">
                  <c:v>0.24193229866281</c:v>
                </c:pt>
                <c:pt idx="24">
                  <c:v>0.24199087349309</c:v>
                </c:pt>
                <c:pt idx="25">
                  <c:v>0.24205030255523</c:v>
                </c:pt>
                <c:pt idx="26">
                  <c:v>0.24211058629308</c:v>
                </c:pt>
                <c:pt idx="27">
                  <c:v>0.24217172515945</c:v>
                </c:pt>
                <c:pt idx="28">
                  <c:v>0.24223371961615</c:v>
                </c:pt>
                <c:pt idx="29">
                  <c:v>0.24229657013398</c:v>
                </c:pt>
                <c:pt idx="30">
                  <c:v>0.24236027719273</c:v>
                </c:pt>
                <c:pt idx="31">
                  <c:v>0.24242484128118</c:v>
                </c:pt>
                <c:pt idx="32">
                  <c:v>0.24249026289714</c:v>
                </c:pt>
                <c:pt idx="33">
                  <c:v>0.24255654254741</c:v>
                </c:pt>
                <c:pt idx="34">
                  <c:v>0.24262368074781</c:v>
                </c:pt>
                <c:pt idx="35">
                  <c:v>0.24269167802322</c:v>
                </c:pt>
                <c:pt idx="36">
                  <c:v>0.24276053490751</c:v>
                </c:pt>
                <c:pt idx="37">
                  <c:v>0.2428302519436</c:v>
                </c:pt>
                <c:pt idx="38">
                  <c:v>0.24290082968346</c:v>
                </c:pt>
                <c:pt idx="39">
                  <c:v>0.24297226868812</c:v>
                </c:pt>
                <c:pt idx="40">
                  <c:v>0.24304456952764</c:v>
                </c:pt>
                <c:pt idx="41">
                  <c:v>0.24311773278118</c:v>
                </c:pt>
                <c:pt idx="42">
                  <c:v>0.24319175903694</c:v>
                </c:pt>
                <c:pt idx="43">
                  <c:v>0.24326664889221</c:v>
                </c:pt>
                <c:pt idx="44">
                  <c:v>0.24334240295338</c:v>
                </c:pt>
                <c:pt idx="45">
                  <c:v>0.2434190218359</c:v>
                </c:pt>
                <c:pt idx="46">
                  <c:v>0.24349650616435</c:v>
                </c:pt>
                <c:pt idx="47">
                  <c:v>0.24357485657241</c:v>
                </c:pt>
                <c:pt idx="48">
                  <c:v>0.24365407370285</c:v>
                </c:pt>
                <c:pt idx="49">
                  <c:v>0.2437341582076</c:v>
                </c:pt>
                <c:pt idx="50">
                  <c:v>0.24381511074769</c:v>
                </c:pt>
                <c:pt idx="51">
                  <c:v>0.24389693199329</c:v>
                </c:pt>
                <c:pt idx="52">
                  <c:v>0.24397962262372</c:v>
                </c:pt>
                <c:pt idx="53">
                  <c:v>0.24406318332746</c:v>
                </c:pt>
                <c:pt idx="54">
                  <c:v>0.24414761480214</c:v>
                </c:pt>
                <c:pt idx="55">
                  <c:v>0.24423291775455</c:v>
                </c:pt>
                <c:pt idx="56">
                  <c:v>0.24431909290066</c:v>
                </c:pt>
                <c:pt idx="57">
                  <c:v>0.24440614096564</c:v>
                </c:pt>
                <c:pt idx="58">
                  <c:v>0.24449406268383</c:v>
                </c:pt>
                <c:pt idx="59">
                  <c:v>0.24458285879877</c:v>
                </c:pt>
                <c:pt idx="60">
                  <c:v>0.24467253006323</c:v>
                </c:pt>
                <c:pt idx="61">
                  <c:v>0.24476307723917</c:v>
                </c:pt>
                <c:pt idx="62">
                  <c:v>0.24485450109779</c:v>
                </c:pt>
                <c:pt idx="63">
                  <c:v>0.24494680241951</c:v>
                </c:pt>
                <c:pt idx="64">
                  <c:v>0.24503998199401</c:v>
                </c:pt>
                <c:pt idx="65">
                  <c:v>0.24513404062021</c:v>
                </c:pt>
                <c:pt idx="66">
                  <c:v>0.24522897910629</c:v>
                </c:pt>
                <c:pt idx="67">
                  <c:v>0.24532479826969</c:v>
                </c:pt>
                <c:pt idx="68">
                  <c:v>0.24542149893714</c:v>
                </c:pt>
                <c:pt idx="69">
                  <c:v>0.24551908194464</c:v>
                </c:pt>
                <c:pt idx="70">
                  <c:v>0.2456175481375</c:v>
                </c:pt>
                <c:pt idx="71">
                  <c:v>0.24571689837032</c:v>
                </c:pt>
                <c:pt idx="72">
                  <c:v>0.24581713350703</c:v>
                </c:pt>
                <c:pt idx="73">
                  <c:v>0.24591825442087</c:v>
                </c:pt>
                <c:pt idx="74">
                  <c:v>0.2460202619944</c:v>
                </c:pt>
                <c:pt idx="75">
                  <c:v>0.24612315711954</c:v>
                </c:pt>
                <c:pt idx="76">
                  <c:v>0.24622694069755</c:v>
                </c:pt>
                <c:pt idx="77">
                  <c:v>0.24633161363906</c:v>
                </c:pt>
                <c:pt idx="78">
                  <c:v>0.24643717686405</c:v>
                </c:pt>
                <c:pt idx="79">
                  <c:v>0.24654363130189</c:v>
                </c:pt>
                <c:pt idx="80">
                  <c:v>0.24665097789135</c:v>
                </c:pt>
                <c:pt idx="81">
                  <c:v>0.24675921758057</c:v>
                </c:pt>
                <c:pt idx="82">
                  <c:v>0.24686835132713</c:v>
                </c:pt>
                <c:pt idx="83">
                  <c:v>0.24697838009799</c:v>
                </c:pt>
                <c:pt idx="84">
                  <c:v>0.24708930486958</c:v>
                </c:pt>
                <c:pt idx="85">
                  <c:v>0.24720112662773</c:v>
                </c:pt>
                <c:pt idx="86">
                  <c:v>0.24731384636774</c:v>
                </c:pt>
                <c:pt idx="87">
                  <c:v>0.24742746509437</c:v>
                </c:pt>
                <c:pt idx="88">
                  <c:v>0.24754198382184</c:v>
                </c:pt>
                <c:pt idx="89">
                  <c:v>0.24765740357384</c:v>
                </c:pt>
                <c:pt idx="90">
                  <c:v>0.24777372538356</c:v>
                </c:pt>
                <c:pt idx="91">
                  <c:v>0.2478909502937</c:v>
                </c:pt>
                <c:pt idx="92">
                  <c:v>0.24800907935645</c:v>
                </c:pt>
                <c:pt idx="93">
                  <c:v>0.24812811363352</c:v>
                </c:pt>
                <c:pt idx="94">
                  <c:v>0.24824805419617</c:v>
                </c:pt>
                <c:pt idx="95">
                  <c:v>0.24836890212519</c:v>
                </c:pt>
                <c:pt idx="96">
                  <c:v>0.24849065851092</c:v>
                </c:pt>
                <c:pt idx="97">
                  <c:v>0.24861332445327</c:v>
                </c:pt>
                <c:pt idx="98">
                  <c:v>0.24873690106171</c:v>
                </c:pt>
                <c:pt idx="99">
                  <c:v>0.24886138945532</c:v>
                </c:pt>
                <c:pt idx="100">
                  <c:v>0.24898679076275</c:v>
                </c:pt>
                <c:pt idx="101">
                  <c:v>0.24911310612227</c:v>
                </c:pt>
                <c:pt idx="102">
                  <c:v>0.24924033668177</c:v>
                </c:pt>
                <c:pt idx="103">
                  <c:v>0.24936848359876</c:v>
                </c:pt>
                <c:pt idx="104">
                  <c:v>0.2494975480404</c:v>
                </c:pt>
                <c:pt idx="105">
                  <c:v>0.24962753118349</c:v>
                </c:pt>
                <c:pt idx="106">
                  <c:v>0.2497584342145</c:v>
                </c:pt>
                <c:pt idx="107">
                  <c:v>0.24989025832958</c:v>
                </c:pt>
                <c:pt idx="108">
                  <c:v>0.25002300473456</c:v>
                </c:pt>
                <c:pt idx="109">
                  <c:v>0.25015667464495</c:v>
                </c:pt>
                <c:pt idx="110">
                  <c:v>0.250291269286</c:v>
                </c:pt>
                <c:pt idx="111">
                  <c:v>0.25042678989266</c:v>
                </c:pt>
                <c:pt idx="112">
                  <c:v>0.2505632377096</c:v>
                </c:pt>
                <c:pt idx="113">
                  <c:v>0.25070061399127</c:v>
                </c:pt>
                <c:pt idx="114">
                  <c:v>0.25083892000184</c:v>
                </c:pt>
                <c:pt idx="115">
                  <c:v>0.25097815701526</c:v>
                </c:pt>
                <c:pt idx="116">
                  <c:v>0.25111832631526</c:v>
                </c:pt>
                <c:pt idx="117">
                  <c:v>0.25125942919536</c:v>
                </c:pt>
                <c:pt idx="118">
                  <c:v>0.25140146695887</c:v>
                </c:pt>
                <c:pt idx="119">
                  <c:v>0.25154444091893</c:v>
                </c:pt>
                <c:pt idx="120">
                  <c:v>0.25168835239849</c:v>
                </c:pt>
                <c:pt idx="121">
                  <c:v>0.25183320273036</c:v>
                </c:pt>
                <c:pt idx="122">
                  <c:v>0.25197899325717</c:v>
                </c:pt>
                <c:pt idx="123">
                  <c:v>0.25212572533143</c:v>
                </c:pt>
                <c:pt idx="124">
                  <c:v>0.25227340031553</c:v>
                </c:pt>
                <c:pt idx="125">
                  <c:v>0.25242201958173</c:v>
                </c:pt>
                <c:pt idx="126">
                  <c:v>0.25257158451218</c:v>
                </c:pt>
                <c:pt idx="127">
                  <c:v>0.25272209649897</c:v>
                </c:pt>
                <c:pt idx="128">
                  <c:v>0.25287355694409</c:v>
                </c:pt>
                <c:pt idx="129">
                  <c:v>0.25302596725948</c:v>
                </c:pt>
                <c:pt idx="130">
                  <c:v>0.253179328867</c:v>
                </c:pt>
                <c:pt idx="131">
                  <c:v>0.25333364319849</c:v>
                </c:pt>
                <c:pt idx="132">
                  <c:v>0.25348891169576</c:v>
                </c:pt>
                <c:pt idx="133">
                  <c:v>0.25364513581061</c:v>
                </c:pt>
                <c:pt idx="134">
                  <c:v>0.25380231700481</c:v>
                </c:pt>
                <c:pt idx="135">
                  <c:v>0.25396045675015</c:v>
                </c:pt>
                <c:pt idx="136">
                  <c:v>0.25411955652847</c:v>
                </c:pt>
                <c:pt idx="137">
                  <c:v>0.2542796178316</c:v>
                </c:pt>
                <c:pt idx="138">
                  <c:v>0.25444064216143</c:v>
                </c:pt>
                <c:pt idx="139">
                  <c:v>0.25460263102992</c:v>
                </c:pt>
                <c:pt idx="140">
                  <c:v>0.2547655859591</c:v>
                </c:pt>
                <c:pt idx="141">
                  <c:v>0.25492950848106</c:v>
                </c:pt>
                <c:pt idx="142">
                  <c:v>0.255094400138</c:v>
                </c:pt>
                <c:pt idx="143">
                  <c:v>0.25526026248224</c:v>
                </c:pt>
                <c:pt idx="144">
                  <c:v>0.25542709707621</c:v>
                </c:pt>
                <c:pt idx="145">
                  <c:v>0.25559490549246</c:v>
                </c:pt>
                <c:pt idx="146">
                  <c:v>0.2557636893137</c:v>
                </c:pt>
                <c:pt idx="147">
                  <c:v>0.2559334501328</c:v>
                </c:pt>
                <c:pt idx="148">
                  <c:v>0.25610418955279</c:v>
                </c:pt>
                <c:pt idx="149">
                  <c:v>0.2562759091869</c:v>
                </c:pt>
                <c:pt idx="150">
                  <c:v>0.25644861065853</c:v>
                </c:pt>
                <c:pt idx="151">
                  <c:v>0.25662229560132</c:v>
                </c:pt>
                <c:pt idx="152">
                  <c:v>0.25679696565911</c:v>
                </c:pt>
                <c:pt idx="153">
                  <c:v>0.25697262248597</c:v>
                </c:pt>
                <c:pt idx="154">
                  <c:v>0.25714926774623</c:v>
                </c:pt>
                <c:pt idx="155">
                  <c:v>0.25732690311448</c:v>
                </c:pt>
                <c:pt idx="156">
                  <c:v>0.25750553027555</c:v>
                </c:pt>
                <c:pt idx="157">
                  <c:v>0.25768515092461</c:v>
                </c:pt>
                <c:pt idx="158">
                  <c:v>0.25786576676707</c:v>
                </c:pt>
                <c:pt idx="159">
                  <c:v>0.25804737951868</c:v>
                </c:pt>
                <c:pt idx="160">
                  <c:v>0.2582299909055</c:v>
                </c:pt>
                <c:pt idx="161">
                  <c:v>0.25841360266393</c:v>
                </c:pt>
                <c:pt idx="162">
                  <c:v>0.25859821654072</c:v>
                </c:pt>
                <c:pt idx="163">
                  <c:v>0.25878383429296</c:v>
                </c:pt>
                <c:pt idx="164">
                  <c:v>0.25897045768814</c:v>
                </c:pt>
                <c:pt idx="165">
                  <c:v>0.2591580885041</c:v>
                </c:pt>
                <c:pt idx="166">
                  <c:v>0.25934672852909</c:v>
                </c:pt>
                <c:pt idx="167">
                  <c:v>0.25953637956179</c:v>
                </c:pt>
                <c:pt idx="168">
                  <c:v>0.25972704341127</c:v>
                </c:pt>
                <c:pt idx="169">
                  <c:v>0.25991872189705</c:v>
                </c:pt>
                <c:pt idx="170">
                  <c:v>0.26011141684908</c:v>
                </c:pt>
                <c:pt idx="171">
                  <c:v>0.26030513010778</c:v>
                </c:pt>
                <c:pt idx="172">
                  <c:v>0.26049986352404</c:v>
                </c:pt>
                <c:pt idx="173">
                  <c:v>0.26069561895922</c:v>
                </c:pt>
                <c:pt idx="174">
                  <c:v>0.26089239828519</c:v>
                </c:pt>
                <c:pt idx="175">
                  <c:v>0.26109020338431</c:v>
                </c:pt>
                <c:pt idx="176">
                  <c:v>0.26128903614948</c:v>
                </c:pt>
                <c:pt idx="177">
                  <c:v>0.26148889848409</c:v>
                </c:pt>
                <c:pt idx="178">
                  <c:v>0.26168979230212</c:v>
                </c:pt>
                <c:pt idx="179">
                  <c:v>0.26189171952808</c:v>
                </c:pt>
                <c:pt idx="180">
                  <c:v>0.26209468209703</c:v>
                </c:pt>
                <c:pt idx="181">
                  <c:v>0.26229868195463</c:v>
                </c:pt>
                <c:pt idx="182">
                  <c:v>0.26250372105713</c:v>
                </c:pt>
                <c:pt idx="183">
                  <c:v>0.26270980137137</c:v>
                </c:pt>
                <c:pt idx="184">
                  <c:v>0.26291692487481</c:v>
                </c:pt>
                <c:pt idx="185">
                  <c:v>0.26312509355552</c:v>
                </c:pt>
                <c:pt idx="186">
                  <c:v>0.26333430941221</c:v>
                </c:pt>
                <c:pt idx="187">
                  <c:v>0.26354457445426</c:v>
                </c:pt>
                <c:pt idx="188">
                  <c:v>0.26375589070168</c:v>
                </c:pt>
                <c:pt idx="189">
                  <c:v>0.26396826018516</c:v>
                </c:pt>
                <c:pt idx="190">
                  <c:v>0.26418168494606</c:v>
                </c:pt>
                <c:pt idx="191">
                  <c:v>0.26439616703646</c:v>
                </c:pt>
                <c:pt idx="192">
                  <c:v>0.2646117085191</c:v>
                </c:pt>
                <c:pt idx="193">
                  <c:v>0.26482831146747</c:v>
                </c:pt>
                <c:pt idx="194">
                  <c:v>0.26504597796578</c:v>
                </c:pt>
                <c:pt idx="195">
                  <c:v>0.26526471010895</c:v>
                </c:pt>
                <c:pt idx="196">
                  <c:v>0.26548451000266</c:v>
                </c:pt>
                <c:pt idx="197">
                  <c:v>0.26570537976336</c:v>
                </c:pt>
                <c:pt idx="198">
                  <c:v>0.26592732151825</c:v>
                </c:pt>
                <c:pt idx="199">
                  <c:v>0.26615033740531</c:v>
                </c:pt>
                <c:pt idx="200">
                  <c:v>0.26637442957331</c:v>
                </c:pt>
                <c:pt idx="201">
                  <c:v>0.26659960018182</c:v>
                </c:pt>
                <c:pt idx="202">
                  <c:v>0.26682585140121</c:v>
                </c:pt>
                <c:pt idx="203">
                  <c:v>0.26705318541267</c:v>
                </c:pt>
                <c:pt idx="204">
                  <c:v>0.26728160440822</c:v>
                </c:pt>
                <c:pt idx="205">
                  <c:v>0.26751111059072</c:v>
                </c:pt>
                <c:pt idx="206">
                  <c:v>0.26774170617387</c:v>
                </c:pt>
                <c:pt idx="207">
                  <c:v>0.26797339338222</c:v>
                </c:pt>
                <c:pt idx="208">
                  <c:v>0.2682061744512</c:v>
                </c:pt>
                <c:pt idx="209">
                  <c:v>0.26844005162711</c:v>
                </c:pt>
                <c:pt idx="210">
                  <c:v>0.26867502716713</c:v>
                </c:pt>
                <c:pt idx="211">
                  <c:v>0.26891110333933</c:v>
                </c:pt>
                <c:pt idx="212">
                  <c:v>0.26914828242269</c:v>
                </c:pt>
                <c:pt idx="213">
                  <c:v>0.26938656670709</c:v>
                </c:pt>
                <c:pt idx="214">
                  <c:v>0.26962595849333</c:v>
                </c:pt>
                <c:pt idx="215">
                  <c:v>0.26986646009315</c:v>
                </c:pt>
                <c:pt idx="216">
                  <c:v>0.27010807382921</c:v>
                </c:pt>
                <c:pt idx="217">
                  <c:v>0.27035080203512</c:v>
                </c:pt>
                <c:pt idx="218">
                  <c:v>0.27059464705543</c:v>
                </c:pt>
                <c:pt idx="219">
                  <c:v>0.27083961124566</c:v>
                </c:pt>
                <c:pt idx="220">
                  <c:v>0.27108569697229</c:v>
                </c:pt>
                <c:pt idx="221">
                  <c:v>0.27133290661278</c:v>
                </c:pt>
                <c:pt idx="222">
                  <c:v>0.27158124255557</c:v>
                </c:pt>
                <c:pt idx="223">
                  <c:v>0.27183070720007</c:v>
                </c:pt>
                <c:pt idx="224">
                  <c:v>0.27208130295671</c:v>
                </c:pt>
                <c:pt idx="225">
                  <c:v>0.27233303224689</c:v>
                </c:pt>
                <c:pt idx="226">
                  <c:v>0.27258589750306</c:v>
                </c:pt>
                <c:pt idx="227">
                  <c:v>0.27283990116864</c:v>
                </c:pt>
                <c:pt idx="228">
                  <c:v>0.2730950456981</c:v>
                </c:pt>
                <c:pt idx="229">
                  <c:v>0.27335133355692</c:v>
                </c:pt>
                <c:pt idx="230">
                  <c:v>0.27360876722162</c:v>
                </c:pt>
                <c:pt idx="231">
                  <c:v>0.27386734917974</c:v>
                </c:pt>
                <c:pt idx="232">
                  <c:v>0.27412708192989</c:v>
                </c:pt>
                <c:pt idx="233">
                  <c:v>0.27438796798171</c:v>
                </c:pt>
                <c:pt idx="234">
                  <c:v>0.27465000985589</c:v>
                </c:pt>
                <c:pt idx="235">
                  <c:v>0.2749132100842</c:v>
                </c:pt>
                <c:pt idx="236">
                  <c:v>0.27517757120945</c:v>
                </c:pt>
                <c:pt idx="237">
                  <c:v>0.2754430957855</c:v>
                </c:pt>
                <c:pt idx="238">
                  <c:v>0.27570978637732</c:v>
                </c:pt>
                <c:pt idx="239">
                  <c:v>0.27597764556091</c:v>
                </c:pt>
                <c:pt idx="240">
                  <c:v>0.27624667592337</c:v>
                </c:pt>
                <c:pt idx="241">
                  <c:v>0.27651688006287</c:v>
                </c:pt>
                <c:pt idx="242">
                  <c:v>0.27678826058865</c:v>
                </c:pt>
                <c:pt idx="243">
                  <c:v>0.27706082012106</c:v>
                </c:pt>
                <c:pt idx="244">
                  <c:v>0.2773345612915</c:v>
                </c:pt>
                <c:pt idx="245">
                  <c:v>0.27760948674249</c:v>
                </c:pt>
                <c:pt idx="246">
                  <c:v>0.27788559912761</c:v>
                </c:pt>
                <c:pt idx="247">
                  <c:v>0.27816290111156</c:v>
                </c:pt>
                <c:pt idx="248">
                  <c:v>0.27844139537011</c:v>
                </c:pt>
                <c:pt idx="249">
                  <c:v>0.27872108459013</c:v>
                </c:pt>
                <c:pt idx="250">
                  <c:v>0.27900197146957</c:v>
                </c:pt>
                <c:pt idx="251">
                  <c:v>0.2792840587175</c:v>
                </c:pt>
                <c:pt idx="252">
                  <c:v>0.27956734905405</c:v>
                </c:pt>
                <c:pt idx="253">
                  <c:v>0.27985184521048</c:v>
                </c:pt>
                <c:pt idx="254">
                  <c:v>0.2801375499291</c:v>
                </c:pt>
                <c:pt idx="255">
                  <c:v>0.28042446596335</c:v>
                </c:pt>
                <c:pt idx="256">
                  <c:v>0.28071259607772</c:v>
                </c:pt>
                <c:pt idx="257">
                  <c:v>0.28100194304783</c:v>
                </c:pt>
                <c:pt idx="258">
                  <c:v>0.28129250966035</c:v>
                </c:pt>
                <c:pt idx="259">
                  <c:v>0.28158429871305</c:v>
                </c:pt>
                <c:pt idx="260">
                  <c:v>0.28187731301478</c:v>
                </c:pt>
                <c:pt idx="261">
                  <c:v>0.28217155538545</c:v>
                </c:pt>
                <c:pt idx="262">
                  <c:v>0.28246702865608</c:v>
                </c:pt>
                <c:pt idx="263">
                  <c:v>0.28276373566871</c:v>
                </c:pt>
                <c:pt idx="264">
                  <c:v>0.2830616792765</c:v>
                </c:pt>
                <c:pt idx="265">
                  <c:v>0.28336086234362</c:v>
                </c:pt>
                <c:pt idx="266">
                  <c:v>0.28366128774533</c:v>
                </c:pt>
                <c:pt idx="267">
                  <c:v>0.28396295836792</c:v>
                </c:pt>
                <c:pt idx="268">
                  <c:v>0.28426587710874</c:v>
                </c:pt>
                <c:pt idx="269">
                  <c:v>0.28457004687618</c:v>
                </c:pt>
                <c:pt idx="270">
                  <c:v>0.28487547058963</c:v>
                </c:pt>
                <c:pt idx="271">
                  <c:v>0.28518215117954</c:v>
                </c:pt>
                <c:pt idx="272">
                  <c:v>0.28549009158736</c:v>
                </c:pt>
                <c:pt idx="273">
                  <c:v>0.28579929476556</c:v>
                </c:pt>
                <c:pt idx="274">
                  <c:v>0.28610976367759</c:v>
                </c:pt>
                <c:pt idx="275">
                  <c:v>0.28642150129792</c:v>
                </c:pt>
                <c:pt idx="276">
                  <c:v>0.28673451061197</c:v>
                </c:pt>
                <c:pt idx="277">
                  <c:v>0.28704879461616</c:v>
                </c:pt>
                <c:pt idx="278">
                  <c:v>0.28736435631785</c:v>
                </c:pt>
                <c:pt idx="279">
                  <c:v>0.28768119873537</c:v>
                </c:pt>
                <c:pt idx="280">
                  <c:v>0.28799932489799</c:v>
                </c:pt>
                <c:pt idx="281">
                  <c:v>0.28831873784589</c:v>
                </c:pt>
                <c:pt idx="282">
                  <c:v>0.28863944063018</c:v>
                </c:pt>
                <c:pt idx="283">
                  <c:v>0.28896143631287</c:v>
                </c:pt>
                <c:pt idx="284">
                  <c:v>0.28928472796686</c:v>
                </c:pt>
                <c:pt idx="285">
                  <c:v>0.28960931867594</c:v>
                </c:pt>
                <c:pt idx="286">
                  <c:v>0.28993521153474</c:v>
                </c:pt>
                <c:pt idx="287">
                  <c:v>0.29026240964875</c:v>
                </c:pt>
                <c:pt idx="288">
                  <c:v>0.29059091613429</c:v>
                </c:pt>
                <c:pt idx="289">
                  <c:v>0.29092073411849</c:v>
                </c:pt>
                <c:pt idx="290">
                  <c:v>0.2912518667393</c:v>
                </c:pt>
                <c:pt idx="291">
                  <c:v>0.29158431714544</c:v>
                </c:pt>
                <c:pt idx="292">
                  <c:v>0.29191808849637</c:v>
                </c:pt>
                <c:pt idx="293">
                  <c:v>0.29225318396235</c:v>
                </c:pt>
                <c:pt idx="294">
                  <c:v>0.29258960672432</c:v>
                </c:pt>
                <c:pt idx="295">
                  <c:v>0.29292735997396</c:v>
                </c:pt>
                <c:pt idx="296">
                  <c:v>0.29326644691361</c:v>
                </c:pt>
                <c:pt idx="297">
                  <c:v>0.29360687075631</c:v>
                </c:pt>
                <c:pt idx="298">
                  <c:v>0.29394863472572</c:v>
                </c:pt>
                <c:pt idx="299">
                  <c:v>0.29429174205615</c:v>
                </c:pt>
                <c:pt idx="300">
                  <c:v>0.29463619599248</c:v>
                </c:pt>
                <c:pt idx="301">
                  <c:v>0.29498199979019</c:v>
                </c:pt>
                <c:pt idx="302">
                  <c:v>0.29532915671532</c:v>
                </c:pt>
                <c:pt idx="303">
                  <c:v>0.29567767004443</c:v>
                </c:pt>
                <c:pt idx="304">
                  <c:v>0.29602754306458</c:v>
                </c:pt>
                <c:pt idx="305">
                  <c:v>0.29637877907333</c:v>
                </c:pt>
                <c:pt idx="306">
                  <c:v>0.29673138137866</c:v>
                </c:pt>
                <c:pt idx="307">
                  <c:v>0.29708535329902</c:v>
                </c:pt>
                <c:pt idx="308">
                  <c:v>0.29744069816321</c:v>
                </c:pt>
                <c:pt idx="309">
                  <c:v>0.29779741931044</c:v>
                </c:pt>
                <c:pt idx="310">
                  <c:v>0.29815552009022</c:v>
                </c:pt>
                <c:pt idx="311">
                  <c:v>0.2985150038624</c:v>
                </c:pt>
                <c:pt idx="312">
                  <c:v>0.2988758739971</c:v>
                </c:pt>
                <c:pt idx="313">
                  <c:v>0.29923813387468</c:v>
                </c:pt>
                <c:pt idx="314">
                  <c:v>0.2996017868857</c:v>
                </c:pt>
                <c:pt idx="315">
                  <c:v>0.29996683643093</c:v>
                </c:pt>
                <c:pt idx="316">
                  <c:v>0.30033328592127</c:v>
                </c:pt>
                <c:pt idx="317">
                  <c:v>0.30070113877773</c:v>
                </c:pt>
                <c:pt idx="318">
                  <c:v>0.30107039843139</c:v>
                </c:pt>
                <c:pt idx="319">
                  <c:v>0.30144106832337</c:v>
                </c:pt>
                <c:pt idx="320">
                  <c:v>0.30181315190481</c:v>
                </c:pt>
                <c:pt idx="321">
                  <c:v>0.30218665263679</c:v>
                </c:pt>
                <c:pt idx="322">
                  <c:v>0.30256157399031</c:v>
                </c:pt>
                <c:pt idx="323">
                  <c:v>0.30293791944628</c:v>
                </c:pt>
                <c:pt idx="324">
                  <c:v>0.30331569249541</c:v>
                </c:pt>
                <c:pt idx="325">
                  <c:v>0.30369489663826</c:v>
                </c:pt>
                <c:pt idx="326">
                  <c:v>0.3040755353851</c:v>
                </c:pt>
                <c:pt idx="327">
                  <c:v>0.30445761225594</c:v>
                </c:pt>
                <c:pt idx="328">
                  <c:v>0.30484113078046</c:v>
                </c:pt>
                <c:pt idx="329">
                  <c:v>0.30522609449795</c:v>
                </c:pt>
                <c:pt idx="330">
                  <c:v>0.30561250695728</c:v>
                </c:pt>
                <c:pt idx="331">
                  <c:v>0.30600037171685</c:v>
                </c:pt>
                <c:pt idx="332">
                  <c:v>0.30638969234454</c:v>
                </c:pt>
                <c:pt idx="333">
                  <c:v>0.30678047241767</c:v>
                </c:pt>
                <c:pt idx="334">
                  <c:v>0.30717271552293</c:v>
                </c:pt>
                <c:pt idx="335">
                  <c:v>0.30756642525633</c:v>
                </c:pt>
                <c:pt idx="336">
                  <c:v>0.30796160522317</c:v>
                </c:pt>
                <c:pt idx="337">
                  <c:v>0.30835825903797</c:v>
                </c:pt>
                <c:pt idx="338">
                  <c:v>0.30875639032441</c:v>
                </c:pt>
                <c:pt idx="339">
                  <c:v>0.30915600271529</c:v>
                </c:pt>
                <c:pt idx="340">
                  <c:v>0.30955709985246</c:v>
                </c:pt>
                <c:pt idx="341">
                  <c:v>0.30995968538677</c:v>
                </c:pt>
                <c:pt idx="342">
                  <c:v>0.310363762978</c:v>
                </c:pt>
                <c:pt idx="343">
                  <c:v>0.31076933629482</c:v>
                </c:pt>
                <c:pt idx="344">
                  <c:v>0.3111764090147</c:v>
                </c:pt>
                <c:pt idx="345">
                  <c:v>0.31158498482388</c:v>
                </c:pt>
                <c:pt idx="346">
                  <c:v>0.31199506741727</c:v>
                </c:pt>
                <c:pt idx="347">
                  <c:v>0.31240666049843</c:v>
                </c:pt>
                <c:pt idx="348">
                  <c:v>0.31281976777944</c:v>
                </c:pt>
                <c:pt idx="349">
                  <c:v>0.31323439298092</c:v>
                </c:pt>
                <c:pt idx="350">
                  <c:v>0.31365053983187</c:v>
                </c:pt>
                <c:pt idx="351">
                  <c:v>0.31406821206967</c:v>
                </c:pt>
                <c:pt idx="352">
                  <c:v>0.31448741343996</c:v>
                </c:pt>
                <c:pt idx="353">
                  <c:v>0.31490814769661</c:v>
                </c:pt>
                <c:pt idx="354">
                  <c:v>0.31533041860162</c:v>
                </c:pt>
                <c:pt idx="355">
                  <c:v>0.31575422992504</c:v>
                </c:pt>
                <c:pt idx="356">
                  <c:v>0.31617958544491</c:v>
                </c:pt>
                <c:pt idx="357">
                  <c:v>0.31660648894718</c:v>
                </c:pt>
                <c:pt idx="358">
                  <c:v>0.31703494422562</c:v>
                </c:pt>
                <c:pt idx="359">
                  <c:v>0.31746495508177</c:v>
                </c:pt>
                <c:pt idx="360">
                  <c:v>0.31789652532481</c:v>
                </c:pt>
                <c:pt idx="361">
                  <c:v>0.3183296587715</c:v>
                </c:pt>
                <c:pt idx="362">
                  <c:v>0.31876435924613</c:v>
                </c:pt>
                <c:pt idx="363">
                  <c:v>0.31920063058037</c:v>
                </c:pt>
                <c:pt idx="364">
                  <c:v>0.31963847661323</c:v>
                </c:pt>
                <c:pt idx="365">
                  <c:v>0.32007790119096</c:v>
                </c:pt>
                <c:pt idx="366">
                  <c:v>0.32051890816693</c:v>
                </c:pt>
                <c:pt idx="367">
                  <c:v>0.3209615014016</c:v>
                </c:pt>
                <c:pt idx="368">
                  <c:v>0.32140568476237</c:v>
                </c:pt>
                <c:pt idx="369">
                  <c:v>0.3218514621235</c:v>
                </c:pt>
                <c:pt idx="370">
                  <c:v>0.32229883736602</c:v>
                </c:pt>
                <c:pt idx="371">
                  <c:v>0.32274781437766</c:v>
                </c:pt>
                <c:pt idx="372">
                  <c:v>0.32319839705268</c:v>
                </c:pt>
                <c:pt idx="373">
                  <c:v>0.32365058929183</c:v>
                </c:pt>
                <c:pt idx="374">
                  <c:v>0.32410439500224</c:v>
                </c:pt>
                <c:pt idx="375">
                  <c:v>0.32455981809726</c:v>
                </c:pt>
                <c:pt idx="376">
                  <c:v>0.32501686249646</c:v>
                </c:pt>
                <c:pt idx="377">
                  <c:v>0.32547553212539</c:v>
                </c:pt>
                <c:pt idx="378">
                  <c:v>0.32593583091559</c:v>
                </c:pt>
                <c:pt idx="379">
                  <c:v>0.3263977628044</c:v>
                </c:pt>
                <c:pt idx="380">
                  <c:v>0.3268613317349</c:v>
                </c:pt>
                <c:pt idx="381">
                  <c:v>0.32732654165573</c:v>
                </c:pt>
                <c:pt idx="382">
                  <c:v>0.32779339652105</c:v>
                </c:pt>
                <c:pt idx="383">
                  <c:v>0.32826190029038</c:v>
                </c:pt>
                <c:pt idx="384">
                  <c:v>0.32873205692846</c:v>
                </c:pt>
                <c:pt idx="385">
                  <c:v>0.32920387040518</c:v>
                </c:pt>
                <c:pt idx="386">
                  <c:v>0.32967734469541</c:v>
                </c:pt>
                <c:pt idx="387">
                  <c:v>0.3301524837789</c:v>
                </c:pt>
                <c:pt idx="388">
                  <c:v>0.33062929164016</c:v>
                </c:pt>
                <c:pt idx="389">
                  <c:v>0.33110777226829</c:v>
                </c:pt>
                <c:pt idx="390">
                  <c:v>0.3315879296569</c:v>
                </c:pt>
                <c:pt idx="391">
                  <c:v>0.33206976780392</c:v>
                </c:pt>
                <c:pt idx="392">
                  <c:v>0.33255329071152</c:v>
                </c:pt>
                <c:pt idx="393">
                  <c:v>0.33303850238594</c:v>
                </c:pt>
                <c:pt idx="394">
                  <c:v>0.33352540683736</c:v>
                </c:pt>
                <c:pt idx="395">
                  <c:v>0.33401400807975</c:v>
                </c:pt>
                <c:pt idx="396">
                  <c:v>0.33450431013076</c:v>
                </c:pt>
                <c:pt idx="397">
                  <c:v>0.3349963170115</c:v>
                </c:pt>
                <c:pt idx="398">
                  <c:v>0.33549003274648</c:v>
                </c:pt>
                <c:pt idx="399">
                  <c:v>0.33598546136341</c:v>
                </c:pt>
                <c:pt idx="400">
                  <c:v>0.33648260689305</c:v>
                </c:pt>
                <c:pt idx="401">
                  <c:v>0.33698147336906</c:v>
                </c:pt>
                <c:pt idx="402">
                  <c:v>0.33748206482786</c:v>
                </c:pt>
                <c:pt idx="403">
                  <c:v>0.33798438530846</c:v>
                </c:pt>
                <c:pt idx="404">
                  <c:v>0.33848843885227</c:v>
                </c:pt>
                <c:pt idx="405">
                  <c:v>0.338994229503</c:v>
                </c:pt>
                <c:pt idx="406">
                  <c:v>0.33950176130644</c:v>
                </c:pt>
                <c:pt idx="407">
                  <c:v>0.34001103831031</c:v>
                </c:pt>
                <c:pt idx="408">
                  <c:v>0.34052206456408</c:v>
                </c:pt>
                <c:pt idx="409">
                  <c:v>0.34103484411883</c:v>
                </c:pt>
                <c:pt idx="410">
                  <c:v>0.34154938102705</c:v>
                </c:pt>
                <c:pt idx="411">
                  <c:v>0.34206567934244</c:v>
                </c:pt>
                <c:pt idx="412">
                  <c:v>0.34258374311978</c:v>
                </c:pt>
                <c:pt idx="413">
                  <c:v>0.34310357641472</c:v>
                </c:pt>
                <c:pt idx="414">
                  <c:v>0.34362518328359</c:v>
                </c:pt>
                <c:pt idx="415">
                  <c:v>0.34414856778321</c:v>
                </c:pt>
                <c:pt idx="416">
                  <c:v>0.34467373397074</c:v>
                </c:pt>
                <c:pt idx="417">
                  <c:v>0.34520068590344</c:v>
                </c:pt>
                <c:pt idx="418">
                  <c:v>0.34572942763849</c:v>
                </c:pt>
                <c:pt idx="419">
                  <c:v>0.34625996323281</c:v>
                </c:pt>
                <c:pt idx="420">
                  <c:v>0.34679229674282</c:v>
                </c:pt>
                <c:pt idx="421">
                  <c:v>0.34732643222429</c:v>
                </c:pt>
                <c:pt idx="422">
                  <c:v>0.34786237373208</c:v>
                </c:pt>
                <c:pt idx="423">
                  <c:v>0.34840012531999</c:v>
                </c:pt>
                <c:pt idx="424">
                  <c:v>0.34893969104048</c:v>
                </c:pt>
                <c:pt idx="425">
                  <c:v>0.34948107494452</c:v>
                </c:pt>
                <c:pt idx="426">
                  <c:v>0.35002428108133</c:v>
                </c:pt>
                <c:pt idx="427">
                  <c:v>0.35056931349818</c:v>
                </c:pt>
                <c:pt idx="428">
                  <c:v>0.35111617624017</c:v>
                </c:pt>
                <c:pt idx="429">
                  <c:v>0.35166487334998</c:v>
                </c:pt>
                <c:pt idx="430">
                  <c:v>0.35221540886767</c:v>
                </c:pt>
                <c:pt idx="431">
                  <c:v>0.35276778683045</c:v>
                </c:pt>
                <c:pt idx="432">
                  <c:v>0.35332201127241</c:v>
                </c:pt>
                <c:pt idx="433">
                  <c:v>0.35387808622432</c:v>
                </c:pt>
                <c:pt idx="434">
                  <c:v>0.35443601571337</c:v>
                </c:pt>
                <c:pt idx="435">
                  <c:v>0.35499580376294</c:v>
                </c:pt>
                <c:pt idx="436">
                  <c:v>0.35555745439233</c:v>
                </c:pt>
                <c:pt idx="437">
                  <c:v>0.35612097161655</c:v>
                </c:pt>
                <c:pt idx="438">
                  <c:v>0.35668635944601</c:v>
                </c:pt>
                <c:pt idx="439">
                  <c:v>0.35725362188633</c:v>
                </c:pt>
                <c:pt idx="440">
                  <c:v>0.35782276293803</c:v>
                </c:pt>
                <c:pt idx="441">
                  <c:v>0.35839378659628</c:v>
                </c:pt>
                <c:pt idx="442">
                  <c:v>0.35896669685065</c:v>
                </c:pt>
                <c:pt idx="443">
                  <c:v>0.35954149768483</c:v>
                </c:pt>
                <c:pt idx="444">
                  <c:v>0.36011819307634</c:v>
                </c:pt>
                <c:pt idx="445">
                  <c:v>0.3606967869963</c:v>
                </c:pt>
                <c:pt idx="446">
                  <c:v>0.3612772834091</c:v>
                </c:pt>
                <c:pt idx="447">
                  <c:v>0.36185968627215</c:v>
                </c:pt>
                <c:pt idx="448">
                  <c:v>0.36244399953556</c:v>
                </c:pt>
                <c:pt idx="449">
                  <c:v>0.36303022714192</c:v>
                </c:pt>
                <c:pt idx="450">
                  <c:v>0.36361837302591</c:v>
                </c:pt>
                <c:pt idx="451">
                  <c:v>0.36420844111409</c:v>
                </c:pt>
                <c:pt idx="452">
                  <c:v>0.36480043532454</c:v>
                </c:pt>
                <c:pt idx="453">
                  <c:v>0.36539435956659</c:v>
                </c:pt>
                <c:pt idx="454">
                  <c:v>0.36599021774051</c:v>
                </c:pt>
                <c:pt idx="455">
                  <c:v>0.36658801373716</c:v>
                </c:pt>
                <c:pt idx="456">
                  <c:v>0.36718775143773</c:v>
                </c:pt>
                <c:pt idx="457">
                  <c:v>0.3677894347134</c:v>
                </c:pt>
                <c:pt idx="458">
                  <c:v>0.36839306742498</c:v>
                </c:pt>
                <c:pt idx="459">
                  <c:v>0.36899865342266</c:v>
                </c:pt>
                <c:pt idx="460">
                  <c:v>0.3696061965456</c:v>
                </c:pt>
                <c:pt idx="461">
                  <c:v>0.37021570062165</c:v>
                </c:pt>
                <c:pt idx="462">
                  <c:v>0.370827169467</c:v>
                </c:pt>
                <c:pt idx="463">
                  <c:v>0.3714406068858</c:v>
                </c:pt>
                <c:pt idx="464">
                  <c:v>0.37205601666988</c:v>
                </c:pt>
                <c:pt idx="465">
                  <c:v>0.37267340259836</c:v>
                </c:pt>
                <c:pt idx="466">
                  <c:v>0.37329276843727</c:v>
                </c:pt>
                <c:pt idx="467">
                  <c:v>0.37391411793925</c:v>
                </c:pt>
                <c:pt idx="468">
                  <c:v>0.37453745484316</c:v>
                </c:pt>
                <c:pt idx="469">
                  <c:v>0.37516278287371</c:v>
                </c:pt>
                <c:pt idx="470">
                  <c:v>0.37579010574107</c:v>
                </c:pt>
                <c:pt idx="471">
                  <c:v>0.37641942714055</c:v>
                </c:pt>
                <c:pt idx="472">
                  <c:v>0.37705075075216</c:v>
                </c:pt>
                <c:pt idx="473">
                  <c:v>0.37768408024028</c:v>
                </c:pt>
                <c:pt idx="474">
                  <c:v>0.37831941925321</c:v>
                </c:pt>
                <c:pt idx="475">
                  <c:v>0.37895677142285</c:v>
                </c:pt>
                <c:pt idx="476">
                  <c:v>0.37959614036425</c:v>
                </c:pt>
                <c:pt idx="477">
                  <c:v>0.38023752967521</c:v>
                </c:pt>
                <c:pt idx="478">
                  <c:v>0.3808809429359</c:v>
                </c:pt>
                <c:pt idx="479">
                  <c:v>0.38152638370845</c:v>
                </c:pt>
                <c:pt idx="480">
                  <c:v>0.38217385553651</c:v>
                </c:pt>
                <c:pt idx="481">
                  <c:v>0.38282336194484</c:v>
                </c:pt>
                <c:pt idx="482">
                  <c:v>0.38347490643889</c:v>
                </c:pt>
                <c:pt idx="483">
                  <c:v>0.38412849250439</c:v>
                </c:pt>
                <c:pt idx="484">
                  <c:v>0.38478412360686</c:v>
                </c:pt>
                <c:pt idx="485">
                  <c:v>0.38544180319124</c:v>
                </c:pt>
                <c:pt idx="486">
                  <c:v>0.3861015346814</c:v>
                </c:pt>
                <c:pt idx="487">
                  <c:v>0.38676332147971</c:v>
                </c:pt>
                <c:pt idx="488">
                  <c:v>0.38742716696657</c:v>
                </c:pt>
                <c:pt idx="489">
                  <c:v>0.38809307449999</c:v>
                </c:pt>
                <c:pt idx="490">
                  <c:v>0.38876104741508</c:v>
                </c:pt>
                <c:pt idx="491">
                  <c:v>0.38943108902362</c:v>
                </c:pt>
                <c:pt idx="492">
                  <c:v>0.39010320261357</c:v>
                </c:pt>
                <c:pt idx="493">
                  <c:v>0.39077739144858</c:v>
                </c:pt>
                <c:pt idx="494">
                  <c:v>0.39145365876754</c:v>
                </c:pt>
                <c:pt idx="495">
                  <c:v>0.39213200778406</c:v>
                </c:pt>
                <c:pt idx="496">
                  <c:v>0.392812441686</c:v>
                </c:pt>
                <c:pt idx="497">
                  <c:v>0.39349496363495</c:v>
                </c:pt>
                <c:pt idx="498">
                  <c:v>0.39417957676574</c:v>
                </c:pt>
                <c:pt idx="499">
                  <c:v>0.39486628418594</c:v>
                </c:pt>
                <c:pt idx="500">
                  <c:v>0.39555508897533</c:v>
                </c:pt>
                <c:pt idx="501">
                  <c:v>0.39624599418537</c:v>
                </c:pt>
                <c:pt idx="502">
                  <c:v>0.39693900283871</c:v>
                </c:pt>
                <c:pt idx="503">
                  <c:v>0.39763411792862</c:v>
                </c:pt>
                <c:pt idx="504">
                  <c:v>0.39833134241848</c:v>
                </c:pt>
                <c:pt idx="505">
                  <c:v>0.39903067924124</c:v>
                </c:pt>
                <c:pt idx="506">
                  <c:v>0.39973213129885</c:v>
                </c:pt>
                <c:pt idx="507">
                  <c:v>0.40043570146173</c:v>
                </c:pt>
                <c:pt idx="508">
                  <c:v>0.4011413925682</c:v>
                </c:pt>
                <c:pt idx="509">
                  <c:v>0.40184920742392</c:v>
                </c:pt>
                <c:pt idx="510">
                  <c:v>0.40255914880132</c:v>
                </c:pt>
                <c:pt idx="511">
                  <c:v>0.40327121943903</c:v>
                </c:pt>
                <c:pt idx="512">
                  <c:v>0.40398542204127</c:v>
                </c:pt>
                <c:pt idx="513">
                  <c:v>0.40470175927731</c:v>
                </c:pt>
                <c:pt idx="514">
                  <c:v>0.40542023378084</c:v>
                </c:pt>
                <c:pt idx="515">
                  <c:v>0.40614084814939</c:v>
                </c:pt>
                <c:pt idx="516">
                  <c:v>0.40686360494372</c:v>
                </c:pt>
                <c:pt idx="517">
                  <c:v>0.40758850668719</c:v>
                </c:pt>
                <c:pt idx="518">
                  <c:v>0.40831555586519</c:v>
                </c:pt>
                <c:pt idx="519">
                  <c:v>0.40904475492447</c:v>
                </c:pt>
                <c:pt idx="520">
                  <c:v>0.40977610627254</c:v>
                </c:pt>
                <c:pt idx="521">
                  <c:v>0.41050961227701</c:v>
                </c:pt>
                <c:pt idx="522">
                  <c:v>0.41124527526497</c:v>
                </c:pt>
                <c:pt idx="523">
                  <c:v>0.41198309752235</c:v>
                </c:pt>
                <c:pt idx="524">
                  <c:v>0.41272308129324</c:v>
                </c:pt>
                <c:pt idx="525">
                  <c:v>0.41346522877924</c:v>
                </c:pt>
                <c:pt idx="526">
                  <c:v>0.41420954213881</c:v>
                </c:pt>
                <c:pt idx="527">
                  <c:v>0.41495602348656</c:v>
                </c:pt>
                <c:pt idx="528">
                  <c:v>0.41570467489263</c:v>
                </c:pt>
                <c:pt idx="529">
                  <c:v>0.41645549838193</c:v>
                </c:pt>
                <c:pt idx="530">
                  <c:v>0.41720849593353</c:v>
                </c:pt>
                <c:pt idx="531">
                  <c:v>0.41796366947988</c:v>
                </c:pt>
                <c:pt idx="532">
                  <c:v>0.41872102090618</c:v>
                </c:pt>
                <c:pt idx="533">
                  <c:v>0.41948055204961</c:v>
                </c:pt>
                <c:pt idx="534">
                  <c:v>0.42024226469863</c:v>
                </c:pt>
                <c:pt idx="535">
                  <c:v>0.4210061605923</c:v>
                </c:pt>
                <c:pt idx="536">
                  <c:v>0.42177224141946</c:v>
                </c:pt>
                <c:pt idx="537">
                  <c:v>0.42254050881808</c:v>
                </c:pt>
                <c:pt idx="538">
                  <c:v>0.42331096437446</c:v>
                </c:pt>
                <c:pt idx="539">
                  <c:v>0.4240836096225</c:v>
                </c:pt>
                <c:pt idx="540">
                  <c:v>0.42485844604293</c:v>
                </c:pt>
                <c:pt idx="541">
                  <c:v>0.42563547506258</c:v>
                </c:pt>
                <c:pt idx="542">
                  <c:v>0.42641469805353</c:v>
                </c:pt>
                <c:pt idx="543">
                  <c:v>0.42719611633244</c:v>
                </c:pt>
                <c:pt idx="544">
                  <c:v>0.42797973115966</c:v>
                </c:pt>
                <c:pt idx="545">
                  <c:v>0.4287655437385</c:v>
                </c:pt>
                <c:pt idx="546">
                  <c:v>0.42955355521443</c:v>
                </c:pt>
                <c:pt idx="547">
                  <c:v>0.43034376667422</c:v>
                </c:pt>
                <c:pt idx="548">
                  <c:v>0.43113617914521</c:v>
                </c:pt>
                <c:pt idx="549">
                  <c:v>0.4319307935944</c:v>
                </c:pt>
                <c:pt idx="550">
                  <c:v>0.43272761092768</c:v>
                </c:pt>
                <c:pt idx="551">
                  <c:v>0.43352663198898</c:v>
                </c:pt>
                <c:pt idx="552">
                  <c:v>0.43432785755944</c:v>
                </c:pt>
                <c:pt idx="553">
                  <c:v>0.43513128835652</c:v>
                </c:pt>
                <c:pt idx="554">
                  <c:v>0.43593692503318</c:v>
                </c:pt>
                <c:pt idx="555">
                  <c:v>0.43674476817703</c:v>
                </c:pt>
                <c:pt idx="556">
                  <c:v>0.43755481830939</c:v>
                </c:pt>
                <c:pt idx="557">
                  <c:v>0.43836707588451</c:v>
                </c:pt>
                <c:pt idx="558">
                  <c:v>0.43918154128858</c:v>
                </c:pt>
                <c:pt idx="559">
                  <c:v>0.43999821483893</c:v>
                </c:pt>
                <c:pt idx="560">
                  <c:v>0.44081709678305</c:v>
                </c:pt>
                <c:pt idx="561">
                  <c:v>0.44163818729774</c:v>
                </c:pt>
                <c:pt idx="562">
                  <c:v>0.44246148648818</c:v>
                </c:pt>
                <c:pt idx="563">
                  <c:v>0.44328699438699</c:v>
                </c:pt>
                <c:pt idx="564">
                  <c:v>0.4441147109533</c:v>
                </c:pt>
                <c:pt idx="565">
                  <c:v>0.44494463607184</c:v>
                </c:pt>
                <c:pt idx="566">
                  <c:v>0.44577676955196</c:v>
                </c:pt>
                <c:pt idx="567">
                  <c:v>0.44661111112671</c:v>
                </c:pt>
                <c:pt idx="568">
                  <c:v>0.44744766045187</c:v>
                </c:pt>
                <c:pt idx="569">
                  <c:v>0.44828641710494</c:v>
                </c:pt>
                <c:pt idx="570">
                  <c:v>0.44912738058423</c:v>
                </c:pt>
                <c:pt idx="571">
                  <c:v>0.44997055030785</c:v>
                </c:pt>
                <c:pt idx="572">
                  <c:v>0.45081592561269</c:v>
                </c:pt>
                <c:pt idx="573">
                  <c:v>0.45166350575347</c:v>
                </c:pt>
                <c:pt idx="574">
                  <c:v>0.4525132899017</c:v>
                </c:pt>
                <c:pt idx="575">
                  <c:v>0.45336527714469</c:v>
                </c:pt>
                <c:pt idx="576">
                  <c:v>0.4542194664845</c:v>
                </c:pt>
                <c:pt idx="577">
                  <c:v>0.45507585683694</c:v>
                </c:pt>
                <c:pt idx="578">
                  <c:v>0.45593444703052</c:v>
                </c:pt>
                <c:pt idx="579">
                  <c:v>0.45679523580539</c:v>
                </c:pt>
                <c:pt idx="580">
                  <c:v>0.45765822181236</c:v>
                </c:pt>
                <c:pt idx="581">
                  <c:v>0.45852340361173</c:v>
                </c:pt>
                <c:pt idx="582">
                  <c:v>0.45939077967233</c:v>
                </c:pt>
                <c:pt idx="583">
                  <c:v>0.46026034837035</c:v>
                </c:pt>
                <c:pt idx="584">
                  <c:v>0.46113210798832</c:v>
                </c:pt>
                <c:pt idx="585">
                  <c:v>0.462006056714</c:v>
                </c:pt>
                <c:pt idx="586">
                  <c:v>0.46288219263927</c:v>
                </c:pt>
                <c:pt idx="587">
                  <c:v>0.46376051375901</c:v>
                </c:pt>
                <c:pt idx="588">
                  <c:v>0.46464101797006</c:v>
                </c:pt>
                <c:pt idx="589">
                  <c:v>0.46552370306999</c:v>
                </c:pt>
                <c:pt idx="590">
                  <c:v>0.46640856675607</c:v>
                </c:pt>
                <c:pt idx="591">
                  <c:v>0.46729560662407</c:v>
                </c:pt>
                <c:pt idx="592">
                  <c:v>0.46818482016712</c:v>
                </c:pt>
                <c:pt idx="593">
                  <c:v>0.46907620477461</c:v>
                </c:pt>
                <c:pt idx="594">
                  <c:v>0.46996975773097</c:v>
                </c:pt>
                <c:pt idx="595">
                  <c:v>0.4708654762145</c:v>
                </c:pt>
                <c:pt idx="596">
                  <c:v>0.47176335729626</c:v>
                </c:pt>
                <c:pt idx="597">
                  <c:v>0.47266339793883</c:v>
                </c:pt>
                <c:pt idx="598">
                  <c:v>0.47356559499512</c:v>
                </c:pt>
                <c:pt idx="599">
                  <c:v>0.47446994520719</c:v>
                </c:pt>
                <c:pt idx="600">
                  <c:v>0.47537644520506</c:v>
                </c:pt>
                <c:pt idx="601">
                  <c:v>0.47628509150544</c:v>
                </c:pt>
                <c:pt idx="602">
                  <c:v>0.47719588051058</c:v>
                </c:pt>
                <c:pt idx="603">
                  <c:v>0.47810880850697</c:v>
                </c:pt>
                <c:pt idx="604">
                  <c:v>0.47902387166416</c:v>
                </c:pt>
                <c:pt idx="605">
                  <c:v>0.4799410660335</c:v>
                </c:pt>
                <c:pt idx="606">
                  <c:v>0.48086038754685</c:v>
                </c:pt>
                <c:pt idx="607">
                  <c:v>0.48178183201539</c:v>
                </c:pt>
                <c:pt idx="608">
                  <c:v>0.4827053951283</c:v>
                </c:pt>
                <c:pt idx="609">
                  <c:v>0.48363107245151</c:v>
                </c:pt>
                <c:pt idx="610">
                  <c:v>0.48455885942641</c:v>
                </c:pt>
                <c:pt idx="611">
                  <c:v>0.4854887513686</c:v>
                </c:pt>
                <c:pt idx="612">
                  <c:v>0.48642074346652</c:v>
                </c:pt>
                <c:pt idx="613">
                  <c:v>0.48735483078022</c:v>
                </c:pt>
                <c:pt idx="614">
                  <c:v>0.48829100824</c:v>
                </c:pt>
                <c:pt idx="615">
                  <c:v>0.48922927064512</c:v>
                </c:pt>
                <c:pt idx="616">
                  <c:v>0.49016961266244</c:v>
                </c:pt>
                <c:pt idx="617">
                  <c:v>0.49111202882514</c:v>
                </c:pt>
                <c:pt idx="618">
                  <c:v>0.49205651353132</c:v>
                </c:pt>
                <c:pt idx="619">
                  <c:v>0.49300306104273</c:v>
                </c:pt>
                <c:pt idx="620">
                  <c:v>0.49395166548334</c:v>
                </c:pt>
                <c:pt idx="621">
                  <c:v>0.49490232083803</c:v>
                </c:pt>
                <c:pt idx="622">
                  <c:v>0.4958550209512</c:v>
                </c:pt>
                <c:pt idx="623">
                  <c:v>0.49680975952542</c:v>
                </c:pt>
                <c:pt idx="624">
                  <c:v>0.49776653012003</c:v>
                </c:pt>
                <c:pt idx="625">
                  <c:v>0.49872532614977</c:v>
                </c:pt>
                <c:pt idx="626">
                  <c:v>0.49968614088336</c:v>
                </c:pt>
                <c:pt idx="627">
                  <c:v>0.50064896744214</c:v>
                </c:pt>
                <c:pt idx="628">
                  <c:v>0.50161379879863</c:v>
                </c:pt>
                <c:pt idx="629">
                  <c:v>0.50258062777515</c:v>
                </c:pt>
                <c:pt idx="630">
                  <c:v>0.50354944704236</c:v>
                </c:pt>
                <c:pt idx="631">
                  <c:v>0.50452024911788</c:v>
                </c:pt>
                <c:pt idx="632">
                  <c:v>0.50549302636483</c:v>
                </c:pt>
                <c:pt idx="633">
                  <c:v>0.50646777099041</c:v>
                </c:pt>
                <c:pt idx="634">
                  <c:v>0.50744447504445</c:v>
                </c:pt>
                <c:pt idx="635">
                  <c:v>0.50842313041797</c:v>
                </c:pt>
                <c:pt idx="636">
                  <c:v>0.50940372884169</c:v>
                </c:pt>
                <c:pt idx="637">
                  <c:v>0.51038626188465</c:v>
                </c:pt>
                <c:pt idx="638">
                  <c:v>0.51137072095266</c:v>
                </c:pt>
                <c:pt idx="639">
                  <c:v>0.51235709728687</c:v>
                </c:pt>
                <c:pt idx="640">
                  <c:v>0.5133453819623</c:v>
                </c:pt>
                <c:pt idx="641">
                  <c:v>0.51433556588635</c:v>
                </c:pt>
                <c:pt idx="642">
                  <c:v>0.5153276397973</c:v>
                </c:pt>
                <c:pt idx="643">
                  <c:v>0.51632159426284</c:v>
                </c:pt>
                <c:pt idx="644">
                  <c:v>0.51731741967858</c:v>
                </c:pt>
                <c:pt idx="645">
                  <c:v>0.51831510626652</c:v>
                </c:pt>
                <c:pt idx="646">
                  <c:v>0.51931464407356</c:v>
                </c:pt>
                <c:pt idx="647">
                  <c:v>0.52031602297</c:v>
                </c:pt>
                <c:pt idx="648">
                  <c:v>0.52131923264803</c:v>
                </c:pt>
                <c:pt idx="649">
                  <c:v>0.52232426262016</c:v>
                </c:pt>
                <c:pt idx="650">
                  <c:v>0.52333110221779</c:v>
                </c:pt>
                <c:pt idx="651">
                  <c:v>0.52433974058958</c:v>
                </c:pt>
                <c:pt idx="652">
                  <c:v>0.5253501667</c:v>
                </c:pt>
                <c:pt idx="653">
                  <c:v>0.52636236932775</c:v>
                </c:pt>
                <c:pt idx="654">
                  <c:v>0.52737633706426</c:v>
                </c:pt>
                <c:pt idx="655">
                  <c:v>0.52839205831211</c:v>
                </c:pt>
                <c:pt idx="656">
                  <c:v>0.52940952128351</c:v>
                </c:pt>
                <c:pt idx="657">
                  <c:v>0.53042871399874</c:v>
                </c:pt>
                <c:pt idx="658">
                  <c:v>0.53144962428462</c:v>
                </c:pt>
                <c:pt idx="659">
                  <c:v>0.53247223977293</c:v>
                </c:pt>
                <c:pt idx="660">
                  <c:v>0.53349654789887</c:v>
                </c:pt>
                <c:pt idx="661">
                  <c:v>0.53452253589953</c:v>
                </c:pt>
                <c:pt idx="662">
                  <c:v>0.53555019081225</c:v>
                </c:pt>
                <c:pt idx="663">
                  <c:v>0.53657949947316</c:v>
                </c:pt>
                <c:pt idx="664">
                  <c:v>0.53761044851552</c:v>
                </c:pt>
                <c:pt idx="665">
                  <c:v>0.53864302436825</c:v>
                </c:pt>
                <c:pt idx="666">
                  <c:v>0.53967721325426</c:v>
                </c:pt>
                <c:pt idx="667">
                  <c:v>0.54071300118897</c:v>
                </c:pt>
                <c:pt idx="668">
                  <c:v>0.5417503739787</c:v>
                </c:pt>
                <c:pt idx="669">
                  <c:v>0.5427893172191</c:v>
                </c:pt>
                <c:pt idx="670">
                  <c:v>0.54382981629359</c:v>
                </c:pt>
                <c:pt idx="671">
                  <c:v>0.54487185637177</c:v>
                </c:pt>
                <c:pt idx="672">
                  <c:v>0.54591542240788</c:v>
                </c:pt>
                <c:pt idx="673">
                  <c:v>0.54696049913919</c:v>
                </c:pt>
                <c:pt idx="674">
                  <c:v>0.54800707108448</c:v>
                </c:pt>
                <c:pt idx="675">
                  <c:v>0.54905512254242</c:v>
                </c:pt>
                <c:pt idx="676">
                  <c:v>0.55010463759</c:v>
                </c:pt>
                <c:pt idx="677">
                  <c:v>0.55115560008102</c:v>
                </c:pt>
                <c:pt idx="678">
                  <c:v>0.55220799364444</c:v>
                </c:pt>
                <c:pt idx="679">
                  <c:v>0.55326180168289</c:v>
                </c:pt>
                <c:pt idx="680">
                  <c:v>0.55431700737105</c:v>
                </c:pt>
                <c:pt idx="681">
                  <c:v>0.55537359365411</c:v>
                </c:pt>
                <c:pt idx="682">
                  <c:v>0.55643154324622</c:v>
                </c:pt>
                <c:pt idx="683">
                  <c:v>0.55749083862888</c:v>
                </c:pt>
                <c:pt idx="684">
                  <c:v>0.55855146204947</c:v>
                </c:pt>
                <c:pt idx="685">
                  <c:v>0.55961339551963</c:v>
                </c:pt>
                <c:pt idx="686">
                  <c:v>0.56067662081371</c:v>
                </c:pt>
                <c:pt idx="687">
                  <c:v>0.56174111946728</c:v>
                </c:pt>
                <c:pt idx="688">
                  <c:v>0.56280687277552</c:v>
                </c:pt>
                <c:pt idx="689">
                  <c:v>0.56387386179174</c:v>
                </c:pt>
                <c:pt idx="690">
                  <c:v>0.56494206732581</c:v>
                </c:pt>
                <c:pt idx="691">
                  <c:v>0.56601146994265</c:v>
                </c:pt>
                <c:pt idx="692">
                  <c:v>0.56708204996069</c:v>
                </c:pt>
                <c:pt idx="693">
                  <c:v>0.56815378745035</c:v>
                </c:pt>
                <c:pt idx="694">
                  <c:v>0.56922666223258</c:v>
                </c:pt>
                <c:pt idx="695">
                  <c:v>0.57030065387728</c:v>
                </c:pt>
                <c:pt idx="696">
                  <c:v>0.57137574170183</c:v>
                </c:pt>
                <c:pt idx="697">
                  <c:v>0.57245190476961</c:v>
                </c:pt>
                <c:pt idx="698">
                  <c:v>0.5735291218885</c:v>
                </c:pt>
                <c:pt idx="699">
                  <c:v>0.57460737160941</c:v>
                </c:pt>
                <c:pt idx="700">
                  <c:v>0.57568663222478</c:v>
                </c:pt>
                <c:pt idx="701">
                  <c:v>0.57676688176717</c:v>
                </c:pt>
                <c:pt idx="702">
                  <c:v>0.57784809800774</c:v>
                </c:pt>
                <c:pt idx="703">
                  <c:v>0.57893025845487</c:v>
                </c:pt>
                <c:pt idx="704">
                  <c:v>0.58001334035265</c:v>
                </c:pt>
                <c:pt idx="705">
                  <c:v>0.58109732067954</c:v>
                </c:pt>
                <c:pt idx="706">
                  <c:v>0.58218217614687</c:v>
                </c:pt>
                <c:pt idx="707">
                  <c:v>0.58326788319748</c:v>
                </c:pt>
                <c:pt idx="708">
                  <c:v>0.5843544180043</c:v>
                </c:pt>
                <c:pt idx="709">
                  <c:v>0.585441756469</c:v>
                </c:pt>
                <c:pt idx="710">
                  <c:v>0.58652987422057</c:v>
                </c:pt>
                <c:pt idx="711">
                  <c:v>0.58761874661398</c:v>
                </c:pt>
                <c:pt idx="712">
                  <c:v>0.58870834872883</c:v>
                </c:pt>
                <c:pt idx="713">
                  <c:v>0.58979865536803</c:v>
                </c:pt>
                <c:pt idx="714">
                  <c:v>0.59088964105643</c:v>
                </c:pt>
                <c:pt idx="715">
                  <c:v>0.59198128003955</c:v>
                </c:pt>
                <c:pt idx="716">
                  <c:v>0.59307354628227</c:v>
                </c:pt>
                <c:pt idx="717">
                  <c:v>0.59416641346754</c:v>
                </c:pt>
                <c:pt idx="718">
                  <c:v>0.59525985499515</c:v>
                </c:pt>
                <c:pt idx="719">
                  <c:v>0.5963538439804</c:v>
                </c:pt>
                <c:pt idx="720">
                  <c:v>0.59744835325294</c:v>
                </c:pt>
                <c:pt idx="721">
                  <c:v>0.59854335535553</c:v>
                </c:pt>
                <c:pt idx="722">
                  <c:v>0.59963882254282</c:v>
                </c:pt>
                <c:pt idx="723">
                  <c:v>0.60073472678015</c:v>
                </c:pt>
                <c:pt idx="724">
                  <c:v>0.60183103974245</c:v>
                </c:pt>
                <c:pt idx="725">
                  <c:v>0.60292773281301</c:v>
                </c:pt>
                <c:pt idx="726">
                  <c:v>0.60402477708238</c:v>
                </c:pt>
                <c:pt idx="727">
                  <c:v>0.60512214334727</c:v>
                </c:pt>
                <c:pt idx="728">
                  <c:v>0.60621980210946</c:v>
                </c:pt>
                <c:pt idx="729">
                  <c:v>0.60731772357469</c:v>
                </c:pt>
                <c:pt idx="730">
                  <c:v>0.60841587765163</c:v>
                </c:pt>
                <c:pt idx="731">
                  <c:v>0.60951423395088</c:v>
                </c:pt>
                <c:pt idx="732">
                  <c:v>0.61061276178388</c:v>
                </c:pt>
                <c:pt idx="733">
                  <c:v>0.61171143016204</c:v>
                </c:pt>
                <c:pt idx="734">
                  <c:v>0.61281020779564</c:v>
                </c:pt>
                <c:pt idx="735">
                  <c:v>0.613909063093</c:v>
                </c:pt>
                <c:pt idx="736">
                  <c:v>0.6150079641595</c:v>
                </c:pt>
                <c:pt idx="737">
                  <c:v>0.61610687879673</c:v>
                </c:pt>
                <c:pt idx="738">
                  <c:v>0.61720577450158</c:v>
                </c:pt>
                <c:pt idx="739">
                  <c:v>0.61830461846541</c:v>
                </c:pt>
                <c:pt idx="740">
                  <c:v>0.61940337757326</c:v>
                </c:pt>
                <c:pt idx="741">
                  <c:v>0.62050201840303</c:v>
                </c:pt>
                <c:pt idx="742">
                  <c:v>0.62160050722474</c:v>
                </c:pt>
                <c:pt idx="743">
                  <c:v>0.62269880999984</c:v>
                </c:pt>
                <c:pt idx="744">
                  <c:v>0.62379689238045</c:v>
                </c:pt>
                <c:pt idx="745">
                  <c:v>0.62489471970869</c:v>
                </c:pt>
                <c:pt idx="746">
                  <c:v>0.625992257016</c:v>
                </c:pt>
                <c:pt idx="747">
                  <c:v>0.62708946902256</c:v>
                </c:pt>
                <c:pt idx="748">
                  <c:v>0.62818632013667</c:v>
                </c:pt>
                <c:pt idx="749">
                  <c:v>0.62928277445424</c:v>
                </c:pt>
                <c:pt idx="750">
                  <c:v>0.63037879575821</c:v>
                </c:pt>
                <c:pt idx="751">
                  <c:v>0.6314743475181</c:v>
                </c:pt>
                <c:pt idx="752">
                  <c:v>0.63256939288955</c:v>
                </c:pt>
                <c:pt idx="753">
                  <c:v>0.63366389471387</c:v>
                </c:pt>
                <c:pt idx="754">
                  <c:v>0.6347578155178</c:v>
                </c:pt>
                <c:pt idx="755">
                  <c:v>0.63585111751308</c:v>
                </c:pt>
                <c:pt idx="756">
                  <c:v>0.6369437625961</c:v>
                </c:pt>
                <c:pt idx="757">
                  <c:v>0.63803571234757</c:v>
                </c:pt>
                <c:pt idx="758">
                  <c:v>0.63912692803234</c:v>
                </c:pt>
                <c:pt idx="759">
                  <c:v>0.64021737059912</c:v>
                </c:pt>
                <c:pt idx="760">
                  <c:v>0.6413070006804</c:v>
                </c:pt>
                <c:pt idx="761">
                  <c:v>0.64239577859224</c:v>
                </c:pt>
                <c:pt idx="762">
                  <c:v>0.64348366433425</c:v>
                </c:pt>
                <c:pt idx="763">
                  <c:v>0.64457061758952</c:v>
                </c:pt>
                <c:pt idx="764">
                  <c:v>0.64565659772472</c:v>
                </c:pt>
                <c:pt idx="765">
                  <c:v>0.64674156379029</c:v>
                </c:pt>
                <c:pt idx="766">
                  <c:v>0.64782547452031</c:v>
                </c:pt>
                <c:pt idx="767">
                  <c:v>0.64890828833257</c:v>
                </c:pt>
                <c:pt idx="768">
                  <c:v>0.64998996332874</c:v>
                </c:pt>
                <c:pt idx="769">
                  <c:v>0.6510704572946</c:v>
                </c:pt>
                <c:pt idx="770">
                  <c:v>0.65214972770031</c:v>
                </c:pt>
                <c:pt idx="771">
                  <c:v>0.65322773170068</c:v>
                </c:pt>
                <c:pt idx="772">
                  <c:v>0.65430442613558</c:v>
                </c:pt>
                <c:pt idx="773">
                  <c:v>0.65537976753052</c:v>
                </c:pt>
                <c:pt idx="774">
                  <c:v>0.65645371209792</c:v>
                </c:pt>
                <c:pt idx="775">
                  <c:v>0.65752621573715</c:v>
                </c:pt>
                <c:pt idx="776">
                  <c:v>0.65859723403453</c:v>
                </c:pt>
                <c:pt idx="777">
                  <c:v>0.65966672226391</c:v>
                </c:pt>
                <c:pt idx="778">
                  <c:v>0.66073463538737</c:v>
                </c:pt>
                <c:pt idx="779">
                  <c:v>0.66180092805587</c:v>
                </c:pt>
                <c:pt idx="780">
                  <c:v>0.66286555461005</c:v>
                </c:pt>
                <c:pt idx="781">
                  <c:v>0.66392846908109</c:v>
                </c:pt>
                <c:pt idx="782">
                  <c:v>0.66498962519197</c:v>
                </c:pt>
                <c:pt idx="783">
                  <c:v>0.66604897635886</c:v>
                </c:pt>
                <c:pt idx="784">
                  <c:v>0.66710647569128</c:v>
                </c:pt>
                <c:pt idx="785">
                  <c:v>0.66816207599311</c:v>
                </c:pt>
                <c:pt idx="786">
                  <c:v>0.66921572976363</c:v>
                </c:pt>
                <c:pt idx="787">
                  <c:v>0.67026738919874</c:v>
                </c:pt>
                <c:pt idx="788">
                  <c:v>0.67131700619214</c:v>
                </c:pt>
                <c:pt idx="789">
                  <c:v>0.67236453233674</c:v>
                </c:pt>
                <c:pt idx="790">
                  <c:v>0.67340991892682</c:v>
                </c:pt>
                <c:pt idx="791">
                  <c:v>0.67445311695991</c:v>
                </c:pt>
                <c:pt idx="792">
                  <c:v>0.6754940771371</c:v>
                </c:pt>
                <c:pt idx="793">
                  <c:v>0.67653274986447</c:v>
                </c:pt>
                <c:pt idx="794">
                  <c:v>0.67756908525472</c:v>
                </c:pt>
                <c:pt idx="795">
                  <c:v>0.67860303312933</c:v>
                </c:pt>
                <c:pt idx="796">
                  <c:v>0.67963454302357</c:v>
                </c:pt>
                <c:pt idx="797">
                  <c:v>0.68066356418746</c:v>
                </c:pt>
                <c:pt idx="798">
                  <c:v>0.68169004558497</c:v>
                </c:pt>
                <c:pt idx="799">
                  <c:v>0.68271393589578</c:v>
                </c:pt>
                <c:pt idx="800">
                  <c:v>0.68373518351735</c:v>
                </c:pt>
                <c:pt idx="801">
                  <c:v>0.68475373656847</c:v>
                </c:pt>
                <c:pt idx="802">
                  <c:v>0.68576954289308</c:v>
                </c:pt>
                <c:pt idx="803">
                  <c:v>0.68678255005999</c:v>
                </c:pt>
                <c:pt idx="804">
                  <c:v>0.68779270536471</c:v>
                </c:pt>
                <c:pt idx="805">
                  <c:v>0.68879995583258</c:v>
                </c:pt>
                <c:pt idx="806">
                  <c:v>0.68980424822469</c:v>
                </c:pt>
                <c:pt idx="807">
                  <c:v>0.69080552903864</c:v>
                </c:pt>
                <c:pt idx="808">
                  <c:v>0.69180374450967</c:v>
                </c:pt>
                <c:pt idx="809">
                  <c:v>0.69279884061912</c:v>
                </c:pt>
                <c:pt idx="810">
                  <c:v>0.69379076309981</c:v>
                </c:pt>
                <c:pt idx="811">
                  <c:v>0.69477945743302</c:v>
                </c:pt>
                <c:pt idx="812">
                  <c:v>0.69576486885474</c:v>
                </c:pt>
                <c:pt idx="813">
                  <c:v>0.69674694236125</c:v>
                </c:pt>
                <c:pt idx="814">
                  <c:v>0.69772562271479</c:v>
                </c:pt>
                <c:pt idx="815">
                  <c:v>0.69870085443787</c:v>
                </c:pt>
                <c:pt idx="816">
                  <c:v>0.69967258181332</c:v>
                </c:pt>
                <c:pt idx="817">
                  <c:v>0.7006407488871</c:v>
                </c:pt>
                <c:pt idx="818">
                  <c:v>0.70160529947143</c:v>
                </c:pt>
                <c:pt idx="819">
                  <c:v>0.70256617714806</c:v>
                </c:pt>
                <c:pt idx="820">
                  <c:v>0.70352332527168</c:v>
                </c:pt>
                <c:pt idx="821">
                  <c:v>0.70447668697349</c:v>
                </c:pt>
                <c:pt idx="822">
                  <c:v>0.70542620516482</c:v>
                </c:pt>
                <c:pt idx="823">
                  <c:v>0.70637182254092</c:v>
                </c:pt>
                <c:pt idx="824">
                  <c:v>0.70731348158478</c:v>
                </c:pt>
                <c:pt idx="825">
                  <c:v>0.7082511245711</c:v>
                </c:pt>
                <c:pt idx="826">
                  <c:v>0.70918469357033</c:v>
                </c:pt>
                <c:pt idx="827">
                  <c:v>0.7101141304528</c:v>
                </c:pt>
                <c:pt idx="828">
                  <c:v>0.71103937689294</c:v>
                </c:pt>
                <c:pt idx="829">
                  <c:v>0.71196037437367</c:v>
                </c:pt>
                <c:pt idx="830">
                  <c:v>0.71287706419075</c:v>
                </c:pt>
                <c:pt idx="831">
                  <c:v>0.71378938745736</c:v>
                </c:pt>
                <c:pt idx="832">
                  <c:v>0.71469728510867</c:v>
                </c:pt>
                <c:pt idx="833">
                  <c:v>0.71560069790661</c:v>
                </c:pt>
                <c:pt idx="834">
                  <c:v>0.71649956644464</c:v>
                </c:pt>
                <c:pt idx="835">
                  <c:v>0.71739383115268</c:v>
                </c:pt>
                <c:pt idx="836">
                  <c:v>0.71828343230211</c:v>
                </c:pt>
                <c:pt idx="837">
                  <c:v>0.7191683100109</c:v>
                </c:pt>
                <c:pt idx="838">
                  <c:v>0.7200484042488</c:v>
                </c:pt>
                <c:pt idx="839">
                  <c:v>0.72092365484266</c:v>
                </c:pt>
                <c:pt idx="840">
                  <c:v>0.72179400148184</c:v>
                </c:pt>
                <c:pt idx="841">
                  <c:v>0.72265938372371</c:v>
                </c:pt>
                <c:pt idx="842">
                  <c:v>0.7235197409993</c:v>
                </c:pt>
                <c:pt idx="843">
                  <c:v>0.72437501261897</c:v>
                </c:pt>
                <c:pt idx="844">
                  <c:v>0.72522513777826</c:v>
                </c:pt>
                <c:pt idx="845">
                  <c:v>0.72607005556379</c:v>
                </c:pt>
                <c:pt idx="846">
                  <c:v>0.72690970495929</c:v>
                </c:pt>
                <c:pt idx="847">
                  <c:v>0.72774402485176</c:v>
                </c:pt>
                <c:pt idx="848">
                  <c:v>0.72857295403766</c:v>
                </c:pt>
                <c:pt idx="849">
                  <c:v>0.72939643122926</c:v>
                </c:pt>
                <c:pt idx="850">
                  <c:v>0.73021439506108</c:v>
                </c:pt>
                <c:pt idx="851">
                  <c:v>0.73102678409646</c:v>
                </c:pt>
                <c:pt idx="852">
                  <c:v>0.73183353683418</c:v>
                </c:pt>
                <c:pt idx="853">
                  <c:v>0.73263459171524</c:v>
                </c:pt>
                <c:pt idx="854">
                  <c:v>0.73342988712971</c:v>
                </c:pt>
                <c:pt idx="855">
                  <c:v>0.73421936142372</c:v>
                </c:pt>
                <c:pt idx="856">
                  <c:v>0.73500295290653</c:v>
                </c:pt>
                <c:pt idx="857">
                  <c:v>0.73578059985771</c:v>
                </c:pt>
                <c:pt idx="858">
                  <c:v>0.73655224053445</c:v>
                </c:pt>
                <c:pt idx="859">
                  <c:v>0.73731781317899</c:v>
                </c:pt>
                <c:pt idx="860">
                  <c:v>0.7380772560261</c:v>
                </c:pt>
                <c:pt idx="861">
                  <c:v>0.73883050731074</c:v>
                </c:pt>
                <c:pt idx="862">
                  <c:v>0.73957750527585</c:v>
                </c:pt>
                <c:pt idx="863">
                  <c:v>0.7403181881805</c:v>
                </c:pt>
                <c:pt idx="864">
                  <c:v>0.74105249430833</c:v>
                </c:pt>
                <c:pt idx="865">
                  <c:v>0.74178036197518</c:v>
                </c:pt>
                <c:pt idx="866">
                  <c:v>0.74250172953722</c:v>
                </c:pt>
                <c:pt idx="867">
                  <c:v>0.74321653539962</c:v>
                </c:pt>
                <c:pt idx="868">
                  <c:v>0.74392471802596</c:v>
                </c:pt>
                <c:pt idx="869">
                  <c:v>0.74462621595473</c:v>
                </c:pt>
                <c:pt idx="870">
                  <c:v>0.7453209678116</c:v>
                </c:pt>
                <c:pt idx="871">
                  <c:v>0.74600891230798</c:v>
                </c:pt>
                <c:pt idx="872">
                  <c:v>0.74668998824763</c:v>
                </c:pt>
                <c:pt idx="873">
                  <c:v>0.74736413453525</c:v>
                </c:pt>
                <c:pt idx="874">
                  <c:v>0.74803129018564</c:v>
                </c:pt>
                <c:pt idx="875">
                  <c:v>0.74869139433313</c:v>
                </c:pt>
                <c:pt idx="876">
                  <c:v>0.74934438624108</c:v>
                </c:pt>
                <c:pt idx="877">
                  <c:v>0.7499902053117</c:v>
                </c:pt>
                <c:pt idx="878">
                  <c:v>0.75062879109676</c:v>
                </c:pt>
                <c:pt idx="879">
                  <c:v>0.75126008331236</c:v>
                </c:pt>
                <c:pt idx="880">
                  <c:v>0.75188402187237</c:v>
                </c:pt>
                <c:pt idx="881">
                  <c:v>0.752500546894</c:v>
                </c:pt>
                <c:pt idx="882">
                  <c:v>0.75310959868732</c:v>
                </c:pt>
                <c:pt idx="883">
                  <c:v>0.75371111776237</c:v>
                </c:pt>
                <c:pt idx="884">
                  <c:v>0.7543050448394</c:v>
                </c:pt>
                <c:pt idx="885">
                  <c:v>0.75489132085994</c:v>
                </c:pt>
                <c:pt idx="886">
                  <c:v>0.75546988699747</c:v>
                </c:pt>
                <c:pt idx="887">
                  <c:v>0.75604068466978</c:v>
                </c:pt>
                <c:pt idx="888">
                  <c:v>0.75660365555303</c:v>
                </c:pt>
                <c:pt idx="889">
                  <c:v>0.75715874160986</c:v>
                </c:pt>
                <c:pt idx="890">
                  <c:v>0.7577058851547</c:v>
                </c:pt>
                <c:pt idx="891">
                  <c:v>0.75824502883739</c:v>
                </c:pt>
                <c:pt idx="892">
                  <c:v>0.75877611561795</c:v>
                </c:pt>
                <c:pt idx="893">
                  <c:v>0.75929908877404</c:v>
                </c:pt>
                <c:pt idx="894">
                  <c:v>0.75981389191361</c:v>
                </c:pt>
                <c:pt idx="895">
                  <c:v>0.76032046899042</c:v>
                </c:pt>
                <c:pt idx="896">
                  <c:v>0.76081876432413</c:v>
                </c:pt>
                <c:pt idx="897">
                  <c:v>0.76130872263009</c:v>
                </c:pt>
                <c:pt idx="898">
                  <c:v>0.76179028911812</c:v>
                </c:pt>
                <c:pt idx="899">
                  <c:v>0.76226340972336</c:v>
                </c:pt>
                <c:pt idx="900">
                  <c:v>0.76272803096737</c:v>
                </c:pt>
                <c:pt idx="901">
                  <c:v>0.76318409983337</c:v>
                </c:pt>
                <c:pt idx="902">
                  <c:v>0.76363156375858</c:v>
                </c:pt>
                <c:pt idx="903">
                  <c:v>0.76407037064285</c:v>
                </c:pt>
                <c:pt idx="904">
                  <c:v>0.76450046886575</c:v>
                </c:pt>
                <c:pt idx="905">
                  <c:v>0.76492180731502</c:v>
                </c:pt>
                <c:pt idx="906">
                  <c:v>0.76533433547661</c:v>
                </c:pt>
                <c:pt idx="907">
                  <c:v>0.76573800362274</c:v>
                </c:pt>
                <c:pt idx="908">
                  <c:v>0.76613276270189</c:v>
                </c:pt>
                <c:pt idx="909">
                  <c:v>0.76651856424956</c:v>
                </c:pt>
                <c:pt idx="910">
                  <c:v>0.76689536039322</c:v>
                </c:pt>
                <c:pt idx="911">
                  <c:v>0.76726310387655</c:v>
                </c:pt>
                <c:pt idx="912">
                  <c:v>0.76762174810422</c:v>
                </c:pt>
                <c:pt idx="913">
                  <c:v>0.76797124728276</c:v>
                </c:pt>
                <c:pt idx="914">
                  <c:v>0.76831155673569</c:v>
                </c:pt>
                <c:pt idx="915">
                  <c:v>0.76864263274535</c:v>
                </c:pt>
                <c:pt idx="916">
                  <c:v>0.76896443239883</c:v>
                </c:pt>
                <c:pt idx="917">
                  <c:v>0.76927691361024</c:v>
                </c:pt>
                <c:pt idx="918">
                  <c:v>0.7695800352086</c:v>
                </c:pt>
                <c:pt idx="919">
                  <c:v>0.76987375725376</c:v>
                </c:pt>
                <c:pt idx="920">
                  <c:v>0.77015804191914</c:v>
                </c:pt>
                <c:pt idx="921">
                  <c:v>0.7704328531444</c:v>
                </c:pt>
                <c:pt idx="922">
                  <c:v>0.77069815603063</c:v>
                </c:pt>
                <c:pt idx="923">
                  <c:v>0.77095391678694</c:v>
                </c:pt>
                <c:pt idx="924">
                  <c:v>0.77120010288724</c:v>
                </c:pt>
                <c:pt idx="925">
                  <c:v>0.77143668370443</c:v>
                </c:pt>
                <c:pt idx="926">
                  <c:v>0.77166363050194</c:v>
                </c:pt>
                <c:pt idx="927">
                  <c:v>0.77188091596773</c:v>
                </c:pt>
                <c:pt idx="928">
                  <c:v>0.77208851430054</c:v>
                </c:pt>
                <c:pt idx="929">
                  <c:v>0.77228640194632</c:v>
                </c:pt>
                <c:pt idx="930">
                  <c:v>0.77247455804904</c:v>
                </c:pt>
                <c:pt idx="931">
                  <c:v>0.77265296394098</c:v>
                </c:pt>
                <c:pt idx="932">
                  <c:v>0.772821604049</c:v>
                </c:pt>
                <c:pt idx="933">
                  <c:v>0.77298046755805</c:v>
                </c:pt>
                <c:pt idx="934">
                  <c:v>0.773129547257</c:v>
                </c:pt>
                <c:pt idx="935">
                  <c:v>0.77326883988925</c:v>
                </c:pt>
                <c:pt idx="936">
                  <c:v>0.77339834699514</c:v>
                </c:pt>
                <c:pt idx="937">
                  <c:v>0.77351807561707</c:v>
                </c:pt>
                <c:pt idx="938">
                  <c:v>0.77362803612445</c:v>
                </c:pt>
                <c:pt idx="939">
                  <c:v>0.77372824073142</c:v>
                </c:pt>
                <c:pt idx="940">
                  <c:v>0.77381870305881</c:v>
                </c:pt>
                <c:pt idx="941">
                  <c:v>0.77389943791594</c:v>
                </c:pt>
                <c:pt idx="942">
                  <c:v>0.7739704611656</c:v>
                </c:pt>
                <c:pt idx="943">
                  <c:v>0.77403178962712</c:v>
                </c:pt>
                <c:pt idx="944">
                  <c:v>0.77408344100427</c:v>
                </c:pt>
                <c:pt idx="945">
                  <c:v>0.77412543382982</c:v>
                </c:pt>
                <c:pt idx="946">
                  <c:v>0.77415778742051</c:v>
                </c:pt>
                <c:pt idx="947">
                  <c:v>0.77418052183954</c:v>
                </c:pt>
                <c:pt idx="948">
                  <c:v>0.77419365786449</c:v>
                </c:pt>
                <c:pt idx="949">
                  <c:v>0.77419721695957</c:v>
                </c:pt>
                <c:pt idx="950">
                  <c:v>0.77419122125112</c:v>
                </c:pt>
                <c:pt idx="951">
                  <c:v>0.77417569350595</c:v>
                </c:pt>
                <c:pt idx="952">
                  <c:v>0.7741506571132</c:v>
                </c:pt>
                <c:pt idx="953">
                  <c:v>0.77411613606928</c:v>
                </c:pt>
                <c:pt idx="954">
                  <c:v>0.77407215495898</c:v>
                </c:pt>
                <c:pt idx="955">
                  <c:v>0.77401873894029</c:v>
                </c:pt>
                <c:pt idx="956">
                  <c:v>0.77395591372834</c:v>
                </c:pt>
                <c:pt idx="957">
                  <c:v>0.77388370558165</c:v>
                </c:pt>
                <c:pt idx="958">
                  <c:v>0.77380214128969</c:v>
                </c:pt>
                <c:pt idx="959">
                  <c:v>0.77371124816122</c:v>
                </c:pt>
                <c:pt idx="960">
                  <c:v>0.77361105401343</c:v>
                </c:pt>
                <c:pt idx="961">
                  <c:v>0.77350158716194</c:v>
                </c:pt>
                <c:pt idx="962">
                  <c:v>0.77338287641529</c:v>
                </c:pt>
                <c:pt idx="963">
                  <c:v>0.77325495107097</c:v>
                </c:pt>
                <c:pt idx="964">
                  <c:v>0.77311784090268</c:v>
                </c:pt>
                <c:pt idx="965">
                  <c:v>0.77297157615135</c:v>
                </c:pt>
                <c:pt idx="966">
                  <c:v>0.77281618751161</c:v>
                </c:pt>
                <c:pt idx="967">
                  <c:v>0.772651706123</c:v>
                </c:pt>
                <c:pt idx="968">
                  <c:v>0.77247816356235</c:v>
                </c:pt>
                <c:pt idx="969">
                  <c:v>0.77229559183715</c:v>
                </c:pt>
                <c:pt idx="970">
                  <c:v>0.77210402338038</c:v>
                </c:pt>
                <c:pt idx="971">
                  <c:v>0.77190349105931</c:v>
                </c:pt>
                <c:pt idx="972">
                  <c:v>0.77169402818818</c:v>
                </c:pt>
                <c:pt idx="973">
                  <c:v>0.77147566851214</c:v>
                </c:pt>
                <c:pt idx="974">
                  <c:v>0.77124844619616</c:v>
                </c:pt>
                <c:pt idx="975">
                  <c:v>0.77101239580047</c:v>
                </c:pt>
                <c:pt idx="976">
                  <c:v>0.77076755227156</c:v>
                </c:pt>
                <c:pt idx="977">
                  <c:v>0.77051395093657</c:v>
                </c:pt>
                <c:pt idx="978">
                  <c:v>0.77025162749957</c:v>
                </c:pt>
                <c:pt idx="979">
                  <c:v>0.76998061804937</c:v>
                </c:pt>
                <c:pt idx="980">
                  <c:v>0.76970095907486</c:v>
                </c:pt>
                <c:pt idx="981">
                  <c:v>0.76941268745786</c:v>
                </c:pt>
                <c:pt idx="982">
                  <c:v>0.76911584046439</c:v>
                </c:pt>
                <c:pt idx="983">
                  <c:v>0.76881045572346</c:v>
                </c:pt>
                <c:pt idx="984">
                  <c:v>0.76849657122524</c:v>
                </c:pt>
                <c:pt idx="985">
                  <c:v>0.76817422532953</c:v>
                </c:pt>
                <c:pt idx="986">
                  <c:v>0.7678434568198</c:v>
                </c:pt>
                <c:pt idx="987">
                  <c:v>0.7675043050843</c:v>
                </c:pt>
                <c:pt idx="988">
                  <c:v>0.76715681006154</c:v>
                </c:pt>
                <c:pt idx="989">
                  <c:v>0.76680101210449</c:v>
                </c:pt>
                <c:pt idx="990">
                  <c:v>0.76643695192433</c:v>
                </c:pt>
                <c:pt idx="991">
                  <c:v>0.76606467057978</c:v>
                </c:pt>
                <c:pt idx="992">
                  <c:v>0.76568420950548</c:v>
                </c:pt>
                <c:pt idx="993">
                  <c:v>0.76529561062178</c:v>
                </c:pt>
                <c:pt idx="994">
                  <c:v>0.76489891634155</c:v>
                </c:pt>
                <c:pt idx="995">
                  <c:v>0.76449416953903</c:v>
                </c:pt>
                <c:pt idx="996">
                  <c:v>0.76408141344405</c:v>
                </c:pt>
                <c:pt idx="997">
                  <c:v>0.76366069162772</c:v>
                </c:pt>
                <c:pt idx="998">
                  <c:v>0.76323204807079</c:v>
                </c:pt>
                <c:pt idx="999">
                  <c:v>0.76279552718838</c:v>
                </c:pt>
                <c:pt idx="1000">
                  <c:v>0.76235117381833</c:v>
                </c:pt>
                <c:pt idx="1001">
                  <c:v>0.76189903316235</c:v>
                </c:pt>
                <c:pt idx="1002">
                  <c:v>0.76143915083668</c:v>
                </c:pt>
                <c:pt idx="1003">
                  <c:v>0.76097157294308</c:v>
                </c:pt>
                <c:pt idx="1004">
                  <c:v>0.7604963460976</c:v>
                </c:pt>
                <c:pt idx="1005">
                  <c:v>0.76001351748296</c:v>
                </c:pt>
                <c:pt idx="1006">
                  <c:v>0.75952313500053</c:v>
                </c:pt>
                <c:pt idx="1007">
                  <c:v>0.75902524734695</c:v>
                </c:pt>
                <c:pt idx="1008">
                  <c:v>0.75851990416948</c:v>
                </c:pt>
                <c:pt idx="1009">
                  <c:v>0.75800715581816</c:v>
                </c:pt>
                <c:pt idx="1010">
                  <c:v>0.75748705320373</c:v>
                </c:pt>
                <c:pt idx="1011">
                  <c:v>0.75695964766803</c:v>
                </c:pt>
                <c:pt idx="1012">
                  <c:v>0.75642499099929</c:v>
                </c:pt>
                <c:pt idx="1013">
                  <c:v>0.75588313535665</c:v>
                </c:pt>
                <c:pt idx="1014">
                  <c:v>0.7553341331397</c:v>
                </c:pt>
                <c:pt idx="1015">
                  <c:v>0.75477803694928</c:v>
                </c:pt>
                <c:pt idx="1016">
                  <c:v>0.75421489956566</c:v>
                </c:pt>
                <c:pt idx="1017">
                  <c:v>0.75364477393235</c:v>
                </c:pt>
                <c:pt idx="1018">
                  <c:v>0.75306771314277</c:v>
                </c:pt>
                <c:pt idx="1019">
                  <c:v>0.75248377042878</c:v>
                </c:pt>
                <c:pt idx="1020">
                  <c:v>0.75189299915041</c:v>
                </c:pt>
                <c:pt idx="1021">
                  <c:v>0.75129545278652</c:v>
                </c:pt>
                <c:pt idx="1022">
                  <c:v>0.75069118492616</c:v>
                </c:pt>
                <c:pt idx="1023">
                  <c:v>0.75008024926057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5"/>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Sensitivity [10⁻³ dB per (µg/m³)]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Simulated attenuation</c:v>
          </c:tx>
          <c:spPr>
            <a:ln xmlns:a="http://schemas.openxmlformats.org/drawingml/2006/main" w="19050">
              <a:solidFill>
                <a:srgbClr val="B4BFC8"/>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-0.00046381494737702</c:v>
                </c:pt>
                <c:pt idx="1">
                  <c:v>0.0039217139245071</c:v>
                </c:pt>
                <c:pt idx="2">
                  <c:v>0.0067217986548474</c:v>
                </c:pt>
                <c:pt idx="3">
                  <c:v>0.022194933990574</c:v>
                </c:pt>
                <c:pt idx="4">
                  <c:v>0.018240167559369</c:v>
                </c:pt>
                <c:pt idx="5">
                  <c:v>-0.0028084862258535</c:v>
                </c:pt>
                <c:pt idx="6">
                  <c:v>0.015095431449056</c:v>
                </c:pt>
                <c:pt idx="7">
                  <c:v>-0.023255831893916</c:v>
                </c:pt>
                <c:pt idx="8">
                  <c:v>-0.010267436602434</c:v>
                </c:pt>
                <c:pt idx="9">
                  <c:v>0.041786827946862</c:v>
                </c:pt>
                <c:pt idx="10">
                  <c:v>-0.0021022470228996</c:v>
                </c:pt>
                <c:pt idx="11">
                  <c:v>0.017289051597315</c:v>
                </c:pt>
                <c:pt idx="12">
                  <c:v>0.028880363264307</c:v>
                </c:pt>
                <c:pt idx="13">
                  <c:v>0.0046170914773126</c:v>
                </c:pt>
                <c:pt idx="14">
                  <c:v>0.0096779017278999</c:v>
                </c:pt>
                <c:pt idx="15">
                  <c:v>0.012501598903116</c:v>
                </c:pt>
                <c:pt idx="16">
                  <c:v>0.012501392013021</c:v>
                </c:pt>
                <c:pt idx="17">
                  <c:v>0.016116184884947</c:v>
                </c:pt>
                <c:pt idx="18">
                  <c:v>-0.0010568284271283</c:v>
                </c:pt>
                <c:pt idx="19">
                  <c:v>0.021625842364559</c:v>
                </c:pt>
                <c:pt idx="20">
                  <c:v>0.0035697937092708</c:v>
                </c:pt>
                <c:pt idx="21">
                  <c:v>0.013346594223148</c:v>
                </c:pt>
                <c:pt idx="22">
                  <c:v>0.027454007183166</c:v>
                </c:pt>
                <c:pt idx="23">
                  <c:v>0.049447468550796</c:v>
                </c:pt>
                <c:pt idx="24">
                  <c:v>0.035099631963152</c:v>
                </c:pt>
                <c:pt idx="25">
                  <c:v>-0.0043487260234561</c:v>
                </c:pt>
                <c:pt idx="26">
                  <c:v>0.0098413501322428</c:v>
                </c:pt>
                <c:pt idx="27">
                  <c:v>0.038399973006494</c:v>
                </c:pt>
                <c:pt idx="28">
                  <c:v>-0.0058087828662287</c:v>
                </c:pt>
                <c:pt idx="29">
                  <c:v>0.022021852668809</c:v>
                </c:pt>
                <c:pt idx="30">
                  <c:v>0.016577404200199</c:v>
                </c:pt>
                <c:pt idx="31">
                  <c:v>0.0089933580925827</c:v>
                </c:pt>
                <c:pt idx="32">
                  <c:v>-0.010985083941152</c:v>
                </c:pt>
                <c:pt idx="33">
                  <c:v>0.011554273253925</c:v>
                </c:pt>
                <c:pt idx="34">
                  <c:v>0.017321178905785</c:v>
                </c:pt>
                <c:pt idx="35">
                  <c:v>-0.0065109685261296</c:v>
                </c:pt>
                <c:pt idx="36">
                  <c:v>0.0030518643407831</c:v>
                </c:pt>
                <c:pt idx="37">
                  <c:v>0.0069271713456783</c:v>
                </c:pt>
                <c:pt idx="38">
                  <c:v>0.013614795824949</c:v>
                </c:pt>
                <c:pt idx="39">
                  <c:v>-0.006487873542254</c:v>
                </c:pt>
                <c:pt idx="40">
                  <c:v>0.0022813619995482</c:v>
                </c:pt>
                <c:pt idx="41">
                  <c:v>-0.0019521989951992</c:v>
                </c:pt>
                <c:pt idx="42">
                  <c:v>0.01530936926934</c:v>
                </c:pt>
                <c:pt idx="43">
                  <c:v>-0.0030888009003989</c:v>
                </c:pt>
                <c:pt idx="44">
                  <c:v>0.008086093133852</c:v>
                </c:pt>
                <c:pt idx="45">
                  <c:v>0.0040036485236005</c:v>
                </c:pt>
                <c:pt idx="46">
                  <c:v>-0.025322714227361</c:v>
                </c:pt>
                <c:pt idx="47">
                  <c:v>0.0098785582998669</c:v>
                </c:pt>
                <c:pt idx="48">
                  <c:v>-0.0012486853045549</c:v>
                </c:pt>
                <c:pt idx="49">
                  <c:v>0.0016245304809291</c:v>
                </c:pt>
                <c:pt idx="50">
                  <c:v>0.015107616061894</c:v>
                </c:pt>
                <c:pt idx="51">
                  <c:v>0.022205029056451</c:v>
                </c:pt>
                <c:pt idx="52">
                  <c:v>-0.0088990410839583</c:v>
                </c:pt>
                <c:pt idx="53">
                  <c:v>0.021480607651449</c:v>
                </c:pt>
                <c:pt idx="54">
                  <c:v>0.015187513448793</c:v>
                </c:pt>
                <c:pt idx="55">
                  <c:v>-0.015152295636994</c:v>
                </c:pt>
                <c:pt idx="56">
                  <c:v>0.0056121294486314</c:v>
                </c:pt>
                <c:pt idx="57">
                  <c:v>-0.014356327463678</c:v>
                </c:pt>
                <c:pt idx="58">
                  <c:v>0.001788377159205</c:v>
                </c:pt>
                <c:pt idx="59">
                  <c:v>0.022376869163836</c:v>
                </c:pt>
                <c:pt idx="60">
                  <c:v>0.013475851948138</c:v>
                </c:pt>
                <c:pt idx="61">
                  <c:v>0.0084685949750003</c:v>
                </c:pt>
                <c:pt idx="62">
                  <c:v>0.019216019591453</c:v>
                </c:pt>
                <c:pt idx="63">
                  <c:v>0.017181150596499</c:v>
                </c:pt>
                <c:pt idx="64">
                  <c:v>0.012753332496848</c:v>
                </c:pt>
                <c:pt idx="65">
                  <c:v>0.0087407840134389</c:v>
                </c:pt>
                <c:pt idx="66">
                  <c:v>0.038340184671333</c:v>
                </c:pt>
                <c:pt idx="67">
                  <c:v>-0.013927107913914</c:v>
                </c:pt>
                <c:pt idx="68">
                  <c:v>0.0066121842694904</c:v>
                </c:pt>
                <c:pt idx="69">
                  <c:v>0.028693663143617</c:v>
                </c:pt>
                <c:pt idx="70">
                  <c:v>0.018432011672804</c:v>
                </c:pt>
                <c:pt idx="71">
                  <c:v>-0.0061916706023107</c:v>
                </c:pt>
                <c:pt idx="72">
                  <c:v>0.011357703281565</c:v>
                </c:pt>
                <c:pt idx="73">
                  <c:v>0.024689742737638</c:v>
                </c:pt>
                <c:pt idx="74">
                  <c:v>0.02150659565095</c:v>
                </c:pt>
                <c:pt idx="75">
                  <c:v>-0.0043318332901056</c:v>
                </c:pt>
                <c:pt idx="76">
                  <c:v>0.02740537867781</c:v>
                </c:pt>
                <c:pt idx="77">
                  <c:v>0.033924110976378</c:v>
                </c:pt>
                <c:pt idx="78">
                  <c:v>-0.0082221091058439</c:v>
                </c:pt>
                <c:pt idx="79">
                  <c:v>0.028950503082877</c:v>
                </c:pt>
                <c:pt idx="80">
                  <c:v>-0.010076860279773</c:v>
                </c:pt>
                <c:pt idx="81">
                  <c:v>-0.0047630363735652</c:v>
                </c:pt>
                <c:pt idx="82">
                  <c:v>0.011086275029459</c:v>
                </c:pt>
                <c:pt idx="83">
                  <c:v>-0.0038364295557485</c:v>
                </c:pt>
                <c:pt idx="84">
                  <c:v>0.011642799123753</c:v>
                </c:pt>
                <c:pt idx="85">
                  <c:v>-0.012599849865997</c:v>
                </c:pt>
                <c:pt idx="86">
                  <c:v>0.011788487256857</c:v>
                </c:pt>
                <c:pt idx="87">
                  <c:v>-0.0036318931607127</c:v>
                </c:pt>
                <c:pt idx="88">
                  <c:v>0.030363107706658</c:v>
                </c:pt>
                <c:pt idx="89">
                  <c:v>0.011991891092998</c:v>
                </c:pt>
                <c:pt idx="90">
                  <c:v>0.017355867655215</c:v>
                </c:pt>
                <c:pt idx="91">
                  <c:v>0.0013248896346537</c:v>
                </c:pt>
                <c:pt idx="92">
                  <c:v>0.012461611325536</c:v>
                </c:pt>
                <c:pt idx="93">
                  <c:v>0.0350214936868</c:v>
                </c:pt>
                <c:pt idx="94">
                  <c:v>-0.0021099062260403</c:v>
                </c:pt>
                <c:pt idx="95">
                  <c:v>-0.012093270126246</c:v>
                </c:pt>
                <c:pt idx="96">
                  <c:v>0.027463119185201</c:v>
                </c:pt>
                <c:pt idx="97">
                  <c:v>0.029519592382948</c:v>
                </c:pt>
                <c:pt idx="98">
                  <c:v>0.018677412413594</c:v>
                </c:pt>
                <c:pt idx="99">
                  <c:v>0.028498376552688</c:v>
                </c:pt>
                <c:pt idx="100">
                  <c:v>0.019139597429167</c:v>
                </c:pt>
                <c:pt idx="101">
                  <c:v>0.010946863936432</c:v>
                </c:pt>
                <c:pt idx="102">
                  <c:v>0.0035139537495565</c:v>
                </c:pt>
                <c:pt idx="103">
                  <c:v>-0.028081806656912</c:v>
                </c:pt>
                <c:pt idx="104">
                  <c:v>0.0077290740724292</c:v>
                </c:pt>
                <c:pt idx="105">
                  <c:v>0.0048462975978832</c:v>
                </c:pt>
                <c:pt idx="106">
                  <c:v>-0.0041777807808042</c:v>
                </c:pt>
                <c:pt idx="107">
                  <c:v>0.015448132427049</c:v>
                </c:pt>
                <c:pt idx="108">
                  <c:v>0.011450029383992</c:v>
                </c:pt>
                <c:pt idx="109">
                  <c:v>0.018046159174505</c:v>
                </c:pt>
                <c:pt idx="110">
                  <c:v>-0.00080171757360525</c:v>
                </c:pt>
                <c:pt idx="111">
                  <c:v>0.040378333131779</c:v>
                </c:pt>
                <c:pt idx="112">
                  <c:v>-0.0025945789586648</c:v>
                </c:pt>
                <c:pt idx="113">
                  <c:v>0.016778131291917</c:v>
                </c:pt>
                <c:pt idx="114">
                  <c:v>0.03744392986929</c:v>
                </c:pt>
                <c:pt idx="115">
                  <c:v>-0.0014630418774095</c:v>
                </c:pt>
                <c:pt idx="116">
                  <c:v>0.012024695502276</c:v>
                </c:pt>
                <c:pt idx="117">
                  <c:v>0.0063611528534009</c:v>
                </c:pt>
                <c:pt idx="118">
                  <c:v>-0.00064851176523702</c:v>
                </c:pt>
                <c:pt idx="119">
                  <c:v>0.0059963303756979</c:v>
                </c:pt>
                <c:pt idx="120">
                  <c:v>0.0005324977443475</c:v>
                </c:pt>
                <c:pt idx="121">
                  <c:v>0.018279726245694</c:v>
                </c:pt>
                <c:pt idx="122">
                  <c:v>0.030616929883791</c:v>
                </c:pt>
                <c:pt idx="123">
                  <c:v>-0.031803495748092</c:v>
                </c:pt>
                <c:pt idx="124">
                  <c:v>0.0029633968996989</c:v>
                </c:pt>
                <c:pt idx="125">
                  <c:v>0.04806540802574</c:v>
                </c:pt>
                <c:pt idx="126">
                  <c:v>0.017290281984074</c:v>
                </c:pt>
                <c:pt idx="127">
                  <c:v>-0.0078669218554622</c:v>
                </c:pt>
                <c:pt idx="128">
                  <c:v>-0.0099118446084581</c:v>
                </c:pt>
                <c:pt idx="129">
                  <c:v>0.0082594915821452</c:v>
                </c:pt>
                <c:pt idx="130">
                  <c:v>0.015157072840534</c:v>
                </c:pt>
                <c:pt idx="131">
                  <c:v>0.013040077022164</c:v>
                </c:pt>
                <c:pt idx="132">
                  <c:v>0.0084559229521026</c:v>
                </c:pt>
                <c:pt idx="133">
                  <c:v>0.0039454355859468</c:v>
                </c:pt>
                <c:pt idx="134">
                  <c:v>0.01521887527968</c:v>
                </c:pt>
                <c:pt idx="135">
                  <c:v>0.025536324352172</c:v>
                </c:pt>
                <c:pt idx="136">
                  <c:v>-0.0038798226882633</c:v>
                </c:pt>
                <c:pt idx="137">
                  <c:v>0.013839359969415</c:v>
                </c:pt>
                <c:pt idx="138">
                  <c:v>0.018266786890114</c:v>
                </c:pt>
                <c:pt idx="139">
                  <c:v>0.047939746594808</c:v>
                </c:pt>
                <c:pt idx="140">
                  <c:v>-0.0095695373994245</c:v>
                </c:pt>
                <c:pt idx="141">
                  <c:v>0.0021248972878895</c:v>
                </c:pt>
                <c:pt idx="142">
                  <c:v>-0.020183424028594</c:v>
                </c:pt>
                <c:pt idx="143">
                  <c:v>0.016238705637287</c:v>
                </c:pt>
                <c:pt idx="144">
                  <c:v>0.028156666782985</c:v>
                </c:pt>
                <c:pt idx="145">
                  <c:v>0.00096068385480111</c:v>
                </c:pt>
                <c:pt idx="146">
                  <c:v>0.007685964824612</c:v>
                </c:pt>
                <c:pt idx="147">
                  <c:v>-0.0034056062840496</c:v>
                </c:pt>
                <c:pt idx="148">
                  <c:v>-0.011451871917075</c:v>
                </c:pt>
                <c:pt idx="149">
                  <c:v>0.0066796667066505</c:v>
                </c:pt>
                <c:pt idx="150">
                  <c:v>0.017939366246788</c:v>
                </c:pt>
                <c:pt idx="151">
                  <c:v>-0.0056777241072943</c:v>
                </c:pt>
                <c:pt idx="152">
                  <c:v>-0.0010101551834507</c:v>
                </c:pt>
                <c:pt idx="153">
                  <c:v>0.009606782013951</c:v>
                </c:pt>
                <c:pt idx="154">
                  <c:v>-0.0060143033039256</c:v>
                </c:pt>
                <c:pt idx="155">
                  <c:v>-0.013781111789179</c:v>
                </c:pt>
                <c:pt idx="156">
                  <c:v>-0.0027923459040245</c:v>
                </c:pt>
                <c:pt idx="157">
                  <c:v>-0.0029911995996644</c:v>
                </c:pt>
                <c:pt idx="158">
                  <c:v>0.024093109141371</c:v>
                </c:pt>
                <c:pt idx="159">
                  <c:v>-0.0070268330349038</c:v>
                </c:pt>
                <c:pt idx="160">
                  <c:v>0.011658393916131</c:v>
                </c:pt>
                <c:pt idx="161">
                  <c:v>0.00099482165140499</c:v>
                </c:pt>
                <c:pt idx="162">
                  <c:v>-0.0065925547590839</c:v>
                </c:pt>
                <c:pt idx="163">
                  <c:v>-0.0041840683955576</c:v>
                </c:pt>
                <c:pt idx="164">
                  <c:v>0.0078316192738895</c:v>
                </c:pt>
                <c:pt idx="165">
                  <c:v>-0.0050502787217331</c:v>
                </c:pt>
                <c:pt idx="166">
                  <c:v>0.032837103671583</c:v>
                </c:pt>
                <c:pt idx="167">
                  <c:v>0.015372587033966</c:v>
                </c:pt>
                <c:pt idx="168">
                  <c:v>0.037884914383584</c:v>
                </c:pt>
                <c:pt idx="169">
                  <c:v>0.0042593146913508</c:v>
                </c:pt>
                <c:pt idx="170">
                  <c:v>-0.0046085709108028</c:v>
                </c:pt>
                <c:pt idx="171">
                  <c:v>-0.0063925260390549</c:v>
                </c:pt>
                <c:pt idx="172">
                  <c:v>0.038893818970593</c:v>
                </c:pt>
                <c:pt idx="173">
                  <c:v>0.021532128164689</c:v>
                </c:pt>
                <c:pt idx="174">
                  <c:v>-0.001284479015282</c:v>
                </c:pt>
                <c:pt idx="175">
                  <c:v>0.005760795287207</c:v>
                </c:pt>
                <c:pt idx="176">
                  <c:v>0.024590462817737</c:v>
                </c:pt>
                <c:pt idx="177">
                  <c:v>0.0081900149878611</c:v>
                </c:pt>
                <c:pt idx="178">
                  <c:v>0.031404701139613</c:v>
                </c:pt>
                <c:pt idx="179">
                  <c:v>0.020924082868892</c:v>
                </c:pt>
                <c:pt idx="180">
                  <c:v>0.042453138122958</c:v>
                </c:pt>
                <c:pt idx="181">
                  <c:v>0.0028602297821324</c:v>
                </c:pt>
                <c:pt idx="182">
                  <c:v>0.015741208293606</c:v>
                </c:pt>
                <c:pt idx="183">
                  <c:v>0.039675042279092</c:v>
                </c:pt>
                <c:pt idx="184">
                  <c:v>0.021359446365287</c:v>
                </c:pt>
                <c:pt idx="185">
                  <c:v>0.0057995986260683</c:v>
                </c:pt>
                <c:pt idx="186">
                  <c:v>-0.015084523090272</c:v>
                </c:pt>
                <c:pt idx="187">
                  <c:v>0.014589178538554</c:v>
                </c:pt>
                <c:pt idx="188">
                  <c:v>0.0039165236961673</c:v>
                </c:pt>
                <c:pt idx="189">
                  <c:v>0.034591787319248</c:v>
                </c:pt>
                <c:pt idx="190">
                  <c:v>0.017957385928633</c:v>
                </c:pt>
                <c:pt idx="191">
                  <c:v>0.014218142254274</c:v>
                </c:pt>
                <c:pt idx="192">
                  <c:v>0.018109897720538</c:v>
                </c:pt>
                <c:pt idx="193">
                  <c:v>-0.021960910365884</c:v>
                </c:pt>
                <c:pt idx="194">
                  <c:v>0.012247475784606</c:v>
                </c:pt>
                <c:pt idx="195">
                  <c:v>0.04978588106461</c:v>
                </c:pt>
                <c:pt idx="196">
                  <c:v>0.04015804833508</c:v>
                </c:pt>
                <c:pt idx="197">
                  <c:v>0.019077433582916</c:v>
                </c:pt>
                <c:pt idx="198">
                  <c:v>0.048598069398537</c:v>
                </c:pt>
                <c:pt idx="199">
                  <c:v>0.00084816020906465</c:v>
                </c:pt>
                <c:pt idx="200">
                  <c:v>0.010154389384711</c:v>
                </c:pt>
                <c:pt idx="201">
                  <c:v>0.025550616793899</c:v>
                </c:pt>
                <c:pt idx="202">
                  <c:v>0.014025220394419</c:v>
                </c:pt>
                <c:pt idx="203">
                  <c:v>0.024837330466668</c:v>
                </c:pt>
                <c:pt idx="204">
                  <c:v>0.0078938249530603</c:v>
                </c:pt>
                <c:pt idx="205">
                  <c:v>-0.0042966073530222</c:v>
                </c:pt>
                <c:pt idx="206">
                  <c:v>0.0015642148318516</c:v>
                </c:pt>
                <c:pt idx="207">
                  <c:v>0.01271787374139</c:v>
                </c:pt>
                <c:pt idx="208">
                  <c:v>-0.0028970817904221</c:v>
                </c:pt>
                <c:pt idx="209">
                  <c:v>0.015943995439347</c:v>
                </c:pt>
                <c:pt idx="210">
                  <c:v>0.003044207723439</c:v>
                </c:pt>
                <c:pt idx="211">
                  <c:v>0.030875443890764</c:v>
                </c:pt>
                <c:pt idx="212">
                  <c:v>0.02886994259885</c:v>
                </c:pt>
                <c:pt idx="213">
                  <c:v>0.02027343828839</c:v>
                </c:pt>
                <c:pt idx="214">
                  <c:v>0.011278676500839</c:v>
                </c:pt>
                <c:pt idx="215">
                  <c:v>-0.0027303668364225</c:v>
                </c:pt>
                <c:pt idx="216">
                  <c:v>0.025577335804719</c:v>
                </c:pt>
                <c:pt idx="217">
                  <c:v>0.0064245009518478</c:v>
                </c:pt>
                <c:pt idx="218">
                  <c:v>-0.0057376621595225</c:v>
                </c:pt>
                <c:pt idx="219">
                  <c:v>0.034311599260971</c:v>
                </c:pt>
                <c:pt idx="220">
                  <c:v>-0.016047279575664</c:v>
                </c:pt>
                <c:pt idx="221">
                  <c:v>0.014354175338256</c:v>
                </c:pt>
                <c:pt idx="222">
                  <c:v>0.02738878195055</c:v>
                </c:pt>
                <c:pt idx="223">
                  <c:v>0.0069122551262129</c:v>
                </c:pt>
                <c:pt idx="224">
                  <c:v>0.021141001077433</c:v>
                </c:pt>
                <c:pt idx="225">
                  <c:v>0.033859962375654</c:v>
                </c:pt>
                <c:pt idx="226">
                  <c:v>0.028258537129403</c:v>
                </c:pt>
                <c:pt idx="227">
                  <c:v>0.030086362005704</c:v>
                </c:pt>
                <c:pt idx="228">
                  <c:v>0.0018128045666794</c:v>
                </c:pt>
                <c:pt idx="229">
                  <c:v>-0.00697242303414</c:v>
                </c:pt>
                <c:pt idx="230">
                  <c:v>0.0044537683660653</c:v>
                </c:pt>
                <c:pt idx="231">
                  <c:v>0.015253699144021</c:v>
                </c:pt>
                <c:pt idx="232">
                  <c:v>0.010630355799899</c:v>
                </c:pt>
                <c:pt idx="233">
                  <c:v>0.01459915210374</c:v>
                </c:pt>
                <c:pt idx="234">
                  <c:v>-0.0053413023724045</c:v>
                </c:pt>
                <c:pt idx="235">
                  <c:v>0.021772218148515</c:v>
                </c:pt>
                <c:pt idx="236">
                  <c:v>-0.0013491867276063</c:v>
                </c:pt>
                <c:pt idx="237">
                  <c:v>0.032867502522413</c:v>
                </c:pt>
                <c:pt idx="238">
                  <c:v>0.013272960977433</c:v>
                </c:pt>
                <c:pt idx="239">
                  <c:v>0.025632046788677</c:v>
                </c:pt>
                <c:pt idx="240">
                  <c:v>0.0029630826110473</c:v>
                </c:pt>
                <c:pt idx="241">
                  <c:v>0.024809224358138</c:v>
                </c:pt>
                <c:pt idx="242">
                  <c:v>0.020575646528046</c:v>
                </c:pt>
                <c:pt idx="243">
                  <c:v>0.040091099490281</c:v>
                </c:pt>
                <c:pt idx="244">
                  <c:v>-0.0045185975517991</c:v>
                </c:pt>
                <c:pt idx="245">
                  <c:v>0.033007612310674</c:v>
                </c:pt>
                <c:pt idx="246">
                  <c:v>0.016911001401251</c:v>
                </c:pt>
                <c:pt idx="247">
                  <c:v>0.01983765509674</c:v>
                </c:pt>
                <c:pt idx="248">
                  <c:v>0.022255276692677</c:v>
                </c:pt>
                <c:pt idx="249">
                  <c:v>-0.0015415803656388</c:v>
                </c:pt>
                <c:pt idx="250">
                  <c:v>-0.0057678408294656</c:v>
                </c:pt>
                <c:pt idx="251">
                  <c:v>-0.020359603794096</c:v>
                </c:pt>
                <c:pt idx="252">
                  <c:v>0.019290405710897</c:v>
                </c:pt>
                <c:pt idx="253">
                  <c:v>0.018090306775757</c:v>
                </c:pt>
                <c:pt idx="254">
                  <c:v>0.016318735844671</c:v>
                </c:pt>
                <c:pt idx="255">
                  <c:v>0.025099503032941</c:v>
                </c:pt>
                <c:pt idx="256">
                  <c:v>0.011187816343234</c:v>
                </c:pt>
                <c:pt idx="257">
                  <c:v>-0.010398648041227</c:v>
                </c:pt>
                <c:pt idx="258">
                  <c:v>-0.0082570855571504</c:v>
                </c:pt>
                <c:pt idx="259">
                  <c:v>0.0067703887323052</c:v>
                </c:pt>
                <c:pt idx="260">
                  <c:v>0.00099421495276388</c:v>
                </c:pt>
                <c:pt idx="261">
                  <c:v>0.0032894816689318</c:v>
                </c:pt>
                <c:pt idx="262">
                  <c:v>0.030966256150528</c:v>
                </c:pt>
                <c:pt idx="263">
                  <c:v>0.0084274571995811</c:v>
                </c:pt>
                <c:pt idx="264">
                  <c:v>-0.013664567044806</c:v>
                </c:pt>
                <c:pt idx="265">
                  <c:v>0.01182960894537</c:v>
                </c:pt>
                <c:pt idx="266">
                  <c:v>0.042271676995832</c:v>
                </c:pt>
                <c:pt idx="267">
                  <c:v>-0.0083804089698159</c:v>
                </c:pt>
                <c:pt idx="268">
                  <c:v>0.003476518982728</c:v>
                </c:pt>
                <c:pt idx="269">
                  <c:v>0.016537544696159</c:v>
                </c:pt>
                <c:pt idx="270">
                  <c:v>0.018330155890609</c:v>
                </c:pt>
                <c:pt idx="271">
                  <c:v>-0.0051262367336187</c:v>
                </c:pt>
                <c:pt idx="272">
                  <c:v>0.025852005521334</c:v>
                </c:pt>
                <c:pt idx="273">
                  <c:v>0.0039401159125167</c:v>
                </c:pt>
                <c:pt idx="274">
                  <c:v>-0.0071445834756501</c:v>
                </c:pt>
                <c:pt idx="275">
                  <c:v>0.028084704782781</c:v>
                </c:pt>
                <c:pt idx="276">
                  <c:v>0.024126181244662</c:v>
                </c:pt>
                <c:pt idx="277">
                  <c:v>-0.0010036556895535</c:v>
                </c:pt>
                <c:pt idx="278">
                  <c:v>0.002253208800062</c:v>
                </c:pt>
                <c:pt idx="279">
                  <c:v>-0.0067204417151102</c:v>
                </c:pt>
                <c:pt idx="280">
                  <c:v>0.02670435774471</c:v>
                </c:pt>
                <c:pt idx="281">
                  <c:v>0.00047295905376429</c:v>
                </c:pt>
                <c:pt idx="282">
                  <c:v>-0.014158570553483</c:v>
                </c:pt>
                <c:pt idx="283">
                  <c:v>0.029388402667265</c:v>
                </c:pt>
                <c:pt idx="284">
                  <c:v>0.0050440278631282</c:v>
                </c:pt>
                <c:pt idx="285">
                  <c:v>0.010081536861394</c:v>
                </c:pt>
                <c:pt idx="286">
                  <c:v>0.048169446586818</c:v>
                </c:pt>
                <c:pt idx="287">
                  <c:v>0.010287308949336</c:v>
                </c:pt>
                <c:pt idx="288">
                  <c:v>0.0088558337512719</c:v>
                </c:pt>
                <c:pt idx="289">
                  <c:v>0.017505002483712</c:v>
                </c:pt>
                <c:pt idx="290">
                  <c:v>0.024392955674146</c:v>
                </c:pt>
                <c:pt idx="291">
                  <c:v>0.0074877809598212</c:v>
                </c:pt>
                <c:pt idx="292">
                  <c:v>0.023279462848962</c:v>
                </c:pt>
                <c:pt idx="293">
                  <c:v>-0.0065760246460189</c:v>
                </c:pt>
                <c:pt idx="294">
                  <c:v>0.020163553449646</c:v>
                </c:pt>
                <c:pt idx="295">
                  <c:v>0.0077728187729579</c:v>
                </c:pt>
                <c:pt idx="296">
                  <c:v>0.0063646862083646</c:v>
                </c:pt>
                <c:pt idx="297">
                  <c:v>-0.0024498373776126</c:v>
                </c:pt>
                <c:pt idx="298">
                  <c:v>0.02711422359493</c:v>
                </c:pt>
                <c:pt idx="299">
                  <c:v>-0.02215486994303</c:v>
                </c:pt>
                <c:pt idx="300">
                  <c:v>-0.010244337112595</c:v>
                </c:pt>
                <c:pt idx="301">
                  <c:v>0.044954348726544</c:v>
                </c:pt>
                <c:pt idx="302">
                  <c:v>0.01649722176139</c:v>
                </c:pt>
                <c:pt idx="303">
                  <c:v>-0.0080592779035775</c:v>
                </c:pt>
                <c:pt idx="304">
                  <c:v>0.00098778581991447</c:v>
                </c:pt>
                <c:pt idx="305">
                  <c:v>0.0068768778166171</c:v>
                </c:pt>
                <c:pt idx="306">
                  <c:v>0.042817272174897</c:v>
                </c:pt>
                <c:pt idx="307">
                  <c:v>0.036057121672122</c:v>
                </c:pt>
                <c:pt idx="308">
                  <c:v>-0.0052359140501487</c:v>
                </c:pt>
                <c:pt idx="309">
                  <c:v>-0.014180836834303</c:v>
                </c:pt>
                <c:pt idx="310">
                  <c:v>-0.0088625858885108</c:v>
                </c:pt>
                <c:pt idx="311">
                  <c:v>0.0088599831132843</c:v>
                </c:pt>
                <c:pt idx="312">
                  <c:v>0.0099048272056473</c:v>
                </c:pt>
                <c:pt idx="313">
                  <c:v>0.0032078080825683</c:v>
                </c:pt>
                <c:pt idx="314">
                  <c:v>0.024084327835063</c:v>
                </c:pt>
                <c:pt idx="315">
                  <c:v>0.0080397026952685</c:v>
                </c:pt>
                <c:pt idx="316">
                  <c:v>0.014431259376942</c:v>
                </c:pt>
                <c:pt idx="317">
                  <c:v>0.00046804837272451</c:v>
                </c:pt>
                <c:pt idx="318">
                  <c:v>0.019463383734585</c:v>
                </c:pt>
                <c:pt idx="319">
                  <c:v>0.011823043434204</c:v>
                </c:pt>
                <c:pt idx="320">
                  <c:v>-0.017516172658844</c:v>
                </c:pt>
                <c:pt idx="321">
                  <c:v>-0.0061653853892159</c:v>
                </c:pt>
                <c:pt idx="322">
                  <c:v>0.028917600770388</c:v>
                </c:pt>
                <c:pt idx="323">
                  <c:v>-0.0043407170902369</c:v>
                </c:pt>
                <c:pt idx="324">
                  <c:v>0.018552296518508</c:v>
                </c:pt>
                <c:pt idx="325">
                  <c:v>0.013393642293139</c:v>
                </c:pt>
                <c:pt idx="326">
                  <c:v>-0.0084114344232119</c:v>
                </c:pt>
                <c:pt idx="327">
                  <c:v>0.016428738802648</c:v>
                </c:pt>
                <c:pt idx="328">
                  <c:v>0.0076067404061692</c:v>
                </c:pt>
                <c:pt idx="329">
                  <c:v>0.031126641442389</c:v>
                </c:pt>
                <c:pt idx="330">
                  <c:v>-0.0093318724203844</c:v>
                </c:pt>
                <c:pt idx="331">
                  <c:v>0.0072298626701131</c:v>
                </c:pt>
                <c:pt idx="332">
                  <c:v>0.026323813328292</c:v>
                </c:pt>
                <c:pt idx="333">
                  <c:v>0.042707264013651</c:v>
                </c:pt>
                <c:pt idx="334">
                  <c:v>0.025727223841962</c:v>
                </c:pt>
                <c:pt idx="335">
                  <c:v>0.014363880228236</c:v>
                </c:pt>
                <c:pt idx="336">
                  <c:v>0.015470564942799</c:v>
                </c:pt>
                <c:pt idx="337">
                  <c:v>-0.011171725350934</c:v>
                </c:pt>
                <c:pt idx="338">
                  <c:v>0.044495746503764</c:v>
                </c:pt>
                <c:pt idx="339">
                  <c:v>0.03997056199353</c:v>
                </c:pt>
                <c:pt idx="340">
                  <c:v>0.0059881463014229</c:v>
                </c:pt>
                <c:pt idx="341">
                  <c:v>0.029928421018944</c:v>
                </c:pt>
                <c:pt idx="342">
                  <c:v>0.029104552589592</c:v>
                </c:pt>
                <c:pt idx="343">
                  <c:v>0.016847791169822</c:v>
                </c:pt>
                <c:pt idx="344">
                  <c:v>0.022662550653305</c:v>
                </c:pt>
                <c:pt idx="345">
                  <c:v>0.035658828747725</c:v>
                </c:pt>
                <c:pt idx="346">
                  <c:v>0.031386047823613</c:v>
                </c:pt>
                <c:pt idx="347">
                  <c:v>-0.0034104782489513</c:v>
                </c:pt>
                <c:pt idx="348">
                  <c:v>-0.0061301705726344</c:v>
                </c:pt>
                <c:pt idx="349">
                  <c:v>0.010388492022161</c:v>
                </c:pt>
                <c:pt idx="350">
                  <c:v>0.032742683601092</c:v>
                </c:pt>
                <c:pt idx="351">
                  <c:v>0.023808761471202</c:v>
                </c:pt>
                <c:pt idx="352">
                  <c:v>0.012351742748323</c:v>
                </c:pt>
                <c:pt idx="353">
                  <c:v>0.030173693145503</c:v>
                </c:pt>
                <c:pt idx="354">
                  <c:v>0.0096404965285884</c:v>
                </c:pt>
                <c:pt idx="355">
                  <c:v>0.024892794404907</c:v>
                </c:pt>
                <c:pt idx="356">
                  <c:v>0.024580678056533</c:v>
                </c:pt>
                <c:pt idx="357">
                  <c:v>0.0069990569972072</c:v>
                </c:pt>
                <c:pt idx="358">
                  <c:v>-0.0080667263606975</c:v>
                </c:pt>
                <c:pt idx="359">
                  <c:v>0.04646314995041</c:v>
                </c:pt>
                <c:pt idx="360">
                  <c:v>-0.02337405041746</c:v>
                </c:pt>
                <c:pt idx="361">
                  <c:v>0.017714888579373</c:v>
                </c:pt>
                <c:pt idx="362">
                  <c:v>0.013818637077655</c:v>
                </c:pt>
                <c:pt idx="363">
                  <c:v>-0.0055914548714269</c:v>
                </c:pt>
                <c:pt idx="364">
                  <c:v>0.023347095690623</c:v>
                </c:pt>
                <c:pt idx="365">
                  <c:v>0.01305829331925</c:v>
                </c:pt>
                <c:pt idx="366">
                  <c:v>0.012133263723425</c:v>
                </c:pt>
                <c:pt idx="367">
                  <c:v>0.020518312155556</c:v>
                </c:pt>
                <c:pt idx="368">
                  <c:v>0.01068825754866</c:v>
                </c:pt>
                <c:pt idx="369">
                  <c:v>0.01092918144682</c:v>
                </c:pt>
                <c:pt idx="370">
                  <c:v>0.043432115061461</c:v>
                </c:pt>
                <c:pt idx="371">
                  <c:v>0.023986624955216</c:v>
                </c:pt>
                <c:pt idx="372">
                  <c:v>0.018960395655125</c:v>
                </c:pt>
                <c:pt idx="373">
                  <c:v>0.020199375965934</c:v>
                </c:pt>
                <c:pt idx="374">
                  <c:v>0.016265549379739</c:v>
                </c:pt>
                <c:pt idx="375">
                  <c:v>0.042623606645323</c:v>
                </c:pt>
                <c:pt idx="376">
                  <c:v>0.0058888442540943</c:v>
                </c:pt>
                <c:pt idx="377">
                  <c:v>0.0085079658860985</c:v>
                </c:pt>
                <c:pt idx="378">
                  <c:v>-0.0060447064286584</c:v>
                </c:pt>
                <c:pt idx="379">
                  <c:v>0.02120401288225</c:v>
                </c:pt>
                <c:pt idx="380">
                  <c:v>0.026664025260554</c:v>
                </c:pt>
                <c:pt idx="381">
                  <c:v>-0.023382028466422</c:v>
                </c:pt>
                <c:pt idx="382">
                  <c:v>-0.021479560778233</c:v>
                </c:pt>
                <c:pt idx="383">
                  <c:v>-0.00042544876984743</c:v>
                </c:pt>
                <c:pt idx="384">
                  <c:v>0.032975333812112</c:v>
                </c:pt>
                <c:pt idx="385">
                  <c:v>0.027720258529644</c:v>
                </c:pt>
                <c:pt idx="386">
                  <c:v>0.0069561653912642</c:v>
                </c:pt>
                <c:pt idx="387">
                  <c:v>0.016315643562365</c:v>
                </c:pt>
                <c:pt idx="388">
                  <c:v>0.022848855515067</c:v>
                </c:pt>
                <c:pt idx="389">
                  <c:v>0.0038993786853177</c:v>
                </c:pt>
                <c:pt idx="390">
                  <c:v>0.040641212162689</c:v>
                </c:pt>
                <c:pt idx="391">
                  <c:v>-0.0020175393060553</c:v>
                </c:pt>
                <c:pt idx="392">
                  <c:v>0.010935638040472</c:v>
                </c:pt>
                <c:pt idx="393">
                  <c:v>0.0062646536809597</c:v>
                </c:pt>
                <c:pt idx="394">
                  <c:v>0.040632791249021</c:v>
                </c:pt>
                <c:pt idx="395">
                  <c:v>0.024369024540744</c:v>
                </c:pt>
                <c:pt idx="396">
                  <c:v>0.020740896583772</c:v>
                </c:pt>
                <c:pt idx="397">
                  <c:v>0.030568993073696</c:v>
                </c:pt>
                <c:pt idx="398">
                  <c:v>0.028491813340279</c:v>
                </c:pt>
                <c:pt idx="399">
                  <c:v>0.025257406828067</c:v>
                </c:pt>
                <c:pt idx="400">
                  <c:v>0.028439905060344</c:v>
                </c:pt>
                <c:pt idx="401">
                  <c:v>0.00053892394234344</c:v>
                </c:pt>
                <c:pt idx="402">
                  <c:v>0.015427731634863</c:v>
                </c:pt>
                <c:pt idx="403">
                  <c:v>0.021209415920183</c:v>
                </c:pt>
                <c:pt idx="404">
                  <c:v>0.021230772909386</c:v>
                </c:pt>
                <c:pt idx="405">
                  <c:v>0.051406895692382</c:v>
                </c:pt>
                <c:pt idx="406">
                  <c:v>0.040556769206656</c:v>
                </c:pt>
                <c:pt idx="407">
                  <c:v>-0.0081215159918534</c:v>
                </c:pt>
                <c:pt idx="408">
                  <c:v>-0.0067340134718194</c:v>
                </c:pt>
                <c:pt idx="409">
                  <c:v>0.027847887022283</c:v>
                </c:pt>
                <c:pt idx="410">
                  <c:v>0.022093940827661</c:v>
                </c:pt>
                <c:pt idx="411">
                  <c:v>-0.0095828650762874</c:v>
                </c:pt>
                <c:pt idx="412">
                  <c:v>0.040549255547251</c:v>
                </c:pt>
                <c:pt idx="413">
                  <c:v>0.01994479885192</c:v>
                </c:pt>
                <c:pt idx="414">
                  <c:v>0.0062379868183353</c:v>
                </c:pt>
                <c:pt idx="415">
                  <c:v>0.041353369236247</c:v>
                </c:pt>
                <c:pt idx="416">
                  <c:v>0.02411450182526</c:v>
                </c:pt>
                <c:pt idx="417">
                  <c:v>0.033779085152047</c:v>
                </c:pt>
                <c:pt idx="418">
                  <c:v>0.0046758281897189</c:v>
                </c:pt>
                <c:pt idx="419">
                  <c:v>0.013964940366135</c:v>
                </c:pt>
                <c:pt idx="420">
                  <c:v>0.008921664697304</c:v>
                </c:pt>
                <c:pt idx="421">
                  <c:v>-0.004714793358841</c:v>
                </c:pt>
                <c:pt idx="422">
                  <c:v>0.0036934754647106</c:v>
                </c:pt>
                <c:pt idx="423">
                  <c:v>0.039847604957384</c:v>
                </c:pt>
                <c:pt idx="424">
                  <c:v>0.0060930288269592</c:v>
                </c:pt>
                <c:pt idx="425">
                  <c:v>0.029640006863572</c:v>
                </c:pt>
                <c:pt idx="426">
                  <c:v>0.024976095552397</c:v>
                </c:pt>
                <c:pt idx="427">
                  <c:v>0.056447412554567</c:v>
                </c:pt>
                <c:pt idx="428">
                  <c:v>0.025394784719867</c:v>
                </c:pt>
                <c:pt idx="429">
                  <c:v>0.0019863547059403</c:v>
                </c:pt>
                <c:pt idx="430">
                  <c:v>0.0041914593717688</c:v>
                </c:pt>
                <c:pt idx="431">
                  <c:v>0.064441043984702</c:v>
                </c:pt>
                <c:pt idx="432">
                  <c:v>-0.0034035019604298</c:v>
                </c:pt>
                <c:pt idx="433">
                  <c:v>0.026261216749373</c:v>
                </c:pt>
                <c:pt idx="434">
                  <c:v>0.057941477686712</c:v>
                </c:pt>
                <c:pt idx="435">
                  <c:v>-0.0016057884715922</c:v>
                </c:pt>
                <c:pt idx="436">
                  <c:v>0.013078927891161</c:v>
                </c:pt>
                <c:pt idx="437">
                  <c:v>0.050276196662537</c:v>
                </c:pt>
                <c:pt idx="438">
                  <c:v>0.053208075176724</c:v>
                </c:pt>
                <c:pt idx="439">
                  <c:v>0.024835940011379</c:v>
                </c:pt>
                <c:pt idx="440">
                  <c:v>-0.010230629100918</c:v>
                </c:pt>
                <c:pt idx="441">
                  <c:v>0.022997767821518</c:v>
                </c:pt>
                <c:pt idx="442">
                  <c:v>0.025270538614428</c:v>
                </c:pt>
                <c:pt idx="443">
                  <c:v>0.021336280062374</c:v>
                </c:pt>
                <c:pt idx="444">
                  <c:v>0.018227456767785</c:v>
                </c:pt>
                <c:pt idx="445">
                  <c:v>0.031090359264538</c:v>
                </c:pt>
                <c:pt idx="446">
                  <c:v>0.011643269772517</c:v>
                </c:pt>
                <c:pt idx="447">
                  <c:v>0.034274562243318</c:v>
                </c:pt>
                <c:pt idx="448">
                  <c:v>0.01334014117144</c:v>
                </c:pt>
                <c:pt idx="449">
                  <c:v>0.018865019005862</c:v>
                </c:pt>
                <c:pt idx="450">
                  <c:v>0.010652480693351</c:v>
                </c:pt>
                <c:pt idx="451">
                  <c:v>0.01414713031642</c:v>
                </c:pt>
                <c:pt idx="452">
                  <c:v>0.01925126380862</c:v>
                </c:pt>
                <c:pt idx="453">
                  <c:v>0.023122935735789</c:v>
                </c:pt>
                <c:pt idx="454">
                  <c:v>-0.0013535562582562</c:v>
                </c:pt>
                <c:pt idx="455">
                  <c:v>0.029979890535177</c:v>
                </c:pt>
                <c:pt idx="456">
                  <c:v>0.027453864699188</c:v>
                </c:pt>
                <c:pt idx="457">
                  <c:v>-0.0021100680736525</c:v>
                </c:pt>
                <c:pt idx="458">
                  <c:v>0.051311774053964</c:v>
                </c:pt>
                <c:pt idx="459">
                  <c:v>0.014218650487883</c:v>
                </c:pt>
                <c:pt idx="460">
                  <c:v>0.0065174408283708</c:v>
                </c:pt>
                <c:pt idx="461">
                  <c:v>0.047322159319514</c:v>
                </c:pt>
                <c:pt idx="462">
                  <c:v>0.0076295921157042</c:v>
                </c:pt>
                <c:pt idx="463">
                  <c:v>-0.010189460104211</c:v>
                </c:pt>
                <c:pt idx="464">
                  <c:v>0.018160538256966</c:v>
                </c:pt>
                <c:pt idx="465">
                  <c:v>0.038490589035884</c:v>
                </c:pt>
                <c:pt idx="466">
                  <c:v>0.025904335378506</c:v>
                </c:pt>
                <c:pt idx="467">
                  <c:v>-0.0010029387908009</c:v>
                </c:pt>
                <c:pt idx="468">
                  <c:v>0.0083882788282348</c:v>
                </c:pt>
                <c:pt idx="469">
                  <c:v>0.0050230635584281</c:v>
                </c:pt>
                <c:pt idx="470">
                  <c:v>0.041401068614747</c:v>
                </c:pt>
                <c:pt idx="471">
                  <c:v>0.038682910313325</c:v>
                </c:pt>
                <c:pt idx="472">
                  <c:v>0.014540964878473</c:v>
                </c:pt>
                <c:pt idx="473">
                  <c:v>0.017787343775246</c:v>
                </c:pt>
                <c:pt idx="474">
                  <c:v>-0.00024638323018811</c:v>
                </c:pt>
                <c:pt idx="475">
                  <c:v>0.018517712028387</c:v>
                </c:pt>
                <c:pt idx="476">
                  <c:v>-0.017921329269554</c:v>
                </c:pt>
                <c:pt idx="477">
                  <c:v>0.015162151752015</c:v>
                </c:pt>
                <c:pt idx="478">
                  <c:v>0.022127677449216</c:v>
                </c:pt>
                <c:pt idx="479">
                  <c:v>-0.0082426125224716</c:v>
                </c:pt>
                <c:pt idx="480">
                  <c:v>0.0055945252374362</c:v>
                </c:pt>
                <c:pt idx="481">
                  <c:v>0.0048313607069997</c:v>
                </c:pt>
                <c:pt idx="482">
                  <c:v>0.019098584527336</c:v>
                </c:pt>
                <c:pt idx="483">
                  <c:v>0.040649338194107</c:v>
                </c:pt>
                <c:pt idx="484">
                  <c:v>0.016521056448883</c:v>
                </c:pt>
                <c:pt idx="485">
                  <c:v>0.037374561749151</c:v>
                </c:pt>
                <c:pt idx="486">
                  <c:v>0.010105332728839</c:v>
                </c:pt>
                <c:pt idx="487">
                  <c:v>0.0034039346241216</c:v>
                </c:pt>
                <c:pt idx="488">
                  <c:v>0.0026545912277417</c:v>
                </c:pt>
                <c:pt idx="489">
                  <c:v>0.042639736267808</c:v>
                </c:pt>
                <c:pt idx="490">
                  <c:v>0.0056980371489984</c:v>
                </c:pt>
                <c:pt idx="491">
                  <c:v>0.008299183441878</c:v>
                </c:pt>
                <c:pt idx="492">
                  <c:v>0.043226676499716</c:v>
                </c:pt>
                <c:pt idx="493">
                  <c:v>-0.0045280113436781</c:v>
                </c:pt>
                <c:pt idx="494">
                  <c:v>0.012862698535985</c:v>
                </c:pt>
                <c:pt idx="495">
                  <c:v>0.037658037319998</c:v>
                </c:pt>
                <c:pt idx="496">
                  <c:v>0.020819969668631</c:v>
                </c:pt>
                <c:pt idx="497">
                  <c:v>0.0076484245363354</c:v>
                </c:pt>
                <c:pt idx="498">
                  <c:v>0.011464010156111</c:v>
                </c:pt>
                <c:pt idx="499">
                  <c:v>0.016387220299673</c:v>
                </c:pt>
                <c:pt idx="500">
                  <c:v>0.047301803552318</c:v>
                </c:pt>
                <c:pt idx="501">
                  <c:v>0.031205851182583</c:v>
                </c:pt>
                <c:pt idx="502">
                  <c:v>-0.0088861315165975</c:v>
                </c:pt>
                <c:pt idx="503">
                  <c:v>0.012541476382368</c:v>
                </c:pt>
                <c:pt idx="504">
                  <c:v>0.0095846854965101</c:v>
                </c:pt>
                <c:pt idx="505">
                  <c:v>0.038724575534619</c:v>
                </c:pt>
                <c:pt idx="506">
                  <c:v>0.0088917427204666</c:v>
                </c:pt>
                <c:pt idx="507">
                  <c:v>0.039332052246605</c:v>
                </c:pt>
                <c:pt idx="508">
                  <c:v>0.028611032789885</c:v>
                </c:pt>
                <c:pt idx="509">
                  <c:v>0.030868664469428</c:v>
                </c:pt>
                <c:pt idx="510">
                  <c:v>0.0220584326984</c:v>
                </c:pt>
                <c:pt idx="511">
                  <c:v>-0.031417175253895</c:v>
                </c:pt>
                <c:pt idx="512">
                  <c:v>0.016162625018988</c:v>
                </c:pt>
                <c:pt idx="513">
                  <c:v>0.039431415004894</c:v>
                </c:pt>
                <c:pt idx="514">
                  <c:v>0.02783704237979</c:v>
                </c:pt>
                <c:pt idx="515">
                  <c:v>0.039309736415167</c:v>
                </c:pt>
                <c:pt idx="516">
                  <c:v>0.029268747570558</c:v>
                </c:pt>
                <c:pt idx="517">
                  <c:v>0.015520939735529</c:v>
                </c:pt>
                <c:pt idx="518">
                  <c:v>0.019723665411777</c:v>
                </c:pt>
                <c:pt idx="519">
                  <c:v>0.0143935136299</c:v>
                </c:pt>
                <c:pt idx="520">
                  <c:v>0.04435398063072</c:v>
                </c:pt>
                <c:pt idx="521">
                  <c:v>0.036963180396374</c:v>
                </c:pt>
                <c:pt idx="522">
                  <c:v>0.019526745129928</c:v>
                </c:pt>
                <c:pt idx="523">
                  <c:v>-0.0020035450317944</c:v>
                </c:pt>
                <c:pt idx="524">
                  <c:v>0.029954099372395</c:v>
                </c:pt>
                <c:pt idx="525">
                  <c:v>-0.0017901010396816</c:v>
                </c:pt>
                <c:pt idx="526">
                  <c:v>-0.0045895068243677</c:v>
                </c:pt>
                <c:pt idx="527">
                  <c:v>0.0078539839233599</c:v>
                </c:pt>
                <c:pt idx="528">
                  <c:v>0.014313725820133</c:v>
                </c:pt>
                <c:pt idx="529">
                  <c:v>-0.021991882720843</c:v>
                </c:pt>
                <c:pt idx="530">
                  <c:v>0.0048109218127539</c:v>
                </c:pt>
                <c:pt idx="531">
                  <c:v>0.01375137477186</c:v>
                </c:pt>
                <c:pt idx="532">
                  <c:v>0.00216742777028</c:v>
                </c:pt>
                <c:pt idx="533">
                  <c:v>0.0065928718501959</c:v>
                </c:pt>
                <c:pt idx="534">
                  <c:v>0.041459058049048</c:v>
                </c:pt>
                <c:pt idx="535">
                  <c:v>0.02648402828346</c:v>
                </c:pt>
                <c:pt idx="536">
                  <c:v>0.021989877946276</c:v>
                </c:pt>
                <c:pt idx="537">
                  <c:v>0.023344761617134</c:v>
                </c:pt>
                <c:pt idx="538">
                  <c:v>0.028273013438244</c:v>
                </c:pt>
                <c:pt idx="539">
                  <c:v>0.020408200898026</c:v>
                </c:pt>
                <c:pt idx="540">
                  <c:v>0.0072909393891161</c:v>
                </c:pt>
                <c:pt idx="541">
                  <c:v>0.029722706833062</c:v>
                </c:pt>
                <c:pt idx="542">
                  <c:v>0.045166355182083</c:v>
                </c:pt>
                <c:pt idx="543">
                  <c:v>-0.0035357002796884</c:v>
                </c:pt>
                <c:pt idx="544">
                  <c:v>0.0097668435672831</c:v>
                </c:pt>
                <c:pt idx="545">
                  <c:v>0.025849586038482</c:v>
                </c:pt>
                <c:pt idx="546">
                  <c:v>0.0121662013111</c:v>
                </c:pt>
                <c:pt idx="547">
                  <c:v>0.043363215406965</c:v>
                </c:pt>
                <c:pt idx="548">
                  <c:v>0.031400706811698</c:v>
                </c:pt>
                <c:pt idx="549">
                  <c:v>0.00050538036273672</c:v>
                </c:pt>
                <c:pt idx="550">
                  <c:v>0.015177415949272</c:v>
                </c:pt>
                <c:pt idx="551">
                  <c:v>0.022739855949189</c:v>
                </c:pt>
                <c:pt idx="552">
                  <c:v>0.0062222940201825</c:v>
                </c:pt>
                <c:pt idx="553">
                  <c:v>0.033787633500898</c:v>
                </c:pt>
                <c:pt idx="554">
                  <c:v>0.036617363512503</c:v>
                </c:pt>
                <c:pt idx="555">
                  <c:v>0.033145054453813</c:v>
                </c:pt>
                <c:pt idx="556">
                  <c:v>0.02758993639304</c:v>
                </c:pt>
                <c:pt idx="557">
                  <c:v>0.036311022899589</c:v>
                </c:pt>
                <c:pt idx="558">
                  <c:v>0.041381559737283</c:v>
                </c:pt>
                <c:pt idx="559">
                  <c:v>0.031140742221356</c:v>
                </c:pt>
                <c:pt idx="560">
                  <c:v>0.031511759424168</c:v>
                </c:pt>
                <c:pt idx="561">
                  <c:v>0.027545486771063</c:v>
                </c:pt>
                <c:pt idx="562">
                  <c:v>-0.002524819521927</c:v>
                </c:pt>
                <c:pt idx="563">
                  <c:v>0.003470473470507</c:v>
                </c:pt>
                <c:pt idx="564">
                  <c:v>0.031503735143441</c:v>
                </c:pt>
                <c:pt idx="565">
                  <c:v>0.0014238092285377</c:v>
                </c:pt>
                <c:pt idx="566">
                  <c:v>0.068275861187804</c:v>
                </c:pt>
                <c:pt idx="567">
                  <c:v>0.010810955298555</c:v>
                </c:pt>
                <c:pt idx="568">
                  <c:v>0.023466445781869</c:v>
                </c:pt>
                <c:pt idx="569">
                  <c:v>0.037080544649529</c:v>
                </c:pt>
                <c:pt idx="570">
                  <c:v>0.010111841433698</c:v>
                </c:pt>
                <c:pt idx="571">
                  <c:v>0.031364970580015</c:v>
                </c:pt>
                <c:pt idx="572">
                  <c:v>0.001268282089694</c:v>
                </c:pt>
                <c:pt idx="573">
                  <c:v>0.017605936689208</c:v>
                </c:pt>
                <c:pt idx="574">
                  <c:v>0.016051565342463</c:v>
                </c:pt>
                <c:pt idx="575">
                  <c:v>0.037416456838846</c:v>
                </c:pt>
                <c:pt idx="576">
                  <c:v>0.0088888539120653</c:v>
                </c:pt>
                <c:pt idx="577">
                  <c:v>0.04259219284041</c:v>
                </c:pt>
                <c:pt idx="578">
                  <c:v>0.0096294165439473</c:v>
                </c:pt>
                <c:pt idx="579">
                  <c:v>-0.002265315168776</c:v>
                </c:pt>
                <c:pt idx="580">
                  <c:v>0.017739507757632</c:v>
                </c:pt>
                <c:pt idx="581">
                  <c:v>0.022151896964691</c:v>
                </c:pt>
                <c:pt idx="582">
                  <c:v>0.022502891744745</c:v>
                </c:pt>
                <c:pt idx="583">
                  <c:v>0.0042330383964642</c:v>
                </c:pt>
                <c:pt idx="584">
                  <c:v>0.035383412302304</c:v>
                </c:pt>
                <c:pt idx="585">
                  <c:v>0.017367775063436</c:v>
                </c:pt>
                <c:pt idx="586">
                  <c:v>0.024034330380739</c:v>
                </c:pt>
                <c:pt idx="587">
                  <c:v>0.0046332017213142</c:v>
                </c:pt>
                <c:pt idx="588">
                  <c:v>0.041949479552921</c:v>
                </c:pt>
                <c:pt idx="589">
                  <c:v>0.0086368317666036</c:v>
                </c:pt>
                <c:pt idx="590">
                  <c:v>0.034789772773762</c:v>
                </c:pt>
                <c:pt idx="591">
                  <c:v>0.00035758443675045</c:v>
                </c:pt>
                <c:pt idx="592">
                  <c:v>0.024864826703427</c:v>
                </c:pt>
                <c:pt idx="593">
                  <c:v>0.0073764044061625</c:v>
                </c:pt>
                <c:pt idx="594">
                  <c:v>0.026145343638636</c:v>
                </c:pt>
                <c:pt idx="595">
                  <c:v>-0.0066953118841331</c:v>
                </c:pt>
                <c:pt idx="596">
                  <c:v>0.025503608112617</c:v>
                </c:pt>
                <c:pt idx="597">
                  <c:v>0.028780929705166</c:v>
                </c:pt>
                <c:pt idx="598">
                  <c:v>0.024049340150273</c:v>
                </c:pt>
                <c:pt idx="599">
                  <c:v>0.04430387159191</c:v>
                </c:pt>
                <c:pt idx="600">
                  <c:v>0.017730244173436</c:v>
                </c:pt>
                <c:pt idx="601">
                  <c:v>0.050018061552103</c:v>
                </c:pt>
                <c:pt idx="602">
                  <c:v>0.006892332203</c:v>
                </c:pt>
                <c:pt idx="603">
                  <c:v>0.024152632074384</c:v>
                </c:pt>
                <c:pt idx="604">
                  <c:v>0.036412942145483</c:v>
                </c:pt>
                <c:pt idx="605">
                  <c:v>0.056016637790633</c:v>
                </c:pt>
                <c:pt idx="606">
                  <c:v>0.0040164760645604</c:v>
                </c:pt>
                <c:pt idx="607">
                  <c:v>0.034435728629088</c:v>
                </c:pt>
                <c:pt idx="608">
                  <c:v>0.021685155798732</c:v>
                </c:pt>
                <c:pt idx="609">
                  <c:v>0.044547825073851</c:v>
                </c:pt>
                <c:pt idx="610">
                  <c:v>0.017371400771748</c:v>
                </c:pt>
                <c:pt idx="611">
                  <c:v>0.015423486731198</c:v>
                </c:pt>
                <c:pt idx="612">
                  <c:v>0.014131058828271</c:v>
                </c:pt>
                <c:pt idx="613">
                  <c:v>0.015786434730278</c:v>
                </c:pt>
                <c:pt idx="614">
                  <c:v>0.012480071966843</c:v>
                </c:pt>
                <c:pt idx="615">
                  <c:v>0.057474727749718</c:v>
                </c:pt>
                <c:pt idx="616">
                  <c:v>-0.038959636833704</c:v>
                </c:pt>
                <c:pt idx="617">
                  <c:v>0.057488336504871</c:v>
                </c:pt>
                <c:pt idx="618">
                  <c:v>0.046983033147283</c:v>
                </c:pt>
                <c:pt idx="619">
                  <c:v>0.0098507772951793</c:v>
                </c:pt>
                <c:pt idx="620">
                  <c:v>0.0060519142665412</c:v>
                </c:pt>
                <c:pt idx="621">
                  <c:v>0.03034768547326</c:v>
                </c:pt>
                <c:pt idx="622">
                  <c:v>-0.02291940504839</c:v>
                </c:pt>
                <c:pt idx="623">
                  <c:v>0.045341763647072</c:v>
                </c:pt>
                <c:pt idx="624">
                  <c:v>0.034020259827449</c:v>
                </c:pt>
                <c:pt idx="625">
                  <c:v>0.012190452695969</c:v>
                </c:pt>
                <c:pt idx="626">
                  <c:v>0.01423308437134</c:v>
                </c:pt>
                <c:pt idx="627">
                  <c:v>0.033236016967897</c:v>
                </c:pt>
                <c:pt idx="628">
                  <c:v>0.035261920461866</c:v>
                </c:pt>
                <c:pt idx="629">
                  <c:v>0.038108906221931</c:v>
                </c:pt>
                <c:pt idx="630">
                  <c:v>0.029345380076951</c:v>
                </c:pt>
                <c:pt idx="631">
                  <c:v>0.033170585101646</c:v>
                </c:pt>
                <c:pt idx="632">
                  <c:v>0.013948314861172</c:v>
                </c:pt>
                <c:pt idx="633">
                  <c:v>0.0029502484118999</c:v>
                </c:pt>
                <c:pt idx="634">
                  <c:v>0.036073252735936</c:v>
                </c:pt>
                <c:pt idx="635">
                  <c:v>0.043791447906551</c:v>
                </c:pt>
                <c:pt idx="636">
                  <c:v>0.0075773991970535</c:v>
                </c:pt>
                <c:pt idx="637">
                  <c:v>0.06779136138966</c:v>
                </c:pt>
                <c:pt idx="638">
                  <c:v>0.011292119039108</c:v>
                </c:pt>
                <c:pt idx="639">
                  <c:v>0.053330058650154</c:v>
                </c:pt>
                <c:pt idx="640">
                  <c:v>0.023610659720188</c:v>
                </c:pt>
                <c:pt idx="641">
                  <c:v>0.028405532754409</c:v>
                </c:pt>
                <c:pt idx="642">
                  <c:v>0.020733675589363</c:v>
                </c:pt>
                <c:pt idx="643">
                  <c:v>0.046887248711851</c:v>
                </c:pt>
                <c:pt idx="644">
                  <c:v>0.023247616396464</c:v>
                </c:pt>
                <c:pt idx="645">
                  <c:v>0.027775279202304</c:v>
                </c:pt>
                <c:pt idx="646">
                  <c:v>0.032202411224062</c:v>
                </c:pt>
                <c:pt idx="647">
                  <c:v>0.00075949189459202</c:v>
                </c:pt>
                <c:pt idx="648">
                  <c:v>0.034673421871302</c:v>
                </c:pt>
                <c:pt idx="649">
                  <c:v>0.011323540347575</c:v>
                </c:pt>
                <c:pt idx="650">
                  <c:v>-0.0068037198382215</c:v>
                </c:pt>
                <c:pt idx="651">
                  <c:v>0.023520977374537</c:v>
                </c:pt>
                <c:pt idx="652">
                  <c:v>0.0061386587625384</c:v>
                </c:pt>
                <c:pt idx="653">
                  <c:v>0.013007490697354</c:v>
                </c:pt>
                <c:pt idx="654">
                  <c:v>0.017289428339095</c:v>
                </c:pt>
                <c:pt idx="655">
                  <c:v>0.0058803289000503</c:v>
                </c:pt>
                <c:pt idx="656">
                  <c:v>0.036169333811331</c:v>
                </c:pt>
                <c:pt idx="657">
                  <c:v>0.067606024230024</c:v>
                </c:pt>
                <c:pt idx="658">
                  <c:v>0.054337163358063</c:v>
                </c:pt>
                <c:pt idx="659">
                  <c:v>0.020343992003825</c:v>
                </c:pt>
                <c:pt idx="660">
                  <c:v>0.029096204999422</c:v>
                </c:pt>
                <c:pt idx="661">
                  <c:v>0.049640230601567</c:v>
                </c:pt>
                <c:pt idx="662">
                  <c:v>0.038285149714258</c:v>
                </c:pt>
                <c:pt idx="663">
                  <c:v>0.062514455169935</c:v>
                </c:pt>
                <c:pt idx="664">
                  <c:v>0.048425558762758</c:v>
                </c:pt>
                <c:pt idx="665">
                  <c:v>0.035109937606603</c:v>
                </c:pt>
                <c:pt idx="666">
                  <c:v>0.016747958321659</c:v>
                </c:pt>
                <c:pt idx="667">
                  <c:v>0.0096022435808558</c:v>
                </c:pt>
                <c:pt idx="668">
                  <c:v>0.017476234616367</c:v>
                </c:pt>
                <c:pt idx="669">
                  <c:v>0.040037522182572</c:v>
                </c:pt>
                <c:pt idx="670">
                  <c:v>0.037724636991109</c:v>
                </c:pt>
                <c:pt idx="671">
                  <c:v>0.017510337541039</c:v>
                </c:pt>
                <c:pt idx="672">
                  <c:v>0.031934711905294</c:v>
                </c:pt>
                <c:pt idx="673">
                  <c:v>0.023025526936589</c:v>
                </c:pt>
                <c:pt idx="674">
                  <c:v>0.044617349627923</c:v>
                </c:pt>
                <c:pt idx="675">
                  <c:v>0.031897355932876</c:v>
                </c:pt>
                <c:pt idx="676">
                  <c:v>0.019222282154511</c:v>
                </c:pt>
                <c:pt idx="677">
                  <c:v>0.0012460149939684</c:v>
                </c:pt>
                <c:pt idx="678">
                  <c:v>0.0062116313496399</c:v>
                </c:pt>
                <c:pt idx="679">
                  <c:v>0.026866778874175</c:v>
                </c:pt>
                <c:pt idx="680">
                  <c:v>0.0076276125922814</c:v>
                </c:pt>
                <c:pt idx="681">
                  <c:v>0.056284132404467</c:v>
                </c:pt>
                <c:pt idx="682">
                  <c:v>0.0053196697894973</c:v>
                </c:pt>
                <c:pt idx="683">
                  <c:v>0.0044599175958085</c:v>
                </c:pt>
                <c:pt idx="684">
                  <c:v>0.048360211871733</c:v>
                </c:pt>
                <c:pt idx="685">
                  <c:v>0.019200302731188</c:v>
                </c:pt>
                <c:pt idx="686">
                  <c:v>0.044331847102503</c:v>
                </c:pt>
                <c:pt idx="687">
                  <c:v>0.042668802003715</c:v>
                </c:pt>
                <c:pt idx="688">
                  <c:v>0.036452426755192</c:v>
                </c:pt>
                <c:pt idx="689">
                  <c:v>0.0091406815296293</c:v>
                </c:pt>
                <c:pt idx="690">
                  <c:v>0.05107208124157</c:v>
                </c:pt>
                <c:pt idx="691">
                  <c:v>0.014276893269737</c:v>
                </c:pt>
                <c:pt idx="692">
                  <c:v>0.030872570474659</c:v>
                </c:pt>
                <c:pt idx="693">
                  <c:v>0.060015342617044</c:v>
                </c:pt>
                <c:pt idx="694">
                  <c:v>0.0040041461385565</c:v>
                </c:pt>
                <c:pt idx="695">
                  <c:v>0.025236269258682</c:v>
                </c:pt>
                <c:pt idx="696">
                  <c:v>0.02637936681118</c:v>
                </c:pt>
                <c:pt idx="697">
                  <c:v>0.034185172588824</c:v>
                </c:pt>
                <c:pt idx="698">
                  <c:v>0.032330490285913</c:v>
                </c:pt>
                <c:pt idx="699">
                  <c:v>0.032476626985389</c:v>
                </c:pt>
                <c:pt idx="700">
                  <c:v>0.033327118463872</c:v>
                </c:pt>
                <c:pt idx="701">
                  <c:v>0.071825037038222</c:v>
                </c:pt>
                <c:pt idx="702">
                  <c:v>0.034368053824629</c:v>
                </c:pt>
                <c:pt idx="703">
                  <c:v>0.030340797215859</c:v>
                </c:pt>
                <c:pt idx="704">
                  <c:v>0.032050988159779</c:v>
                </c:pt>
                <c:pt idx="705">
                  <c:v>0.067938436452933</c:v>
                </c:pt>
                <c:pt idx="706">
                  <c:v>0.027113602081345</c:v>
                </c:pt>
                <c:pt idx="707">
                  <c:v>0.023069116982975</c:v>
                </c:pt>
                <c:pt idx="708">
                  <c:v>0.054115472612595</c:v>
                </c:pt>
                <c:pt idx="709">
                  <c:v>0.017585233404834</c:v>
                </c:pt>
                <c:pt idx="710">
                  <c:v>-0.025562734132607</c:v>
                </c:pt>
                <c:pt idx="711">
                  <c:v>0.027325412237518</c:v>
                </c:pt>
                <c:pt idx="712">
                  <c:v>0.038638935711409</c:v>
                </c:pt>
                <c:pt idx="713">
                  <c:v>0.036522212867553</c:v>
                </c:pt>
                <c:pt idx="714">
                  <c:v>0.03349978498962</c:v>
                </c:pt>
                <c:pt idx="715">
                  <c:v>0.020562965344123</c:v>
                </c:pt>
                <c:pt idx="716">
                  <c:v>0.014541970062563</c:v>
                </c:pt>
                <c:pt idx="717">
                  <c:v>0.044659949673692</c:v>
                </c:pt>
                <c:pt idx="718">
                  <c:v>0.011918856421674</c:v>
                </c:pt>
                <c:pt idx="719">
                  <c:v>0.041323149085891</c:v>
                </c:pt>
                <c:pt idx="720">
                  <c:v>0.0070896815587766</c:v>
                </c:pt>
                <c:pt idx="721">
                  <c:v>0.037920877439217</c:v>
                </c:pt>
                <c:pt idx="722">
                  <c:v>0.04425728021715</c:v>
                </c:pt>
                <c:pt idx="723">
                  <c:v>0.083426450359637</c:v>
                </c:pt>
                <c:pt idx="724">
                  <c:v>0.045003892597823</c:v>
                </c:pt>
                <c:pt idx="725">
                  <c:v>0.022431939011149</c:v>
                </c:pt>
                <c:pt idx="726">
                  <c:v>0.044578689570458</c:v>
                </c:pt>
                <c:pt idx="727">
                  <c:v>0.028245417426991</c:v>
                </c:pt>
                <c:pt idx="728">
                  <c:v>0.026772223629529</c:v>
                </c:pt>
                <c:pt idx="729">
                  <c:v>0.050275989088332</c:v>
                </c:pt>
                <c:pt idx="730">
                  <c:v>0.045693399658881</c:v>
                </c:pt>
                <c:pt idx="731">
                  <c:v>0.017461522684322</c:v>
                </c:pt>
                <c:pt idx="732">
                  <c:v>0.010169505102463</c:v>
                </c:pt>
                <c:pt idx="733">
                  <c:v>0.030752335889897</c:v>
                </c:pt>
                <c:pt idx="734">
                  <c:v>0.027373154277622</c:v>
                </c:pt>
                <c:pt idx="735">
                  <c:v>0.025276416611648</c:v>
                </c:pt>
                <c:pt idx="736">
                  <c:v>0.014779348090058</c:v>
                </c:pt>
                <c:pt idx="737">
                  <c:v>0.065820231834754</c:v>
                </c:pt>
                <c:pt idx="738">
                  <c:v>0.029154245075486</c:v>
                </c:pt>
                <c:pt idx="739">
                  <c:v>0.021863840566112</c:v>
                </c:pt>
                <c:pt idx="740">
                  <c:v>0.026924473765662</c:v>
                </c:pt>
                <c:pt idx="741">
                  <c:v>0.02117190501807</c:v>
                </c:pt>
                <c:pt idx="742">
                  <c:v>0.042221554075253</c:v>
                </c:pt>
                <c:pt idx="743">
                  <c:v>0.022071771878482</c:v>
                </c:pt>
                <c:pt idx="744">
                  <c:v>0.010662075354089</c:v>
                </c:pt>
                <c:pt idx="745">
                  <c:v>0.05016720934345</c:v>
                </c:pt>
                <c:pt idx="746">
                  <c:v>0.019843740850167</c:v>
                </c:pt>
                <c:pt idx="747">
                  <c:v>0.023089516059354</c:v>
                </c:pt>
                <c:pt idx="748">
                  <c:v>0.048433670562621</c:v>
                </c:pt>
                <c:pt idx="749">
                  <c:v>0.031921784375614</c:v>
                </c:pt>
                <c:pt idx="750">
                  <c:v>0.051588764465799</c:v>
                </c:pt>
                <c:pt idx="751">
                  <c:v>0.0052590702014915</c:v>
                </c:pt>
                <c:pt idx="752">
                  <c:v>0.037725586719332</c:v>
                </c:pt>
                <c:pt idx="753">
                  <c:v>0.035157328036888</c:v>
                </c:pt>
                <c:pt idx="754">
                  <c:v>0.054050255895231</c:v>
                </c:pt>
                <c:pt idx="755">
                  <c:v>0.053853633645034</c:v>
                </c:pt>
                <c:pt idx="756">
                  <c:v>0.022246185761573</c:v>
                </c:pt>
                <c:pt idx="757">
                  <c:v>0.053810952116606</c:v>
                </c:pt>
                <c:pt idx="758">
                  <c:v>0.032357328601116</c:v>
                </c:pt>
                <c:pt idx="759">
                  <c:v>0.048080415628661</c:v>
                </c:pt>
                <c:pt idx="760">
                  <c:v>0.053231020064742</c:v>
                </c:pt>
                <c:pt idx="761">
                  <c:v>0.037520464536623</c:v>
                </c:pt>
                <c:pt idx="762">
                  <c:v>0.023917423532104</c:v>
                </c:pt>
                <c:pt idx="763">
                  <c:v>0.02136028413027</c:v>
                </c:pt>
                <c:pt idx="764">
                  <c:v>0.018538133260244</c:v>
                </c:pt>
                <c:pt idx="765">
                  <c:v>0.0016732664515527</c:v>
                </c:pt>
                <c:pt idx="766">
                  <c:v>0.042178756010237</c:v>
                </c:pt>
                <c:pt idx="767">
                  <c:v>0.018701897303309</c:v>
                </c:pt>
                <c:pt idx="768">
                  <c:v>0.045785259166153</c:v>
                </c:pt>
                <c:pt idx="769">
                  <c:v>0.039746724953733</c:v>
                </c:pt>
                <c:pt idx="770">
                  <c:v>0.017978426489956</c:v>
                </c:pt>
                <c:pt idx="771">
                  <c:v>0.066771935250518</c:v>
                </c:pt>
                <c:pt idx="772">
                  <c:v>0.013494628101312</c:v>
                </c:pt>
                <c:pt idx="773">
                  <c:v>0.0043281793524599</c:v>
                </c:pt>
                <c:pt idx="774">
                  <c:v>0.039383053605239</c:v>
                </c:pt>
                <c:pt idx="775">
                  <c:v>0.014166086565298</c:v>
                </c:pt>
                <c:pt idx="776">
                  <c:v>0.0308280958756</c:v>
                </c:pt>
                <c:pt idx="777">
                  <c:v>0.037497236779139</c:v>
                </c:pt>
                <c:pt idx="778">
                  <c:v>0.02680810343771</c:v>
                </c:pt>
                <c:pt idx="779">
                  <c:v>0.018419369530855</c:v>
                </c:pt>
                <c:pt idx="780">
                  <c:v>0.054398772792889</c:v>
                </c:pt>
                <c:pt idx="781">
                  <c:v>0.048159883639307</c:v>
                </c:pt>
                <c:pt idx="782">
                  <c:v>0.040033135507746</c:v>
                </c:pt>
                <c:pt idx="783">
                  <c:v>0.06659751000997</c:v>
                </c:pt>
                <c:pt idx="784">
                  <c:v>0.019506723115531</c:v>
                </c:pt>
                <c:pt idx="785">
                  <c:v>0.055245318318269</c:v>
                </c:pt>
                <c:pt idx="786">
                  <c:v>0.018101619870479</c:v>
                </c:pt>
                <c:pt idx="787">
                  <c:v>0.025771313703883</c:v>
                </c:pt>
                <c:pt idx="788">
                  <c:v>0.033677024692819</c:v>
                </c:pt>
                <c:pt idx="789">
                  <c:v>0.033222937227312</c:v>
                </c:pt>
                <c:pt idx="790">
                  <c:v>0.063522803426891</c:v>
                </c:pt>
                <c:pt idx="791">
                  <c:v>0.0045169738883356</c:v>
                </c:pt>
                <c:pt idx="792">
                  <c:v>0.035298024244654</c:v>
                </c:pt>
                <c:pt idx="793">
                  <c:v>0.045716417660922</c:v>
                </c:pt>
                <c:pt idx="794">
                  <c:v>0.018462665624204</c:v>
                </c:pt>
                <c:pt idx="795">
                  <c:v>0.048943271561238</c:v>
                </c:pt>
                <c:pt idx="796">
                  <c:v>0.037400547909237</c:v>
                </c:pt>
                <c:pt idx="797">
                  <c:v>0.050093017511091</c:v>
                </c:pt>
                <c:pt idx="798">
                  <c:v>0.013054768539002</c:v>
                </c:pt>
                <c:pt idx="799">
                  <c:v>0.028139001196763</c:v>
                </c:pt>
                <c:pt idx="800">
                  <c:v>0.019554319686247</c:v>
                </c:pt>
                <c:pt idx="801">
                  <c:v>0.030885396141029</c:v>
                </c:pt>
                <c:pt idx="802">
                  <c:v>0.048730177285798</c:v>
                </c:pt>
                <c:pt idx="803">
                  <c:v>0.0016552573220722</c:v>
                </c:pt>
                <c:pt idx="804">
                  <c:v>0.033314088107238</c:v>
                </c:pt>
                <c:pt idx="805">
                  <c:v>0.02453900148756</c:v>
                </c:pt>
                <c:pt idx="806">
                  <c:v>0.050883544184918</c:v>
                </c:pt>
                <c:pt idx="807">
                  <c:v>0.0093803677509423</c:v>
                </c:pt>
                <c:pt idx="808">
                  <c:v>0.045085640474248</c:v>
                </c:pt>
                <c:pt idx="809">
                  <c:v>0.02406923123682</c:v>
                </c:pt>
                <c:pt idx="810">
                  <c:v>0.023117950294558</c:v>
                </c:pt>
                <c:pt idx="811">
                  <c:v>0.02475574515812</c:v>
                </c:pt>
                <c:pt idx="812">
                  <c:v>0.018292777290855</c:v>
                </c:pt>
                <c:pt idx="813">
                  <c:v>0.024049870182541</c:v>
                </c:pt>
                <c:pt idx="814">
                  <c:v>0.0032006688522639</c:v>
                </c:pt>
                <c:pt idx="815">
                  <c:v>0.017621010887424</c:v>
                </c:pt>
                <c:pt idx="816">
                  <c:v>0.0014757865619333</c:v>
                </c:pt>
                <c:pt idx="817">
                  <c:v>0.092134696663331</c:v>
                </c:pt>
                <c:pt idx="818">
                  <c:v>0.034022205275527</c:v>
                </c:pt>
                <c:pt idx="819">
                  <c:v>0.051181265800527</c:v>
                </c:pt>
                <c:pt idx="820">
                  <c:v>0.036058286573367</c:v>
                </c:pt>
                <c:pt idx="821">
                  <c:v>0.043292849515248</c:v>
                </c:pt>
                <c:pt idx="822">
                  <c:v>0.014995798187495</c:v>
                </c:pt>
                <c:pt idx="823">
                  <c:v>0.027790574431517</c:v>
                </c:pt>
                <c:pt idx="824">
                  <c:v>0.040561783939627</c:v>
                </c:pt>
                <c:pt idx="825">
                  <c:v>0.024634498760575</c:v>
                </c:pt>
                <c:pt idx="826">
                  <c:v>0.010539231857797</c:v>
                </c:pt>
                <c:pt idx="827">
                  <c:v>0.023207983718523</c:v>
                </c:pt>
                <c:pt idx="828">
                  <c:v>0.010464788686732</c:v>
                </c:pt>
                <c:pt idx="829">
                  <c:v>0.042790108448229</c:v>
                </c:pt>
                <c:pt idx="830">
                  <c:v>0.026437126577939</c:v>
                </c:pt>
                <c:pt idx="831">
                  <c:v>0.068891144482152</c:v>
                </c:pt>
                <c:pt idx="832">
                  <c:v>-0.0024453908139346</c:v>
                </c:pt>
                <c:pt idx="833">
                  <c:v>-0.0030780175271612</c:v>
                </c:pt>
                <c:pt idx="834">
                  <c:v>0.050858285350025</c:v>
                </c:pt>
                <c:pt idx="835">
                  <c:v>0.047068287827772</c:v>
                </c:pt>
                <c:pt idx="836">
                  <c:v>0.027155609918301</c:v>
                </c:pt>
                <c:pt idx="837">
                  <c:v>0.063812805879691</c:v>
                </c:pt>
                <c:pt idx="838">
                  <c:v>0.046284757396029</c:v>
                </c:pt>
                <c:pt idx="839">
                  <c:v>0.04887442183537</c:v>
                </c:pt>
                <c:pt idx="840">
                  <c:v>0.052001091563873</c:v>
                </c:pt>
                <c:pt idx="841">
                  <c:v>0.034052098116456</c:v>
                </c:pt>
                <c:pt idx="842">
                  <c:v>0.036263891166081</c:v>
                </c:pt>
                <c:pt idx="843">
                  <c:v>0.051973161879759</c:v>
                </c:pt>
                <c:pt idx="844">
                  <c:v>0.055590024017627</c:v>
                </c:pt>
                <c:pt idx="845">
                  <c:v>0.056174834228794</c:v>
                </c:pt>
                <c:pt idx="846">
                  <c:v>0.04448049501128</c:v>
                </c:pt>
                <c:pt idx="847">
                  <c:v>0.036419656800641</c:v>
                </c:pt>
                <c:pt idx="848">
                  <c:v>0.026563611588598</c:v>
                </c:pt>
                <c:pt idx="849">
                  <c:v>0.032886120900307</c:v>
                </c:pt>
                <c:pt idx="850">
                  <c:v>0.017749845353343</c:v>
                </c:pt>
                <c:pt idx="851">
                  <c:v>0.025049321942734</c:v>
                </c:pt>
                <c:pt idx="852">
                  <c:v>0.0578712068753</c:v>
                </c:pt>
                <c:pt idx="853">
                  <c:v>0.038439124642086</c:v>
                </c:pt>
                <c:pt idx="854">
                  <c:v>0.025017841875297</c:v>
                </c:pt>
                <c:pt idx="855">
                  <c:v>0.050208650567697</c:v>
                </c:pt>
                <c:pt idx="856">
                  <c:v>0.062986682571823</c:v>
                </c:pt>
                <c:pt idx="857">
                  <c:v>0.053915691987231</c:v>
                </c:pt>
                <c:pt idx="858">
                  <c:v>0.0072415028436906</c:v>
                </c:pt>
                <c:pt idx="859">
                  <c:v>0.013450254099492</c:v>
                </c:pt>
                <c:pt idx="860">
                  <c:v>0.044598131179805</c:v>
                </c:pt>
                <c:pt idx="861">
                  <c:v>0.01856164548918</c:v>
                </c:pt>
                <c:pt idx="862">
                  <c:v>0.03435542260962</c:v>
                </c:pt>
                <c:pt idx="863">
                  <c:v>0.028873380124277</c:v>
                </c:pt>
                <c:pt idx="864">
                  <c:v>0.025460859353918</c:v>
                </c:pt>
                <c:pt idx="865">
                  <c:v>0.027775125446663</c:v>
                </c:pt>
                <c:pt idx="866">
                  <c:v>0.019783828383089</c:v>
                </c:pt>
                <c:pt idx="867">
                  <c:v>0.05509649066786</c:v>
                </c:pt>
                <c:pt idx="868">
                  <c:v>0.034308093345242</c:v>
                </c:pt>
                <c:pt idx="869">
                  <c:v>0.048138976298868</c:v>
                </c:pt>
                <c:pt idx="870">
                  <c:v>0.042595074540508</c:v>
                </c:pt>
                <c:pt idx="871">
                  <c:v>0.01226905376682</c:v>
                </c:pt>
                <c:pt idx="872">
                  <c:v>-0.0013236662405934</c:v>
                </c:pt>
                <c:pt idx="873">
                  <c:v>0.041897730083139</c:v>
                </c:pt>
                <c:pt idx="874">
                  <c:v>0.022862695317825</c:v>
                </c:pt>
                <c:pt idx="875">
                  <c:v>0.042199157886544</c:v>
                </c:pt>
                <c:pt idx="876">
                  <c:v>0.020462016819523</c:v>
                </c:pt>
                <c:pt idx="877">
                  <c:v>0.041448151306342</c:v>
                </c:pt>
                <c:pt idx="878">
                  <c:v>0.073155993684146</c:v>
                </c:pt>
                <c:pt idx="879">
                  <c:v>0.016544968308653</c:v>
                </c:pt>
                <c:pt idx="880">
                  <c:v>0.04218470730742</c:v>
                </c:pt>
                <c:pt idx="881">
                  <c:v>0.026377812658674</c:v>
                </c:pt>
                <c:pt idx="882">
                  <c:v>0.023956745657173</c:v>
                </c:pt>
                <c:pt idx="883">
                  <c:v>0.064729003275842</c:v>
                </c:pt>
                <c:pt idx="884">
                  <c:v>0.028535184894418</c:v>
                </c:pt>
                <c:pt idx="885">
                  <c:v>0.074433451068067</c:v>
                </c:pt>
                <c:pt idx="886">
                  <c:v>0.04041496271846</c:v>
                </c:pt>
                <c:pt idx="887">
                  <c:v>0.01005344893018</c:v>
                </c:pt>
                <c:pt idx="888">
                  <c:v>0.025059306800208</c:v>
                </c:pt>
                <c:pt idx="889">
                  <c:v>0.055041294580752</c:v>
                </c:pt>
                <c:pt idx="890">
                  <c:v>0.023750417427247</c:v>
                </c:pt>
                <c:pt idx="891">
                  <c:v>0.055468701274463</c:v>
                </c:pt>
                <c:pt idx="892">
                  <c:v>0.043787934802525</c:v>
                </c:pt>
                <c:pt idx="893">
                  <c:v>0.020890204291906</c:v>
                </c:pt>
                <c:pt idx="894">
                  <c:v>0.017394437959097</c:v>
                </c:pt>
                <c:pt idx="895">
                  <c:v>0.032976676863959</c:v>
                </c:pt>
                <c:pt idx="896">
                  <c:v>0.035210751827569</c:v>
                </c:pt>
                <c:pt idx="897">
                  <c:v>0.055919422468531</c:v>
                </c:pt>
                <c:pt idx="898">
                  <c:v>0.035425316891579</c:v>
                </c:pt>
                <c:pt idx="899">
                  <c:v>0.026435421351651</c:v>
                </c:pt>
                <c:pt idx="900">
                  <c:v>0.062810766917268</c:v>
                </c:pt>
                <c:pt idx="901">
                  <c:v>0.04418716265698</c:v>
                </c:pt>
                <c:pt idx="902">
                  <c:v>0.025143945621518</c:v>
                </c:pt>
                <c:pt idx="903">
                  <c:v>0.037141828208829</c:v>
                </c:pt>
                <c:pt idx="904">
                  <c:v>0.058593415532383</c:v>
                </c:pt>
                <c:pt idx="905">
                  <c:v>0.040335225798793</c:v>
                </c:pt>
                <c:pt idx="906">
                  <c:v>0.047808031677975</c:v>
                </c:pt>
                <c:pt idx="907">
                  <c:v>0.027856169873197</c:v>
                </c:pt>
                <c:pt idx="908">
                  <c:v>0.054639077425728</c:v>
                </c:pt>
                <c:pt idx="909">
                  <c:v>0.033455611939008</c:v>
                </c:pt>
                <c:pt idx="910">
                  <c:v>0.037509513437144</c:v>
                </c:pt>
                <c:pt idx="911">
                  <c:v>0.012491342507087</c:v>
                </c:pt>
                <c:pt idx="912">
                  <c:v>0.037437863947284</c:v>
                </c:pt>
                <c:pt idx="913">
                  <c:v>0.068129981289586</c:v>
                </c:pt>
                <c:pt idx="914">
                  <c:v>0.030759539203636</c:v>
                </c:pt>
                <c:pt idx="915">
                  <c:v>0.048137460589467</c:v>
                </c:pt>
                <c:pt idx="916">
                  <c:v>0.022648980618282</c:v>
                </c:pt>
                <c:pt idx="917">
                  <c:v>0.046118354702759</c:v>
                </c:pt>
                <c:pt idx="918">
                  <c:v>0.030255879525757</c:v>
                </c:pt>
                <c:pt idx="919">
                  <c:v>0.0022541991879582</c:v>
                </c:pt>
                <c:pt idx="920">
                  <c:v>0.00097270314858268</c:v>
                </c:pt>
                <c:pt idx="921">
                  <c:v>0.05990165352887</c:v>
                </c:pt>
                <c:pt idx="922">
                  <c:v>0.059760615243456</c:v>
                </c:pt>
                <c:pt idx="923">
                  <c:v>0.035160926556165</c:v>
                </c:pt>
                <c:pt idx="924">
                  <c:v>0.035167035482678</c:v>
                </c:pt>
                <c:pt idx="925">
                  <c:v>0.026937886981315</c:v>
                </c:pt>
                <c:pt idx="926">
                  <c:v>0.064915709371962</c:v>
                </c:pt>
                <c:pt idx="927">
                  <c:v>0.053004948453605</c:v>
                </c:pt>
                <c:pt idx="928">
                  <c:v>0.045931829064881</c:v>
                </c:pt>
                <c:pt idx="929">
                  <c:v>0.039452026686338</c:v>
                </c:pt>
                <c:pt idx="930">
                  <c:v>0.053739225896506</c:v>
                </c:pt>
                <c:pt idx="931">
                  <c:v>0.056731251918798</c:v>
                </c:pt>
                <c:pt idx="932">
                  <c:v>0.049592821471962</c:v>
                </c:pt>
                <c:pt idx="933">
                  <c:v>0.054873715844845</c:v>
                </c:pt>
                <c:pt idx="934">
                  <c:v>0.04632293322699</c:v>
                </c:pt>
                <c:pt idx="935">
                  <c:v>0.02081060169517</c:v>
                </c:pt>
                <c:pt idx="936">
                  <c:v>0.034944262110829</c:v>
                </c:pt>
                <c:pt idx="937">
                  <c:v>0.062692748199731</c:v>
                </c:pt>
                <c:pt idx="938">
                  <c:v>0.026690203175308</c:v>
                </c:pt>
                <c:pt idx="939">
                  <c:v>0.010115368964923</c:v>
                </c:pt>
                <c:pt idx="940">
                  <c:v>0.027907011335494</c:v>
                </c:pt>
                <c:pt idx="941">
                  <c:v>0.038130251243395</c:v>
                </c:pt>
                <c:pt idx="942">
                  <c:v>0.020301416588521</c:v>
                </c:pt>
                <c:pt idx="943">
                  <c:v>0.027660249366082</c:v>
                </c:pt>
                <c:pt idx="944">
                  <c:v>0.041867318343161</c:v>
                </c:pt>
                <c:pt idx="945">
                  <c:v>0.041261740850406</c:v>
                </c:pt>
                <c:pt idx="946">
                  <c:v>0.040759087760811</c:v>
                </c:pt>
                <c:pt idx="947">
                  <c:v>0.025684200006726</c:v>
                </c:pt>
                <c:pt idx="948">
                  <c:v>0.02790630881103</c:v>
                </c:pt>
                <c:pt idx="949">
                  <c:v>0.0040827534261044</c:v>
                </c:pt>
                <c:pt idx="950">
                  <c:v>0.055181966923221</c:v>
                </c:pt>
                <c:pt idx="951">
                  <c:v>0.06259863233262</c:v>
                </c:pt>
                <c:pt idx="952">
                  <c:v>0.036437646036529</c:v>
                </c:pt>
                <c:pt idx="953">
                  <c:v>0.039964403678661</c:v>
                </c:pt>
                <c:pt idx="954">
                  <c:v>0.050230202757248</c:v>
                </c:pt>
                <c:pt idx="955">
                  <c:v>0.044393748761972</c:v>
                </c:pt>
                <c:pt idx="956">
                  <c:v>0.044332348457115</c:v>
                </c:pt>
                <c:pt idx="957">
                  <c:v>0.029839785291791</c:v>
                </c:pt>
                <c:pt idx="958">
                  <c:v>0.059834082716949</c:v>
                </c:pt>
                <c:pt idx="959">
                  <c:v>0.036319531594062</c:v>
                </c:pt>
                <c:pt idx="960">
                  <c:v>0.044405262725016</c:v>
                </c:pt>
                <c:pt idx="961">
                  <c:v>0.032020412212364</c:v>
                </c:pt>
                <c:pt idx="962">
                  <c:v>0.037605572274859</c:v>
                </c:pt>
                <c:pt idx="963">
                  <c:v>0.047591574804767</c:v>
                </c:pt>
                <c:pt idx="964">
                  <c:v>0.036676272235913</c:v>
                </c:pt>
                <c:pt idx="965">
                  <c:v>0.036196046244032</c:v>
                </c:pt>
                <c:pt idx="966">
                  <c:v>0.064481580389062</c:v>
                </c:pt>
                <c:pt idx="967">
                  <c:v>0.05942532511107</c:v>
                </c:pt>
                <c:pt idx="968">
                  <c:v>0.036154303319226</c:v>
                </c:pt>
                <c:pt idx="969">
                  <c:v>0.051797457024307</c:v>
                </c:pt>
                <c:pt idx="970">
                  <c:v>0.053411262387155</c:v>
                </c:pt>
                <c:pt idx="971">
                  <c:v>0.036737363836909</c:v>
                </c:pt>
                <c:pt idx="972">
                  <c:v>0.043864332245581</c:v>
                </c:pt>
                <c:pt idx="973">
                  <c:v>0.049059476654798</c:v>
                </c:pt>
                <c:pt idx="974">
                  <c:v>0.028460017755801</c:v>
                </c:pt>
                <c:pt idx="975">
                  <c:v>0.05076131828342</c:v>
                </c:pt>
                <c:pt idx="976">
                  <c:v>0.052242486552627</c:v>
                </c:pt>
                <c:pt idx="977">
                  <c:v>-0.013387260165379</c:v>
                </c:pt>
                <c:pt idx="978">
                  <c:v>0.041963091064915</c:v>
                </c:pt>
                <c:pt idx="979">
                  <c:v>0.048920718617415</c:v>
                </c:pt>
                <c:pt idx="980">
                  <c:v>0.052896766421444</c:v>
                </c:pt>
                <c:pt idx="981">
                  <c:v>0.03348533322272</c:v>
                </c:pt>
                <c:pt idx="982">
                  <c:v>4.7387146780028E-06</c:v>
                </c:pt>
                <c:pt idx="983">
                  <c:v>0.042823011373863</c:v>
                </c:pt>
                <c:pt idx="984">
                  <c:v>0.036151694934818</c:v>
                </c:pt>
                <c:pt idx="985">
                  <c:v>0.0419487643706</c:v>
                </c:pt>
                <c:pt idx="986">
                  <c:v>0.047650553436339</c:v>
                </c:pt>
                <c:pt idx="987">
                  <c:v>0.041453535867973</c:v>
                </c:pt>
                <c:pt idx="988">
                  <c:v>0.036592662860266</c:v>
                </c:pt>
                <c:pt idx="989">
                  <c:v>0.038261919045414</c:v>
                </c:pt>
                <c:pt idx="990">
                  <c:v>0.038924342750267</c:v>
                </c:pt>
                <c:pt idx="991">
                  <c:v>0.04776762928978</c:v>
                </c:pt>
                <c:pt idx="992">
                  <c:v>0.029024500014916</c:v>
                </c:pt>
                <c:pt idx="993">
                  <c:v>0.023814272187496</c:v>
                </c:pt>
                <c:pt idx="994">
                  <c:v>0.04104629952175</c:v>
                </c:pt>
                <c:pt idx="995">
                  <c:v>0.071378790808899</c:v>
                </c:pt>
                <c:pt idx="996">
                  <c:v>0.047345197781527</c:v>
                </c:pt>
                <c:pt idx="997">
                  <c:v>0.037033525814743</c:v>
                </c:pt>
                <c:pt idx="998">
                  <c:v>0.033685951047839</c:v>
                </c:pt>
                <c:pt idx="999">
                  <c:v>0.025086390520703</c:v>
                </c:pt>
                <c:pt idx="1000">
                  <c:v>0.051559856905354</c:v>
                </c:pt>
                <c:pt idx="1001">
                  <c:v>0.067527788713201</c:v>
                </c:pt>
                <c:pt idx="1002">
                  <c:v>0.049240264213628</c:v>
                </c:pt>
                <c:pt idx="1003">
                  <c:v>0.024392845611634</c:v>
                </c:pt>
                <c:pt idx="1004">
                  <c:v>0.057207741203722</c:v>
                </c:pt>
                <c:pt idx="1005">
                  <c:v>0.049246730751704</c:v>
                </c:pt>
                <c:pt idx="1006">
                  <c:v>0.032215399921608</c:v>
                </c:pt>
                <c:pt idx="1007">
                  <c:v>0.049507476175915</c:v>
                </c:pt>
                <c:pt idx="1008">
                  <c:v>0.012994528038043</c:v>
                </c:pt>
                <c:pt idx="1009">
                  <c:v>0.044011271978934</c:v>
                </c:pt>
                <c:pt idx="1010">
                  <c:v>0.037606468859098</c:v>
                </c:pt>
                <c:pt idx="1011">
                  <c:v>0.065681394415924</c:v>
                </c:pt>
                <c:pt idx="1012">
                  <c:v>0.017699648215589</c:v>
                </c:pt>
                <c:pt idx="1013">
                  <c:v>0.059496958082337</c:v>
                </c:pt>
                <c:pt idx="1014">
                  <c:v>0.04527595759716</c:v>
                </c:pt>
                <c:pt idx="1015">
                  <c:v>0.03550302851099</c:v>
                </c:pt>
                <c:pt idx="1016">
                  <c:v>0.035722747817156</c:v>
                </c:pt>
                <c:pt idx="1017">
                  <c:v>0.037891137402197</c:v>
                </c:pt>
                <c:pt idx="1018">
                  <c:v>0.01509735823658</c:v>
                </c:pt>
                <c:pt idx="1019">
                  <c:v>0.02410551194393</c:v>
                </c:pt>
                <c:pt idx="1020">
                  <c:v>0.020461709023709</c:v>
                </c:pt>
                <c:pt idx="1021">
                  <c:v>0.046375745404876</c:v>
                </c:pt>
                <c:pt idx="1022">
                  <c:v>0.021697310660972</c:v>
                </c:pt>
                <c:pt idx="1023">
                  <c:v>0.030551022160964</c:v>
                </c:pt>
              </c:numCache>
            </c:numRef>
          </c:yVal>
        </c:ser>
        <c:ser>
          <c:idx val="1"/>
          <c:order val="1"/>
          <c:tx>
            <c:v>True molecular attenuation</c:v>
          </c:tx>
          <c:spPr>
            <a:ln xmlns:a="http://schemas.openxmlformats.org/drawingml/2006/main" w="19050">
              <a:solidFill>
                <a:srgbClr val="126B76"/>
              </a:solidFill>
            </a:ln>
          </c:spPr>
          <c:marker>
            <c:symbol val="none"/>
          </c:marker>
          <c:xVal>
            <c:numRef>
              <c:f>'Chart Data'!$C$2:$C$1025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Data'!$D$2:$D$1025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1"/>
          <c:min val="-0.06"/>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Differential attenuation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Predicted 95% detection concentration</c:v>
          </c:tx>
          <c:spPr>
            <a:ln xmlns:a="http://schemas.openxmlformats.org/drawingml/2006/main" w="28575">
              <a:solidFill>
                <a:srgbClr val="126B76"/>
              </a:solidFill>
            </a:ln>
          </c:spPr>
          <c:marker>
            <c:symbol val="none"/>
          </c:marker>
          <c:xVal>
            <c:numRef>
              <c:f>'Chart Data'!$A$2:$A$7</c:f>
              <c:numCache>
                <c:formatCode>General</c:formatCode>
                <c:ptCount val="6"/>
                <c:pt idx="0">
                  <c:v>17</c:v>
                </c:pt>
                <c:pt idx="1">
                  <c:v>23</c:v>
                </c:pt>
                <c:pt idx="2">
                  <c:v>25</c:v>
                </c:pt>
                <c:pt idx="3">
                  <c:v>26</c:v>
                </c:pt>
                <c:pt idx="4">
                  <c:v>30</c:v>
                </c:pt>
                <c:pt idx="5">
                  <c:v>40</c:v>
                </c:pt>
              </c:numCache>
            </c:numRef>
          </c:xVal>
          <c:yVal>
            <c:numRef>
              <c:f>'Chart Data'!$B$2:$B$7</c:f>
              <c:numCache>
                <c:formatCode>0.0</c:formatCode>
                <c:ptCount val="6"/>
                <c:pt idx="0">
                  <c:v>120.47223723096</c:v>
                </c:pt>
                <c:pt idx="1">
                  <c:v>62.252211517975</c:v>
                </c:pt>
                <c:pt idx="2">
                  <c:v>50.581396596862</c:v>
                </c:pt>
                <c:pt idx="3">
                  <c:v>45.770947873183</c:v>
                </c:pt>
                <c:pt idx="4">
                  <c:v>31.826639358</c:v>
                </c:pt>
                <c:pt idx="5">
                  <c:v>18.061416012921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0"/>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95% detection concentration (µg/m³)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valAx>
      <c:valAx>
        <c:axId val="48650112"/>
        <c:scaling>
          <c:orientation val="minMax"/>
          <c:max val="40"/>
          <c:min val="15"/>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Total average RF power (dBm)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BD060D-28A5-4A3F-A925-C62B700CFBD6}"/>
              </a:ext>
            </a:extLst>
          </p:cNvPr>
          <p:cNvSpPr>
            <a:spLocks xmlns:a="http://schemas.openxmlformats.org/drawingml/2006/main" noGrp="1"/>
          </p:cNvSpPr>
          <p:nvPr/>
        </p:nvSpPr>
        <p:spPr>
          <a:xfrm xmlns:a="http://schemas.openxmlformats.org/drawingml/2006/main">
            <a:off x="819150" y="1485900"/>
            <a:ext cx="136017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Detecting acetonitrile</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at 90° elevation</a:t>
            </a:r>
          </a:p>
        </p:txBody>
      </p:sp>
      <p:sp>
        <p:nvSpPr>
          <p:cNvPr id="2" name="">
            <a:extLst xmlns:a="http://schemas.openxmlformats.org/drawingml/2006/main">
              <a:ext uri="{FF2B5EF4-FFF2-40B4-BE49-F238E27FC236}">
                <a16:creationId xmlns:a16="http://schemas.microsoft.com/office/drawing/2014/main" id="{E93F9165-4771-491A-91E8-17F6DDF07F65}"/>
              </a:ext>
            </a:extLst>
          </p:cNvPr>
          <p:cNvSpPr>
            <a:spLocks xmlns:a="http://schemas.openxmlformats.org/drawingml/2006/main" noGrp="1"/>
          </p:cNvSpPr>
          <p:nvPr/>
        </p:nvSpPr>
        <p:spPr>
          <a:xfrm xmlns:a="http://schemas.openxmlformats.org/drawingml/2006/main">
            <a:off x="876300" y="44958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0">
                <a:solidFill>
                  <a:srgbClr val="BCDDE0"/>
                </a:solidFill>
                <a:latin typeface="Arial"/>
                <a:ea typeface="Arial"/>
                <a:cs typeface="Arial"/>
              </a:defRPr>
            </a:pPr>
            <a:r>
              <a:rPr sz="3000" b="0">
                <a:solidFill>
                  <a:srgbClr val="BCDDE0"/>
                </a:solidFill>
                <a:latin typeface="Arial"/>
                <a:ea typeface="Arial"/>
                <a:cs typeface="Arial"/>
              </a:rPr>
              <a:t>A complete example using a LEO downlink</a:t>
            </a:r>
          </a:p>
        </p:txBody>
      </p:sp>
      <p:sp>
        <p:nvSpPr>
          <p:cNvPr id="3" name="">
            <a:extLst xmlns:a="http://schemas.openxmlformats.org/drawingml/2006/main">
              <a:ext uri="{FF2B5EF4-FFF2-40B4-BE49-F238E27FC236}">
                <a16:creationId xmlns:a16="http://schemas.microsoft.com/office/drawing/2014/main" id="{98867CDC-0917-477F-9F06-D2A2C427E7AE}"/>
              </a:ext>
            </a:extLst>
          </p:cNvPr>
          <p:cNvSpPr>
            <a:spLocks xmlns:a="http://schemas.openxmlformats.org/drawingml/2006/main" noGrp="1"/>
          </p:cNvSpPr>
          <p:nvPr/>
        </p:nvSpPr>
        <p:spPr>
          <a:xfrm xmlns:a="http://schemas.openxmlformats.org/drawingml/2006/main">
            <a:off x="876300" y="64960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Intuition, observations, matrices and the detection decision</a:t>
            </a:r>
          </a:p>
        </p:txBody>
      </p:sp>
      <p:sp>
        <p:nvSpPr>
          <p:cNvPr id="4" name="">
            <a:extLst xmlns:a="http://schemas.openxmlformats.org/drawingml/2006/main">
              <a:ext uri="{FF2B5EF4-FFF2-40B4-BE49-F238E27FC236}">
                <a16:creationId xmlns:a16="http://schemas.microsoft.com/office/drawing/2014/main" id="{C493D45B-A1B5-4E9D-B0E7-9371EE07DA03}"/>
              </a:ext>
            </a:extLst>
          </p:cNvPr>
          <p:cNvSpPr>
            <a:spLocks xmlns:a="http://schemas.openxmlformats.org/drawingml/2006/main" noGrp="1"/>
          </p:cNvSpPr>
          <p:nvPr/>
        </p:nvSpPr>
        <p:spPr>
          <a:xfrm xmlns:a="http://schemas.openxmlformats.org/drawingml/2006/main">
            <a:off x="876300" y="78105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BCDDE0"/>
                </a:solidFill>
                <a:latin typeface="Arial"/>
                <a:ea typeface="Arial"/>
                <a:cs typeface="Arial"/>
              </a:defRPr>
            </a:pPr>
            <a:r>
              <a:rPr sz="1650" b="0">
                <a:solidFill>
                  <a:srgbClr val="BCDDE0"/>
                </a:solidFill>
                <a:latin typeface="Arial"/>
                <a:ea typeface="Arial"/>
                <a:cs typeface="Arial"/>
              </a:rPr>
              <a:t>5 October 2026</a:t>
            </a:r>
          </a:p>
        </p:txBody>
      </p:sp>
    </p:spTree>
    <p:extLst>
      <p:ext uri="{BB962C8B-B14F-4D97-AF65-F5344CB8AC3E}">
        <p14:creationId xmlns:p14="http://schemas.microsoft.com/office/powerpoint/2010/main" val="17578189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CE8719-40F7-4AB7-83A7-5AE03D88C2E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 communication link as a sensing experiment</a:t>
            </a:r>
          </a:p>
        </p:txBody>
      </p:sp>
      <p:sp>
        <p:nvSpPr>
          <p:cNvPr id="2" name="">
            <a:extLst xmlns:a="http://schemas.openxmlformats.org/drawingml/2006/main">
              <a:ext uri="{FF2B5EF4-FFF2-40B4-BE49-F238E27FC236}">
                <a16:creationId xmlns:a16="http://schemas.microsoft.com/office/drawing/2014/main" id="{E53AD921-2DD1-4800-A4EF-4E66F303B11A}"/>
              </a:ext>
            </a:extLst>
          </p:cNvPr>
          <p:cNvSpPr>
            <a:spLocks xmlns:a="http://schemas.openxmlformats.org/drawingml/2006/main" noGrp="1"/>
          </p:cNvSpPr>
          <p:nvPr/>
        </p:nvSpPr>
        <p:spPr>
          <a:xfrm xmlns:a="http://schemas.openxmlformats.org/drawingml/2006/main">
            <a:off x="742950" y="170497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The transmitter sends a radio signal. The receiver measures how the propagation path has changed it.</a:t>
            </a:r>
          </a:p>
        </p:txBody>
      </p:sp>
      <p:sp>
        <p:nvSpPr>
          <p:cNvPr id="3" name="">
            <a:extLst xmlns:a="http://schemas.openxmlformats.org/drawingml/2006/main">
              <a:ext uri="{FF2B5EF4-FFF2-40B4-BE49-F238E27FC236}">
                <a16:creationId xmlns:a16="http://schemas.microsoft.com/office/drawing/2014/main" id="{60F23D02-1430-4B95-AED4-E5E2011CD94F}"/>
              </a:ext>
            </a:extLst>
          </p:cNvPr>
          <p:cNvSpPr>
            <a:spLocks xmlns:a="http://schemas.openxmlformats.org/drawingml/2006/main" noGrp="1"/>
          </p:cNvSpPr>
          <p:nvPr/>
        </p:nvSpPr>
        <p:spPr>
          <a:xfrm xmlns:a="http://schemas.openxmlformats.org/drawingml/2006/main">
            <a:off x="742950" y="3067050"/>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This project asks whether those changes also reveal the amount of a gas along the path.</a:t>
            </a:r>
          </a:p>
        </p:txBody>
      </p:sp>
      <p:sp>
        <p:nvSpPr>
          <p:cNvPr id="4" name="">
            <a:extLst xmlns:a="http://schemas.openxmlformats.org/drawingml/2006/main">
              <a:ext uri="{FF2B5EF4-FFF2-40B4-BE49-F238E27FC236}">
                <a16:creationId xmlns:a16="http://schemas.microsoft.com/office/drawing/2014/main" id="{7E7484EE-8E32-4B6B-A17C-6075FB5269B2}"/>
              </a:ext>
            </a:extLst>
          </p:cNvPr>
          <p:cNvSpPr>
            <a:spLocks xmlns:a="http://schemas.openxmlformats.org/drawingml/2006/main" noGrp="1"/>
          </p:cNvSpPr>
          <p:nvPr/>
        </p:nvSpPr>
        <p:spPr>
          <a:xfrm xmlns:a="http://schemas.openxmlformats.org/drawingml/2006/main">
            <a:off x="742950" y="442912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ISAC means integrated sensing and communications: using a communication signal to carry data and obtain information about the environment.</a:t>
            </a:r>
          </a:p>
        </p:txBody>
      </p:sp>
      <p:sp>
        <p:nvSpPr>
          <p:cNvPr id="5" name="">
            <a:extLst xmlns:a="http://schemas.openxmlformats.org/drawingml/2006/main">
              <a:ext uri="{FF2B5EF4-FFF2-40B4-BE49-F238E27FC236}">
                <a16:creationId xmlns:a16="http://schemas.microsoft.com/office/drawing/2014/main" id="{5F478167-5A08-4D0C-8A64-7A8665AF1CD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Here the transmitter is on a low Earth orbit (LEO) satellite and the receiver is on the ground.</a:t>
            </a:r>
          </a:p>
        </p:txBody>
      </p:sp>
      <p:sp>
        <p:nvSpPr>
          <p:cNvPr id="6" name="">
            <a:extLst xmlns:a="http://schemas.openxmlformats.org/drawingml/2006/main">
              <a:ext uri="{FF2B5EF4-FFF2-40B4-BE49-F238E27FC236}">
                <a16:creationId xmlns:a16="http://schemas.microsoft.com/office/drawing/2014/main" id="{35FA9F21-C194-4494-8248-F2E281A32F9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is a proposed sensing use of the link. Useful atmospheric detection still needs experimental validation.</a:t>
            </a:r>
          </a:p>
        </p:txBody>
      </p:sp>
      <p:sp>
        <p:nvSpPr>
          <p:cNvPr id="7" name="">
            <a:extLst xmlns:a="http://schemas.openxmlformats.org/drawingml/2006/main">
              <a:ext uri="{FF2B5EF4-FFF2-40B4-BE49-F238E27FC236}">
                <a16:creationId xmlns:a16="http://schemas.microsoft.com/office/drawing/2014/main" id="{4A6DD180-F4C4-424B-8F50-AAFF5766CD43}"/>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E71D5247-A3FC-4249-93A4-F66FA03CEC6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02</a:t>
            </a:r>
          </a:p>
        </p:txBody>
      </p:sp>
    </p:spTree>
    <p:extLst>
      <p:ext uri="{BB962C8B-B14F-4D97-AF65-F5344CB8AC3E}">
        <p14:creationId xmlns:p14="http://schemas.microsoft.com/office/powerpoint/2010/main" val="15577988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63301E-6391-4171-8658-3EE8458D69FD}"/>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detection question</a:t>
            </a:r>
          </a:p>
        </p:txBody>
      </p:sp>
      <p:sp>
        <p:nvSpPr>
          <p:cNvPr id="2" name="">
            <a:extLst xmlns:a="http://schemas.openxmlformats.org/drawingml/2006/main">
              <a:ext uri="{FF2B5EF4-FFF2-40B4-BE49-F238E27FC236}">
                <a16:creationId xmlns:a16="http://schemas.microsoft.com/office/drawing/2014/main" id="{000E2876-12AE-4102-9ABD-3ADAB037D532}"/>
              </a:ext>
            </a:extLst>
          </p:cNvPr>
          <p:cNvSpPr>
            <a:spLocks xmlns:a="http://schemas.openxmlformats.org/drawingml/2006/main" noGrp="1"/>
          </p:cNvSpPr>
          <p:nvPr/>
        </p:nvSpPr>
        <p:spPr>
          <a:xfrm xmlns:a="http://schemas.openxmlformats.org/drawingml/2006/main">
            <a:off x="742950" y="170497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Has acetonitrile, CH₃CN, increased? Compare a baseline transmission (reference) with a later transmission (sample).</a:t>
            </a:r>
          </a:p>
        </p:txBody>
      </p:sp>
      <p:sp>
        <p:nvSpPr>
          <p:cNvPr id="3" name="">
            <a:extLst xmlns:a="http://schemas.openxmlformats.org/drawingml/2006/main">
              <a:ext uri="{FF2B5EF4-FFF2-40B4-BE49-F238E27FC236}">
                <a16:creationId xmlns:a16="http://schemas.microsoft.com/office/drawing/2014/main" id="{E4383F51-E67E-43D8-B20B-C5D57AC5EA90}"/>
              </a:ext>
            </a:extLst>
          </p:cNvPr>
          <p:cNvSpPr>
            <a:spLocks xmlns:a="http://schemas.openxmlformats.org/drawingml/2006/main" noGrp="1"/>
          </p:cNvSpPr>
          <p:nvPr/>
        </p:nvSpPr>
        <p:spPr>
          <a:xfrm xmlns:a="http://schemas.openxmlformats.org/drawingml/2006/main">
            <a:off x="742950" y="3067050"/>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The unknown q is the concentration increase at ground level under an assumed vertical profile, measured in µg/m³.</a:t>
            </a:r>
          </a:p>
        </p:txBody>
      </p:sp>
      <p:sp>
        <p:nvSpPr>
          <p:cNvPr id="4" name="">
            <a:extLst xmlns:a="http://schemas.openxmlformats.org/drawingml/2006/main">
              <a:ext uri="{FF2B5EF4-FFF2-40B4-BE49-F238E27FC236}">
                <a16:creationId xmlns:a16="http://schemas.microsoft.com/office/drawing/2014/main" id="{030CBBA4-8E19-49C6-8C16-3B7512C48753}"/>
              </a:ext>
            </a:extLst>
          </p:cNvPr>
          <p:cNvSpPr>
            <a:spLocks xmlns:a="http://schemas.openxmlformats.org/drawingml/2006/main" noGrp="1"/>
          </p:cNvSpPr>
          <p:nvPr/>
        </p:nvSpPr>
        <p:spPr>
          <a:xfrm xmlns:a="http://schemas.openxmlformats.org/drawingml/2006/main">
            <a:off x="742950" y="442912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LEO links are a useful example throughout the sensing chain. The same reasoning can be adapted to terrestrial and UAV links.</a:t>
            </a:r>
          </a:p>
        </p:txBody>
      </p:sp>
      <p:sp>
        <p:nvSpPr>
          <p:cNvPr id="5" name="">
            <a:extLst xmlns:a="http://schemas.openxmlformats.org/drawingml/2006/main">
              <a:ext uri="{FF2B5EF4-FFF2-40B4-BE49-F238E27FC236}">
                <a16:creationId xmlns:a16="http://schemas.microsoft.com/office/drawing/2014/main" id="{77CB75FE-6ECF-43EA-8993-2D33F0BEF4A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output is a concentration enhancement and a statistical decision.</a:t>
            </a:r>
          </a:p>
        </p:txBody>
      </p:sp>
      <p:sp>
        <p:nvSpPr>
          <p:cNvPr id="6" name="">
            <a:extLst xmlns:a="http://schemas.openxmlformats.org/drawingml/2006/main">
              <a:ext uri="{FF2B5EF4-FFF2-40B4-BE49-F238E27FC236}">
                <a16:creationId xmlns:a16="http://schemas.microsoft.com/office/drawing/2014/main" id="{D7E7C1A9-4F45-41E4-BC22-FD203C93701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One path does not recover an arbitrary vertical profile or a 3D image.</a:t>
            </a:r>
          </a:p>
        </p:txBody>
      </p:sp>
      <p:sp>
        <p:nvSpPr>
          <p:cNvPr id="7" name="">
            <a:extLst xmlns:a="http://schemas.openxmlformats.org/drawingml/2006/main">
              <a:ext uri="{FF2B5EF4-FFF2-40B4-BE49-F238E27FC236}">
                <a16:creationId xmlns:a16="http://schemas.microsoft.com/office/drawing/2014/main" id="{BB9E60BB-6E5E-4032-9D5D-14DA7508DD6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860090B3-D065-4F12-93F9-63D7368F984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03</a:t>
            </a:r>
          </a:p>
        </p:txBody>
      </p:sp>
    </p:spTree>
    <p:extLst>
      <p:ext uri="{BB962C8B-B14F-4D97-AF65-F5344CB8AC3E}">
        <p14:creationId xmlns:p14="http://schemas.microsoft.com/office/powerpoint/2010/main" val="8350991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37547D-AA60-4D0D-A016-3A60CDA640B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Why a molecule can change a radio signal</a:t>
            </a:r>
          </a:p>
        </p:txBody>
      </p:sp>
      <p:sp>
        <p:nvSpPr>
          <p:cNvPr id="2" name="">
            <a:extLst xmlns:a="http://schemas.openxmlformats.org/drawingml/2006/main">
              <a:ext uri="{FF2B5EF4-FFF2-40B4-BE49-F238E27FC236}">
                <a16:creationId xmlns:a16="http://schemas.microsoft.com/office/drawing/2014/main" id="{DA5297B7-5317-4B22-BC56-C3335DC367BD}"/>
              </a:ext>
            </a:extLst>
          </p:cNvPr>
          <p:cNvSpPr>
            <a:spLocks xmlns:a="http://schemas.openxmlformats.org/drawingml/2006/main" noGrp="1"/>
          </p:cNvSpPr>
          <p:nvPr/>
        </p:nvSpPr>
        <p:spPr>
          <a:xfrm xmlns:a="http://schemas.openxmlformats.org/drawingml/2006/main">
            <a:off x="742950" y="170497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Acetonitrile, CH₃CN, is the one gas selected for this example.</a:t>
            </a:r>
          </a:p>
        </p:txBody>
      </p:sp>
      <p:sp>
        <p:nvSpPr>
          <p:cNvPr id="3" name="">
            <a:extLst xmlns:a="http://schemas.openxmlformats.org/drawingml/2006/main">
              <a:ext uri="{FF2B5EF4-FFF2-40B4-BE49-F238E27FC236}">
                <a16:creationId xmlns:a16="http://schemas.microsoft.com/office/drawing/2014/main" id="{DB17924B-C256-4C1B-849A-E74B87543441}"/>
              </a:ext>
            </a:extLst>
          </p:cNvPr>
          <p:cNvSpPr>
            <a:spLocks xmlns:a="http://schemas.openxmlformats.org/drawingml/2006/main" noGrp="1"/>
          </p:cNvSpPr>
          <p:nvPr/>
        </p:nvSpPr>
        <p:spPr>
          <a:xfrm xmlns:a="http://schemas.openxmlformats.org/drawingml/2006/main">
            <a:off x="742950" y="3067050"/>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Its rotational transitions absorb energy at particular frequencies. Pressure and temperature broaden and modify the spectral features.</a:t>
            </a:r>
          </a:p>
        </p:txBody>
      </p:sp>
      <p:sp>
        <p:nvSpPr>
          <p:cNvPr id="4" name="">
            <a:extLst xmlns:a="http://schemas.openxmlformats.org/drawingml/2006/main">
              <a:ext uri="{FF2B5EF4-FFF2-40B4-BE49-F238E27FC236}">
                <a16:creationId xmlns:a16="http://schemas.microsoft.com/office/drawing/2014/main" id="{33B34E16-CDCD-4D11-903E-E78D6C43E100}"/>
              </a:ext>
            </a:extLst>
          </p:cNvPr>
          <p:cNvSpPr>
            <a:spLocks xmlns:a="http://schemas.openxmlformats.org/drawingml/2006/main" noGrp="1"/>
          </p:cNvSpPr>
          <p:nvPr/>
        </p:nvSpPr>
        <p:spPr>
          <a:xfrm xmlns:a="http://schemas.openxmlformats.org/drawingml/2006/main">
            <a:off x="742950" y="442912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A spectral template is the calculated attenuation at every measured frequency for one unit of concentration.</a:t>
            </a:r>
          </a:p>
        </p:txBody>
      </p:sp>
      <p:sp>
        <p:nvSpPr>
          <p:cNvPr id="5" name="">
            <a:extLst xmlns:a="http://schemas.openxmlformats.org/drawingml/2006/main">
              <a:ext uri="{FF2B5EF4-FFF2-40B4-BE49-F238E27FC236}">
                <a16:creationId xmlns:a16="http://schemas.microsoft.com/office/drawing/2014/main" id="{A218E48D-3ACF-40D4-ABA2-EE58C12720F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More gas increases the attenuation according to this template, within the assumed profile.</a:t>
            </a:r>
          </a:p>
        </p:txBody>
      </p:sp>
      <p:sp>
        <p:nvSpPr>
          <p:cNvPr id="6" name="">
            <a:extLst xmlns:a="http://schemas.openxmlformats.org/drawingml/2006/main">
              <a:ext uri="{FF2B5EF4-FFF2-40B4-BE49-F238E27FC236}">
                <a16:creationId xmlns:a16="http://schemas.microsoft.com/office/drawing/2014/main" id="{C8B09342-0160-42A8-8B5B-A764E1E3AA0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Other molecules can have overlapping signatures. The first example assumes their concentrations do not change.</a:t>
            </a:r>
          </a:p>
        </p:txBody>
      </p:sp>
      <p:sp>
        <p:nvSpPr>
          <p:cNvPr id="7" name="">
            <a:extLst xmlns:a="http://schemas.openxmlformats.org/drawingml/2006/main">
              <a:ext uri="{FF2B5EF4-FFF2-40B4-BE49-F238E27FC236}">
                <a16:creationId xmlns:a16="http://schemas.microsoft.com/office/drawing/2014/main" id="{D5853802-D80C-4407-BB6E-AABAF835EFA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Molecular parameters: HITRAN · Physical model and scope: docs/55</a:t>
            </a:r>
          </a:p>
        </p:txBody>
      </p:sp>
      <p:sp>
        <p:nvSpPr>
          <p:cNvPr id="8" name="">
            <a:extLst xmlns:a="http://schemas.openxmlformats.org/drawingml/2006/main">
              <a:ext uri="{FF2B5EF4-FFF2-40B4-BE49-F238E27FC236}">
                <a16:creationId xmlns:a16="http://schemas.microsoft.com/office/drawing/2014/main" id="{FFB4422A-4443-47B3-914C-AF77C461380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04</a:t>
            </a:r>
          </a:p>
        </p:txBody>
      </p:sp>
    </p:spTree>
    <p:extLst>
      <p:ext uri="{BB962C8B-B14F-4D97-AF65-F5344CB8AC3E}">
        <p14:creationId xmlns:p14="http://schemas.microsoft.com/office/powerpoint/2010/main" val="17955125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227108-B9BA-4300-92E6-C04C08E0B0EC}"/>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Many frequencies in one transmitted signal</a:t>
            </a:r>
          </a:p>
        </p:txBody>
      </p:sp>
      <p:graphicFrame>
        <p:nvGraphicFramePr>
          <p:cNvPr id="7"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3605784"/>
                <a:gridCol w="10262616"/>
              </a:tblGrid>
              <a:tr h="752475">
                <a:tc>
                  <a:txBody>
                    <a:bodyPr/>
                    <a:lstStyle/>
                    <a:p>
                      <a:r>
                        <a:rPr sz="2025" b="1">
                          <a:solidFill>
                            <a:srgbClr val="FFFFFF"/>
                          </a:solidFill>
                          <a:latin typeface="Arial"/>
                          <a:ea typeface="Arial"/>
                          <a:cs typeface="Arial"/>
                        </a:rPr>
                        <a:t>Term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Physical meaning</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OFDM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Orthogonal frequency division multiplexing: many separately recoverable tones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Tone / subcarrier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One regularly spaced frequency component of the waveform</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Pilot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 transmitted symbol whose amplitude and phase the receiver already knows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Bandwidth</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The total frequency span used at the same time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Symbol</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One time interval over which the tone coefficients are transmitted</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9BBC0877-D536-4BEA-A290-F2AFD995EA95}"/>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Center frequency: 235 GHz. Bandwidth: 10 GHz. The example measures 1,024 tones.</a:t>
            </a:r>
          </a:p>
        </p:txBody>
      </p:sp>
      <p:sp>
        <p:nvSpPr>
          <p:cNvPr id="4" name="">
            <a:extLst xmlns:a="http://schemas.openxmlformats.org/drawingml/2006/main">
              <a:ext uri="{FF2B5EF4-FFF2-40B4-BE49-F238E27FC236}">
                <a16:creationId xmlns:a16="http://schemas.microsoft.com/office/drawing/2014/main" id="{14AA7BBC-5D01-4B17-AC76-3E426401287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5" name="">
            <a:extLst xmlns:a="http://schemas.openxmlformats.org/drawingml/2006/main">
              <a:ext uri="{FF2B5EF4-FFF2-40B4-BE49-F238E27FC236}">
                <a16:creationId xmlns:a16="http://schemas.microsoft.com/office/drawing/2014/main" id="{1BC5FC14-756D-4179-AF97-680F57F33EB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05</a:t>
            </a:r>
          </a:p>
        </p:txBody>
      </p:sp>
    </p:spTree>
    <p:extLst>
      <p:ext uri="{BB962C8B-B14F-4D97-AF65-F5344CB8AC3E}">
        <p14:creationId xmlns:p14="http://schemas.microsoft.com/office/powerpoint/2010/main" val="2573515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884D03-EA44-4D83-8763-688C39627529}"/>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How to read the radio power units</a:t>
            </a:r>
          </a:p>
        </p:txBody>
      </p:sp>
      <p:graphicFrame>
        <p:nvGraphicFramePr>
          <p:cNvPr id="7"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2773680"/>
                <a:gridCol w="6379464"/>
                <a:gridCol w="4715256"/>
              </a:tblGrid>
              <a:tr h="752475">
                <a:tc>
                  <a:txBody>
                    <a:bodyPr/>
                    <a:lstStyle/>
                    <a:p>
                      <a:r>
                        <a:rPr sz="2025" b="1">
                          <a:solidFill>
                            <a:srgbClr val="FFFFFF"/>
                          </a:solidFill>
                          <a:latin typeface="Arial"/>
                          <a:ea typeface="Arial"/>
                          <a:cs typeface="Arial"/>
                        </a:rPr>
                        <a:t>Unit</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Definition or interpretation</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Example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dB</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 log₁₀ of a power ratio</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 dB means ×10 power</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dBm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log₁₀(P / 1 mW)</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25 dBm ≈ 316 mW</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dBi</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Antenna gain relative to an isotropic radiator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Directionality, not created energy</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Attenuation in dB</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Positive loss subtracted in a link budget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dB loss leaves 10% of the power</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0B0F3BF-7AFB-4311-9E93-176CEEAE7B93}"/>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Power ratios multiply in linear units and add in decibels. Amplitude ratios use 20 log₁₀.</a:t>
            </a:r>
          </a:p>
        </p:txBody>
      </p:sp>
      <p:sp>
        <p:nvSpPr>
          <p:cNvPr id="4" name="">
            <a:extLst xmlns:a="http://schemas.openxmlformats.org/drawingml/2006/main">
              <a:ext uri="{FF2B5EF4-FFF2-40B4-BE49-F238E27FC236}">
                <a16:creationId xmlns:a16="http://schemas.microsoft.com/office/drawing/2014/main" id="{36279EAA-EBBC-40A7-8DB1-C9AB88535C4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5" name="">
            <a:extLst xmlns:a="http://schemas.openxmlformats.org/drawingml/2006/main">
              <a:ext uri="{FF2B5EF4-FFF2-40B4-BE49-F238E27FC236}">
                <a16:creationId xmlns:a16="http://schemas.microsoft.com/office/drawing/2014/main" id="{F269BA71-D699-400A-A5E6-F234E6BAA3B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06</a:t>
            </a:r>
          </a:p>
        </p:txBody>
      </p:sp>
    </p:spTree>
    <p:extLst>
      <p:ext uri="{BB962C8B-B14F-4D97-AF65-F5344CB8AC3E}">
        <p14:creationId xmlns:p14="http://schemas.microsoft.com/office/powerpoint/2010/main" val="558099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5FDEB9-ABFF-4F8D-B11D-A5BAC61B0BA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the receiver is trying to distinguish</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9569196"/>
                <a:gridCol w="4299204"/>
              </a:tblGrid>
              <a:tr h="752475">
                <a:tc>
                  <a:txBody>
                    <a:bodyPr/>
                    <a:lstStyle/>
                    <a:p>
                      <a:r>
                        <a:rPr sz="2025" b="1">
                          <a:solidFill>
                            <a:srgbClr val="FFFFFF"/>
                          </a:solidFill>
                          <a:latin typeface="Arial"/>
                          <a:ea typeface="Arial"/>
                          <a:cs typeface="Arial"/>
                        </a:rPr>
                        <a:t>At the first tone, before measurement errors</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Model value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Chosen enhancement q for the worked sample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Extra molecular attenuation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Sample amplitude / reference amplitude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Reduction in amplitude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B230A45-F318-4E64-8699-501A8A059E1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measurement must distinguish a small molecular change from noise and instrument drift.</a:t>
            </a:r>
          </a:p>
        </p:txBody>
      </p:sp>
      <p:sp>
        <p:nvSpPr>
          <p:cNvPr id="4" name="">
            <a:extLst xmlns:a="http://schemas.openxmlformats.org/drawingml/2006/main">
              <a:ext uri="{FF2B5EF4-FFF2-40B4-BE49-F238E27FC236}">
                <a16:creationId xmlns:a16="http://schemas.microsoft.com/office/drawing/2014/main" id="{85C54499-D910-4A2D-B895-0A12DA3B9A0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is the predicted molecular effect for the assumed profile, before adding noise. It is not a measured change.</a:t>
            </a:r>
          </a:p>
        </p:txBody>
      </p:sp>
      <p:sp>
        <p:nvSpPr>
          <p:cNvPr id="5" name="">
            <a:extLst xmlns:a="http://schemas.openxmlformats.org/drawingml/2006/main">
              <a:ext uri="{FF2B5EF4-FFF2-40B4-BE49-F238E27FC236}">
                <a16:creationId xmlns:a16="http://schemas.microsoft.com/office/drawing/2014/main" id="{5D1E0F3B-0A41-4BB1-82EE-BAC6E6248FB2}"/>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6" name="">
            <a:extLst xmlns:a="http://schemas.openxmlformats.org/drawingml/2006/main">
              <a:ext uri="{FF2B5EF4-FFF2-40B4-BE49-F238E27FC236}">
                <a16:creationId xmlns:a16="http://schemas.microsoft.com/office/drawing/2014/main" id="{86BAE999-25AE-49FF-A3E7-02075DB0905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07</a:t>
            </a:r>
          </a:p>
        </p:txBody>
      </p:sp>
    </p:spTree>
    <p:extLst>
      <p:ext uri="{BB962C8B-B14F-4D97-AF65-F5344CB8AC3E}">
        <p14:creationId xmlns:p14="http://schemas.microsoft.com/office/powerpoint/2010/main" val="16474173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190746-C3AA-47B8-81B1-B3F7043B5394}"/>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intuition</a:t>
            </a:r>
          </a:p>
        </p:txBody>
      </p:sp>
      <p:sp>
        <p:nvSpPr>
          <p:cNvPr id="2" name="">
            <a:extLst xmlns:a="http://schemas.openxmlformats.org/drawingml/2006/main">
              <a:ext uri="{FF2B5EF4-FFF2-40B4-BE49-F238E27FC236}">
                <a16:creationId xmlns:a16="http://schemas.microsoft.com/office/drawing/2014/main" id="{387A3C10-D424-4670-AFD8-2F9FB301AE33}"/>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1. Send known tones across a 10 GHz band and measure their received amplitudes.</a:t>
            </a:r>
          </a:p>
        </p:txBody>
      </p:sp>
      <p:sp>
        <p:nvSpPr>
          <p:cNvPr id="3" name="">
            <a:extLst xmlns:a="http://schemas.openxmlformats.org/drawingml/2006/main">
              <a:ext uri="{FF2B5EF4-FFF2-40B4-BE49-F238E27FC236}">
                <a16:creationId xmlns:a16="http://schemas.microsoft.com/office/drawing/2014/main" id="{B735EF4D-047F-4A80-A646-1B0F7369A42B}"/>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2. Compare a reference with a sample after correcting known link changes.</a:t>
            </a:r>
          </a:p>
        </p:txBody>
      </p:sp>
      <p:sp>
        <p:nvSpPr>
          <p:cNvPr id="4" name="">
            <a:extLst xmlns:a="http://schemas.openxmlformats.org/drawingml/2006/main">
              <a:ext uri="{FF2B5EF4-FFF2-40B4-BE49-F238E27FC236}">
                <a16:creationId xmlns:a16="http://schemas.microsoft.com/office/drawing/2014/main" id="{6ACB8E0C-6010-4FE7-B89C-28885ADEC701}"/>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3. Match the remaining frequency pattern to the molecular absorption template.</a:t>
            </a:r>
          </a:p>
        </p:txBody>
      </p:sp>
      <p:sp>
        <p:nvSpPr>
          <p:cNvPr id="5" name="">
            <a:extLst xmlns:a="http://schemas.openxmlformats.org/drawingml/2006/main">
              <a:ext uri="{FF2B5EF4-FFF2-40B4-BE49-F238E27FC236}">
                <a16:creationId xmlns:a16="http://schemas.microsoft.com/office/drawing/2014/main" id="{C0F2C5FD-C453-4C65-9446-6392143C42B7}"/>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4. Estimate its strength and compare it with a threshold fixed in advance.</a:t>
            </a:r>
          </a:p>
        </p:txBody>
      </p:sp>
      <p:sp>
        <p:nvSpPr>
          <p:cNvPr id="6" name="">
            <a:extLst xmlns:a="http://schemas.openxmlformats.org/drawingml/2006/main">
              <a:ext uri="{FF2B5EF4-FFF2-40B4-BE49-F238E27FC236}">
                <a16:creationId xmlns:a16="http://schemas.microsoft.com/office/drawing/2014/main" id="{3E641E6C-7928-464D-83A6-26750D07635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useful evidence is the spectral shape across tones, not one noisy dip.</a:t>
            </a:r>
          </a:p>
        </p:txBody>
      </p:sp>
      <p:sp>
        <p:nvSpPr>
          <p:cNvPr id="7" name="">
            <a:extLst xmlns:a="http://schemas.openxmlformats.org/drawingml/2006/main">
              <a:ext uri="{FF2B5EF4-FFF2-40B4-BE49-F238E27FC236}">
                <a16:creationId xmlns:a16="http://schemas.microsoft.com/office/drawing/2014/main" id="{1AD06276-73CE-4A54-B647-26F05047435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3361C57F-0DD6-4D8F-89C6-708DD9DFDAC4}"/>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08</a:t>
            </a:r>
          </a:p>
        </p:txBody>
      </p:sp>
    </p:spTree>
    <p:extLst>
      <p:ext uri="{BB962C8B-B14F-4D97-AF65-F5344CB8AC3E}">
        <p14:creationId xmlns:p14="http://schemas.microsoft.com/office/powerpoint/2010/main" val="11230797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6349FE-5649-4C8E-8A6F-AAD9B42E732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90° geometry</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299204"/>
                <a:gridCol w="3328416"/>
                <a:gridCol w="6240780"/>
              </a:tblGrid>
              <a:tr h="752475">
                <a:tc>
                  <a:txBody>
                    <a:bodyPr/>
                    <a:lstStyle/>
                    <a:p>
                      <a:r>
                        <a:rPr sz="2025" b="1">
                          <a:solidFill>
                            <a:srgbClr val="FFFFFF"/>
                          </a:solidFill>
                          <a:latin typeface="Arial"/>
                          <a:ea typeface="Arial"/>
                          <a:cs typeface="Arial"/>
                        </a:rPr>
                        <a:t>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Example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Meaning</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Ground elevation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Satellite directly overhead</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Satellite altitude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550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Chosen LEO scenario</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Slant range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550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Shortest path for this altitude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Atmospheric integration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0–100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Standard atmosphere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Concentration profile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q exp(−z / 1500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Assumed enhancement shape</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A6CE5276-3EF6-4314-A453-A9569D65717D}"/>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90° is the maximum ground elevation. A 30° value can be a minimum elevation mask.</a:t>
            </a:r>
          </a:p>
        </p:txBody>
      </p:sp>
      <p:sp>
        <p:nvSpPr>
          <p:cNvPr id="4" name="">
            <a:extLst xmlns:a="http://schemas.openxmlformats.org/drawingml/2006/main">
              <a:ext uri="{FF2B5EF4-FFF2-40B4-BE49-F238E27FC236}">
                <a16:creationId xmlns:a16="http://schemas.microsoft.com/office/drawing/2014/main" id="{F6EC2319-70DA-48D2-A379-9BB7780305B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is a static zenith benchmark. A real satellite keeps moving during acquisition.</a:t>
            </a:r>
          </a:p>
        </p:txBody>
      </p:sp>
      <p:sp>
        <p:nvSpPr>
          <p:cNvPr id="5" name="">
            <a:extLst xmlns:a="http://schemas.openxmlformats.org/drawingml/2006/main">
              <a:ext uri="{FF2B5EF4-FFF2-40B4-BE49-F238E27FC236}">
                <a16:creationId xmlns:a16="http://schemas.microsoft.com/office/drawing/2014/main" id="{A6843BD2-BFC3-43A7-A58C-34BB3BD99AE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Geometry: chosen scenario · Atmosphere: ITU P.835</a:t>
            </a:r>
          </a:p>
        </p:txBody>
      </p:sp>
      <p:sp>
        <p:nvSpPr>
          <p:cNvPr id="6" name="">
            <a:extLst xmlns:a="http://schemas.openxmlformats.org/drawingml/2006/main">
              <a:ext uri="{FF2B5EF4-FFF2-40B4-BE49-F238E27FC236}">
                <a16:creationId xmlns:a16="http://schemas.microsoft.com/office/drawing/2014/main" id="{6585DCF6-9EE6-44F2-9B93-21A6D260EC02}"/>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09</a:t>
            </a:r>
          </a:p>
        </p:txBody>
      </p:sp>
    </p:spTree>
    <p:extLst>
      <p:ext uri="{BB962C8B-B14F-4D97-AF65-F5344CB8AC3E}">
        <p14:creationId xmlns:p14="http://schemas.microsoft.com/office/powerpoint/2010/main" val="20466029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2639EC-BE9B-4AD1-BEAE-6A7770125CD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the hardware sources demonstrate</a:t>
            </a:r>
          </a:p>
        </p:txBody>
      </p:sp>
      <p:graphicFrame>
        <p:nvGraphicFramePr>
          <p:cNvPr id="8" name=""/>
          <p:cNvGraphicFramePr/>
          <p:nvPr/>
        </p:nvGraphicFramePr>
        <p:xfrm>
          <a:off xmlns:a="http://schemas.openxmlformats.org/drawingml/2006/main" x="685800" y="1714500"/>
          <a:ext xmlns:a="http://schemas.openxmlformats.org/drawingml/2006/main" cx="13868400" cy="3009900"/>
        </p:xfrm>
        <a:graphic xmlns:a="http://schemas.openxmlformats.org/drawingml/2006/main">
          <a:graphicData uri="http://schemas.openxmlformats.org/drawingml/2006/table">
            <a:tbl>
              <a:tblPr/>
              <a:tblGrid>
                <a:gridCol w="4437888"/>
                <a:gridCol w="4021836"/>
                <a:gridCol w="5408676"/>
              </a:tblGrid>
              <a:tr h="752475">
                <a:tc>
                  <a:txBody>
                    <a:bodyPr/>
                    <a:lstStyle/>
                    <a:p>
                      <a:r>
                        <a:rPr sz="2025" b="1">
                          <a:solidFill>
                            <a:srgbClr val="FFFFFF"/>
                          </a:solidFill>
                          <a:latin typeface="Arial"/>
                          <a:ea typeface="Arial"/>
                          <a:cs typeface="Arial"/>
                        </a:rPr>
                        <a:t>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Reported 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Scope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Sen et al., Nature Electronics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200 mW, about 23 dBm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Measured terrestrial link, 210–240 GHz</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TeraLink, 2026 preprint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25 dBm, 7 dB noise figure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Published LEO design, not flight validation</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Cooper et al., JMW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&gt;400 mW at 240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Continuous wave source component</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FC83D355-4770-49B5-ACE3-3DDB29C916F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25 dBm is a design anchor for this example, not proof of a complete OFDM payload.</a:t>
            </a:r>
          </a:p>
        </p:txBody>
      </p:sp>
      <p:sp>
        <p:nvSpPr>
          <p:cNvPr id="4" name="">
            <a:extLst xmlns:a="http://schemas.openxmlformats.org/drawingml/2006/main">
              <a:ext uri="{FF2B5EF4-FFF2-40B4-BE49-F238E27FC236}">
                <a16:creationId xmlns:a16="http://schemas.microsoft.com/office/drawing/2014/main" id="{89AC2EE3-11A6-4C42-8897-F9D2AD4D3060}"/>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sources do not demonstrate the full bandwidth, linear output, tracking and calibration together.</a:t>
            </a:r>
          </a:p>
        </p:txBody>
      </p:sp>
      <p:sp>
        <p:nvSpPr>
          <p:cNvPr id="5" name="">
            <a:extLst xmlns:a="http://schemas.openxmlformats.org/drawingml/2006/main">
              <a:ext uri="{FF2B5EF4-FFF2-40B4-BE49-F238E27FC236}">
                <a16:creationId xmlns:a16="http://schemas.microsoft.com/office/drawing/2014/main" id="{8538B797-A6F3-447C-9F54-F4BEAE4DF41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Sen et al. · TeraLink preprint · Cooper et al. · Full links in notes</a:t>
            </a:r>
          </a:p>
        </p:txBody>
      </p:sp>
      <p:sp>
        <p:nvSpPr>
          <p:cNvPr id="6" name="">
            <a:extLst xmlns:a="http://schemas.openxmlformats.org/drawingml/2006/main">
              <a:ext uri="{FF2B5EF4-FFF2-40B4-BE49-F238E27FC236}">
                <a16:creationId xmlns:a16="http://schemas.microsoft.com/office/drawing/2014/main" id="{17B0A201-EAE3-412D-8BAC-C30D0065D27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10</a:t>
            </a:r>
          </a:p>
        </p:txBody>
      </p:sp>
    </p:spTree>
    <p:extLst>
      <p:ext uri="{BB962C8B-B14F-4D97-AF65-F5344CB8AC3E}">
        <p14:creationId xmlns:p14="http://schemas.microsoft.com/office/powerpoint/2010/main" val="3718805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DB4D06-43FB-4E30-9686-B48CA8A4E6C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chosen link budget inputs</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4992624"/>
                <a:gridCol w="4299204"/>
                <a:gridCol w="4576572"/>
              </a:tblGrid>
              <a:tr h="666750">
                <a:tc>
                  <a:txBody>
                    <a:bodyPr/>
                    <a:lstStyle/>
                    <a:p>
                      <a:r>
                        <a:rPr sz="2025" b="1">
                          <a:solidFill>
                            <a:srgbClr val="FFFFFF"/>
                          </a:solidFill>
                          <a:latin typeface="Arial"/>
                          <a:ea typeface="Arial"/>
                          <a:cs typeface="Arial"/>
                        </a:rPr>
                        <a:t>Input</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Status</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Total average RF power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dBm = 316 mW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Published design anchor</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Transmit / receive diameter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0.10 m / 1.0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Circular aperture model</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Aperture efficiency</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0.65 at both ends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Assumed</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Gain at 235 GHz</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45.96 / 65.96 dBi</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Calculated from aperture</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Receiver noise figure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 dB at T₀ = 290 K</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Published design anchor</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Implementation loss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 dB</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Assumed budget</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797AE7D-0301-4D61-BE95-A6BB6DE21A19}"/>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linear average power available for OFDM after amplifier backoff remains unverified.</a:t>
            </a:r>
          </a:p>
        </p:txBody>
      </p:sp>
      <p:sp>
        <p:nvSpPr>
          <p:cNvPr id="4" name="">
            <a:extLst xmlns:a="http://schemas.openxmlformats.org/drawingml/2006/main">
              <a:ext uri="{FF2B5EF4-FFF2-40B4-BE49-F238E27FC236}">
                <a16:creationId xmlns:a16="http://schemas.microsoft.com/office/drawing/2014/main" id="{08658B2B-2717-4685-A8BF-35A88101F192}"/>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Design anchors: TeraLink · Assumptions and aperture calculations: repository</a:t>
            </a:r>
          </a:p>
        </p:txBody>
      </p:sp>
      <p:sp>
        <p:nvSpPr>
          <p:cNvPr id="5" name="">
            <a:extLst xmlns:a="http://schemas.openxmlformats.org/drawingml/2006/main">
              <a:ext uri="{FF2B5EF4-FFF2-40B4-BE49-F238E27FC236}">
                <a16:creationId xmlns:a16="http://schemas.microsoft.com/office/drawing/2014/main" id="{AE002337-7204-46F1-A464-D06E9EA2D9F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11</a:t>
            </a:r>
          </a:p>
        </p:txBody>
      </p:sp>
    </p:spTree>
    <p:extLst>
      <p:ext uri="{BB962C8B-B14F-4D97-AF65-F5344CB8AC3E}">
        <p14:creationId xmlns:p14="http://schemas.microsoft.com/office/powerpoint/2010/main" val="6575750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A86DFA-198D-4393-83E5-98021351B4BA}"/>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OFDM frequency grid</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7350252"/>
                <a:gridCol w="6518148"/>
              </a:tblGrid>
              <a:tr h="666750">
                <a:tc>
                  <a:txBody>
                    <a:bodyPr/>
                    <a:lstStyle/>
                    <a:p>
                      <a:r>
                        <a:rPr sz="2025" b="1">
                          <a:solidFill>
                            <a:srgbClr val="FFFFFF"/>
                          </a:solidFill>
                          <a:latin typeface="Arial"/>
                          <a:ea typeface="Arial"/>
                          <a:cs typeface="Arial"/>
                        </a:rPr>
                        <a:t>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Occupied band and tone count K</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230–240 GHz, 1,024 tones</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Spacing Δf = B / K</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9.765625 MHz</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Useful symbol Tᵤ = 1 / Δf</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102.4 ns</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Assumed cyclic prefix T_CP</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ns</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Transmitted symbol Tₛ = Tᵤ + T_CP</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112.4 ns</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Pilots per 10,000 symbol frame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30 full pilot symbols, 0.3%</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3F84846-D372-4BAE-A013-3AB9524553EE}"/>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All tones share the same 25 dBm total average transmit power.</a:t>
            </a:r>
          </a:p>
        </p:txBody>
      </p:sp>
      <p:sp>
        <p:nvSpPr>
          <p:cNvPr id="4" name="">
            <a:extLst xmlns:a="http://schemas.openxmlformats.org/drawingml/2006/main">
              <a:ext uri="{FF2B5EF4-FFF2-40B4-BE49-F238E27FC236}">
                <a16:creationId xmlns:a16="http://schemas.microsoft.com/office/drawing/2014/main" id="{8EF8FDA8-9DE7-40E3-818A-6F9AFF6B498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5" name="">
            <a:extLst xmlns:a="http://schemas.openxmlformats.org/drawingml/2006/main">
              <a:ext uri="{FF2B5EF4-FFF2-40B4-BE49-F238E27FC236}">
                <a16:creationId xmlns:a16="http://schemas.microsoft.com/office/drawing/2014/main" id="{F512A0A8-8515-46D6-8A2A-EC80AB678F2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12</a:t>
            </a:r>
          </a:p>
        </p:txBody>
      </p:sp>
    </p:spTree>
    <p:extLst>
      <p:ext uri="{BB962C8B-B14F-4D97-AF65-F5344CB8AC3E}">
        <p14:creationId xmlns:p14="http://schemas.microsoft.com/office/powerpoint/2010/main" val="20848303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6FA9CE-50BC-4216-B353-9598ED3939E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Twenty seconds include the reference</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3744468"/>
                <a:gridCol w="3189732"/>
                <a:gridCol w="3189732"/>
                <a:gridCol w="3744468"/>
              </a:tblGrid>
              <a:tr h="1000125">
                <a:tc>
                  <a:txBody>
                    <a:bodyPr/>
                    <a:lstStyle/>
                    <a:p>
                      <a:r>
                        <a:rPr sz="2025" b="1">
                          <a:solidFill>
                            <a:srgbClr val="FFFFFF"/>
                          </a:solidFill>
                          <a:latin typeface="Arial"/>
                          <a:ea typeface="Arial"/>
                          <a:cs typeface="Arial"/>
                        </a:rPr>
                        <a:t>Acquisition</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Scheduled time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Complete frames</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Pilots per tone</a:t>
                      </a:r>
                    </a:p>
                  </a:txBody>
                  <a:tcPr marL="133350" marR="133350" marT="76200" marB="76200" anchor="ctr">
                    <a:solidFill>
                      <a:srgbClr val="153246"/>
                    </a:solidFill>
                  </a:tcPr>
                </a:tc>
              </a:tr>
              <a:tr h="1000125">
                <a:tc>
                  <a:txBody>
                    <a:bodyPr/>
                    <a:lstStyle/>
                    <a:p>
                      <a:r>
                        <a:rPr sz="2025" b="0">
                          <a:solidFill>
                            <a:srgbClr val="153246"/>
                          </a:solidFill>
                          <a:latin typeface="Arial"/>
                          <a:ea typeface="Arial"/>
                          <a:cs typeface="Arial"/>
                        </a:rPr>
                        <a:t>Reference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 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8,896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266,880</a:t>
                      </a:r>
                    </a:p>
                  </a:txBody>
                  <a:tcPr marL="133350" marR="133350" marT="76200" marB="76200" anchor="ctr">
                    <a:solidFill>
                      <a:srgbClr val="F0F5F7"/>
                    </a:solidFill>
                  </a:tcPr>
                </a:tc>
              </a:tr>
              <a:tr h="1000125">
                <a:tc>
                  <a:txBody>
                    <a:bodyPr/>
                    <a:lstStyle/>
                    <a:p>
                      <a:r>
                        <a:rPr sz="2025" b="0">
                          <a:solidFill>
                            <a:srgbClr val="153246"/>
                          </a:solidFill>
                          <a:latin typeface="Arial"/>
                          <a:ea typeface="Arial"/>
                          <a:cs typeface="Arial"/>
                        </a:rPr>
                        <a:t>Sample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8,896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266,880</a:t>
                      </a:r>
                    </a:p>
                  </a:txBody>
                  <a:tcPr marL="133350" marR="133350" marT="76200" marB="76200" anchor="ctr">
                    <a:solidFill>
                      <a:srgbClr val="FFFFFF"/>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c057a88bc0473f">
            <a:extLst>
              <a:ext uri="{96DAC541-7B7A-43D3-8B79-37D633B846F1}">
                <asvg:svgBlip xmlns:asvg="http://schemas.microsoft.com/office/drawing/2016/SVG/main" r:embed="R0ab328b8c79a4646"/>
              </a:ext>
            </a:extLst>
          </a:blip>
          <a:stretch xmlns:a="http://schemas.openxmlformats.org/drawingml/2006/main"/>
        </p:blipFill>
        <p:spPr>
          <a:xfrm xmlns:a="http://schemas.openxmlformats.org/drawingml/2006/main">
            <a:off x="742950" y="4762500"/>
            <a:ext cx="5714469"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8D3914-DC1C-4835-9F67-244E6E1F5266}"/>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M is the number of known pilot observations per tone, per acquisition.</a:t>
            </a:r>
          </a:p>
        </p:txBody>
      </p:sp>
      <p:sp>
        <p:nvSpPr>
          <p:cNvPr id="5" name="">
            <a:extLst xmlns:a="http://schemas.openxmlformats.org/drawingml/2006/main">
              <a:ext uri="{FF2B5EF4-FFF2-40B4-BE49-F238E27FC236}">
                <a16:creationId xmlns:a16="http://schemas.microsoft.com/office/drawing/2014/main" id="{BDE52999-F378-443C-B8D0-26834FAA85C7}"/>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19.998208 s are occupied by complete frames. Both acquisitions contribute noise.</a:t>
            </a:r>
          </a:p>
        </p:txBody>
      </p:sp>
      <p:sp>
        <p:nvSpPr>
          <p:cNvPr id="6" name="">
            <a:extLst xmlns:a="http://schemas.openxmlformats.org/drawingml/2006/main">
              <a:ext uri="{FF2B5EF4-FFF2-40B4-BE49-F238E27FC236}">
                <a16:creationId xmlns:a16="http://schemas.microsoft.com/office/drawing/2014/main" id="{1AB4504C-F888-4F7D-927B-17583DBBA40D}"/>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Waiting for comparable geometry, calibration and reference availability adds operational time.</a:t>
            </a:r>
          </a:p>
        </p:txBody>
      </p:sp>
      <p:sp>
        <p:nvSpPr>
          <p:cNvPr id="7" name="">
            <a:extLst xmlns:a="http://schemas.openxmlformats.org/drawingml/2006/main">
              <a:ext uri="{FF2B5EF4-FFF2-40B4-BE49-F238E27FC236}">
                <a16:creationId xmlns:a16="http://schemas.microsoft.com/office/drawing/2014/main" id="{FEFEA875-2F92-44DE-B275-0870FF05849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79721F6E-2926-4F44-B23C-EF9C7FA84588}"/>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13</a:t>
            </a:r>
          </a:p>
        </p:txBody>
      </p:sp>
    </p:spTree>
    <p:extLst>
      <p:ext uri="{BB962C8B-B14F-4D97-AF65-F5344CB8AC3E}">
        <p14:creationId xmlns:p14="http://schemas.microsoft.com/office/powerpoint/2010/main" val="12314593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8000A4-F1F2-4960-BAD9-47F8D4D71A49}"/>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molecular template comes from spectroscopy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23a9316a99648ac">
            <a:extLst>
              <a:ext uri="{96DAC541-7B7A-43D3-8B79-37D633B846F1}">
                <asvg:svgBlip xmlns:asvg="http://schemas.microsoft.com/office/drawing/2016/SVG/main" r:embed="R749c6a92cbf34d09"/>
              </a:ext>
            </a:extLst>
          </a:blip>
          <a:stretch xmlns:a="http://schemas.openxmlformats.org/drawingml/2006/main"/>
        </p:blipFill>
        <p:spPr>
          <a:xfrm xmlns:a="http://schemas.openxmlformats.org/drawingml/2006/main">
            <a:off x="742950" y="1814685"/>
            <a:ext cx="10801642" cy="155223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67AB78D-322A-4BE9-A1C0-7DD27EADE515}"/>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q: surface equivalent enhancement (µg/m³) · σₖ: effective absorption area per molecule</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n₁: molecular density for q = 1 µg/m³ · aₖ: dB per (µg/m³). Use consistent length units in the integral.</a:t>
            </a:r>
          </a:p>
        </p:txBody>
      </p:sp>
      <p:sp>
        <p:nvSpPr>
          <p:cNvPr id="4" name="">
            <a:extLst xmlns:a="http://schemas.openxmlformats.org/drawingml/2006/main">
              <a:ext uri="{FF2B5EF4-FFF2-40B4-BE49-F238E27FC236}">
                <a16:creationId xmlns:a16="http://schemas.microsoft.com/office/drawing/2014/main" id="{51B1711F-FFF8-4512-B309-14B83200BA81}"/>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HITRAN supplies CH₃CN line positions, strengths and broadening parameters.</a:t>
            </a:r>
          </a:p>
        </p:txBody>
      </p:sp>
      <p:sp>
        <p:nvSpPr>
          <p:cNvPr id="5" name="">
            <a:extLst xmlns:a="http://schemas.openxmlformats.org/drawingml/2006/main">
              <a:ext uri="{FF2B5EF4-FFF2-40B4-BE49-F238E27FC236}">
                <a16:creationId xmlns:a16="http://schemas.microsoft.com/office/drawing/2014/main" id="{4D9B1F5D-1486-4CAF-B6A1-CDAFEF7C36B3}"/>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A Voigt model and the atmospheric pressure and temperature give the cross section at each altitude.</a:t>
            </a:r>
          </a:p>
        </p:txBody>
      </p:sp>
      <p:sp>
        <p:nvSpPr>
          <p:cNvPr id="6" name="">
            <a:extLst xmlns:a="http://schemas.openxmlformats.org/drawingml/2006/main">
              <a:ext uri="{FF2B5EF4-FFF2-40B4-BE49-F238E27FC236}">
                <a16:creationId xmlns:a16="http://schemas.microsoft.com/office/drawing/2014/main" id="{34754EB4-4070-4994-934E-14AC17242AB4}"/>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predicted extra attenuation at tone k is aₖq dB.</a:t>
            </a:r>
          </a:p>
        </p:txBody>
      </p:sp>
      <p:sp>
        <p:nvSpPr>
          <p:cNvPr id="7" name="">
            <a:extLst xmlns:a="http://schemas.openxmlformats.org/drawingml/2006/main">
              <a:ext uri="{FF2B5EF4-FFF2-40B4-BE49-F238E27FC236}">
                <a16:creationId xmlns:a16="http://schemas.microsoft.com/office/drawing/2014/main" id="{8718C3E0-575C-4CD8-8F5B-20443E4BC42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vertical shape is assumed. The model does not measure concentration at each height.</a:t>
            </a:r>
          </a:p>
        </p:txBody>
      </p:sp>
      <p:sp>
        <p:nvSpPr>
          <p:cNvPr id="8" name="">
            <a:extLst xmlns:a="http://schemas.openxmlformats.org/drawingml/2006/main">
              <a:ext uri="{FF2B5EF4-FFF2-40B4-BE49-F238E27FC236}">
                <a16:creationId xmlns:a16="http://schemas.microsoft.com/office/drawing/2014/main" id="{F6E2E798-0BE5-4B0A-B0FE-B015DBC64B8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Spectroscopy: acquired HITRAN catalog and HAPI · Atmosphere: ITU P.835</a:t>
            </a:r>
          </a:p>
        </p:txBody>
      </p:sp>
      <p:sp>
        <p:nvSpPr>
          <p:cNvPr id="9" name="">
            <a:extLst xmlns:a="http://schemas.openxmlformats.org/drawingml/2006/main">
              <a:ext uri="{FF2B5EF4-FFF2-40B4-BE49-F238E27FC236}">
                <a16:creationId xmlns:a16="http://schemas.microsoft.com/office/drawing/2014/main" id="{8F6C2F47-CAC2-498E-922D-B9E121B84E4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14</a:t>
            </a:r>
          </a:p>
        </p:txBody>
      </p:sp>
    </p:spTree>
    <p:extLst>
      <p:ext uri="{BB962C8B-B14F-4D97-AF65-F5344CB8AC3E}">
        <p14:creationId xmlns:p14="http://schemas.microsoft.com/office/powerpoint/2010/main" val="1559010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75B670-2F20-477D-8DAE-3B103CB3018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acetonitrile spectral pattern</a:t>
            </a:r>
          </a:p>
        </p:txBody>
      </p:sp>
      <p:graphicFrame>
        <p:nvGraphicFramePr>
          <p:cNvPr id="8" name="Chart"/>
          <p:cNvGraphicFramePr/>
          <p:nvPr/>
        </p:nvGraphicFramePr>
        <p:xfrm>
          <a:off xmlns:a="http://schemas.openxmlformats.org/drawingml/2006/main" x="685800" y="1685925"/>
          <a:ext xmlns:a="http://schemas.openxmlformats.org/drawingml/2006/main" cx="13868400" cy="4667250"/>
        </p:xfrm>
        <a:graphic xmlns:a="http://schemas.openxmlformats.org/drawingml/2006/main">
          <a:graphicData uri="http://schemas.openxmlformats.org/drawingml/2006/chart">
            <c:chart xmlns:r="http://schemas.openxmlformats.org/officeDocument/2006/relationships" xmlns:c="http://schemas.openxmlformats.org/drawingml/2006/chart" r:id="R51f4caaf75e7438f"/>
          </a:graphicData>
        </a:graphic>
      </p:graphicFrame>
      <p:sp>
        <p:nvSpPr>
          <p:cNvPr id="3" name="">
            <a:extLst xmlns:a="http://schemas.openxmlformats.org/drawingml/2006/main">
              <a:ext uri="{FF2B5EF4-FFF2-40B4-BE49-F238E27FC236}">
                <a16:creationId xmlns:a16="http://schemas.microsoft.com/office/drawing/2014/main" id="{939381BE-060E-4C14-9CFD-AC2DE406E550}"/>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estimator uses the full 1,024 tone template, including its curvature.</a:t>
            </a:r>
          </a:p>
        </p:txBody>
      </p:sp>
      <p:sp>
        <p:nvSpPr>
          <p:cNvPr id="4" name="">
            <a:extLst xmlns:a="http://schemas.openxmlformats.org/drawingml/2006/main">
              <a:ext uri="{FF2B5EF4-FFF2-40B4-BE49-F238E27FC236}">
                <a16:creationId xmlns:a16="http://schemas.microsoft.com/office/drawing/2014/main" id="{6006D9EA-907F-42FF-ACDD-82E327D74CA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Calculated absorption from external line parameters, not a measured satellite spectrum.</a:t>
            </a:r>
          </a:p>
        </p:txBody>
      </p:sp>
      <p:sp>
        <p:nvSpPr>
          <p:cNvPr id="5" name="">
            <a:extLst xmlns:a="http://schemas.openxmlformats.org/drawingml/2006/main">
              <a:ext uri="{FF2B5EF4-FFF2-40B4-BE49-F238E27FC236}">
                <a16:creationId xmlns:a16="http://schemas.microsoft.com/office/drawing/2014/main" id="{CA341532-9E69-4F3B-B09F-96599107CE9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HITRAN driven calculation · tone_by_tone.csv</a:t>
            </a:r>
          </a:p>
        </p:txBody>
      </p:sp>
      <p:sp>
        <p:nvSpPr>
          <p:cNvPr id="6" name="">
            <a:extLst xmlns:a="http://schemas.openxmlformats.org/drawingml/2006/main">
              <a:ext uri="{FF2B5EF4-FFF2-40B4-BE49-F238E27FC236}">
                <a16:creationId xmlns:a16="http://schemas.microsoft.com/office/drawing/2014/main" id="{EE8B6CD6-D2C5-4B19-9E36-BEC414A9B12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15</a:t>
            </a:r>
          </a:p>
        </p:txBody>
      </p:sp>
    </p:spTree>
    <p:extLst>
      <p:ext uri="{BB962C8B-B14F-4D97-AF65-F5344CB8AC3E}">
        <p14:creationId xmlns:p14="http://schemas.microsoft.com/office/powerpoint/2010/main" val="14432107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341ADD-F6B0-4894-84F4-A564EF526CB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One tone: the complete power accounting</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9569196"/>
                <a:gridCol w="4299204"/>
              </a:tblGrid>
              <a:tr h="666750">
                <a:tc>
                  <a:txBody>
                    <a:bodyPr/>
                    <a:lstStyle/>
                    <a:p>
                      <a:r>
                        <a:rPr sz="2025" b="1">
                          <a:solidFill>
                            <a:srgbClr val="FFFFFF"/>
                          </a:solidFill>
                          <a:latin typeface="Arial"/>
                          <a:ea typeface="Arial"/>
                          <a:cs typeface="Arial"/>
                        </a:rPr>
                        <a:t>Term at 230.004883 GHz</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Transmit power per tone: 25 − 10 log₁₀(1024)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−5.1030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Transmit gain + receive gain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45.7705 + 65.7705 dBi</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Free space loss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194.4898 dB</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Oxygen / water attenuation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4.5477 dB</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Implementation loss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5.0000 dB</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Received reference power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−97.5996 dBm</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5B2F32B-B383-4233-87B5-14C391ECAA36}"/>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Received power = tone power + gains − propagation loss − implementation loss.</a:t>
            </a:r>
          </a:p>
        </p:txBody>
      </p:sp>
      <p:sp>
        <p:nvSpPr>
          <p:cNvPr id="4" name="">
            <a:extLst xmlns:a="http://schemas.openxmlformats.org/drawingml/2006/main">
              <a:ext uri="{FF2B5EF4-FFF2-40B4-BE49-F238E27FC236}">
                <a16:creationId xmlns:a16="http://schemas.microsoft.com/office/drawing/2014/main" id="{F19371A2-6212-473A-ABB0-DD92FCBCD33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Calculated first tone · ITU P.676 background · tone_by_tone.csv</a:t>
            </a:r>
          </a:p>
        </p:txBody>
      </p:sp>
      <p:sp>
        <p:nvSpPr>
          <p:cNvPr id="5" name="">
            <a:extLst xmlns:a="http://schemas.openxmlformats.org/drawingml/2006/main">
              <a:ext uri="{FF2B5EF4-FFF2-40B4-BE49-F238E27FC236}">
                <a16:creationId xmlns:a16="http://schemas.microsoft.com/office/drawing/2014/main" id="{C6ACFE71-C6C4-485B-AC93-9FDB72F1C6B7}"/>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16</a:t>
            </a:r>
          </a:p>
        </p:txBody>
      </p:sp>
    </p:spTree>
    <p:extLst>
      <p:ext uri="{BB962C8B-B14F-4D97-AF65-F5344CB8AC3E}">
        <p14:creationId xmlns:p14="http://schemas.microsoft.com/office/powerpoint/2010/main" val="17467621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C34786-0706-4344-A3FA-300D43037FB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Receiver noise determines the pilot uncertainty</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8321040"/>
                <a:gridCol w="5547360"/>
              </a:tblGrid>
              <a:tr h="750094">
                <a:tc>
                  <a:txBody>
                    <a:bodyPr/>
                    <a:lstStyle/>
                    <a:p>
                      <a:r>
                        <a:rPr sz="2025" b="1">
                          <a:solidFill>
                            <a:srgbClr val="FFFFFF"/>
                          </a:solidFill>
                          <a:latin typeface="Arial"/>
                          <a:ea typeface="Arial"/>
                          <a:cs typeface="Arial"/>
                        </a:rPr>
                        <a:t>First tone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Calculated value</a:t>
                      </a:r>
                    </a:p>
                  </a:txBody>
                  <a:tcPr marL="133350" marR="133350" marT="76200" marB="76200" anchor="ctr">
                    <a:solidFill>
                      <a:srgbClr val="153246"/>
                    </a:solidFill>
                  </a:tcPr>
                </a:tc>
              </a:tr>
              <a:tr h="750094">
                <a:tc>
                  <a:txBody>
                    <a:bodyPr/>
                    <a:lstStyle/>
                    <a:p>
                      <a:r>
                        <a:rPr sz="2025" b="0">
                          <a:solidFill>
                            <a:srgbClr val="153246"/>
                          </a:solidFill>
                          <a:latin typeface="Arial"/>
                          <a:ea typeface="Arial"/>
                          <a:cs typeface="Arial"/>
                        </a:rPr>
                        <a:t>Sky temperature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177.831 K</a:t>
                      </a:r>
                    </a:p>
                  </a:txBody>
                  <a:tcPr marL="133350" marR="133350" marT="76200" marB="76200" anchor="ctr">
                    <a:solidFill>
                      <a:srgbClr val="F0F5F7"/>
                    </a:solidFill>
                  </a:tcPr>
                </a:tc>
              </a:tr>
              <a:tr h="750094">
                <a:tc>
                  <a:txBody>
                    <a:bodyPr/>
                    <a:lstStyle/>
                    <a:p>
                      <a:r>
                        <a:rPr sz="2025" b="0">
                          <a:solidFill>
                            <a:srgbClr val="153246"/>
                          </a:solidFill>
                          <a:latin typeface="Arial"/>
                          <a:ea typeface="Arial"/>
                          <a:cs typeface="Arial"/>
                        </a:rPr>
                        <a:t>Noise power per tone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−97.4270 dBm</a:t>
                      </a:r>
                    </a:p>
                  </a:txBody>
                  <a:tcPr marL="133350" marR="133350" marT="76200" marB="76200" anchor="ctr">
                    <a:solidFill>
                      <a:srgbClr val="FFFFFF"/>
                    </a:solidFill>
                  </a:tcPr>
                </a:tc>
              </a:tr>
              <a:tr h="750094">
                <a:tc>
                  <a:txBody>
                    <a:bodyPr/>
                    <a:lstStyle/>
                    <a:p>
                      <a:r>
                        <a:rPr sz="2025" b="0">
                          <a:solidFill>
                            <a:srgbClr val="153246"/>
                          </a:solidFill>
                          <a:latin typeface="Arial"/>
                          <a:ea typeface="Arial"/>
                          <a:cs typeface="Arial"/>
                        </a:rPr>
                        <a:t>Reference SNR ρ₀ in dB</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−0.1726 dB</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1f1c40e8814410e">
            <a:extLst>
              <a:ext uri="{96DAC541-7B7A-43D3-8B79-37D633B846F1}">
                <asvg:svgBlip xmlns:asvg="http://schemas.microsoft.com/office/drawing/2016/SVG/main" r:embed="Re773821d60794c89"/>
              </a:ext>
            </a:extLst>
          </a:blip>
          <a:stretch xmlns:a="http://schemas.openxmlformats.org/drawingml/2006/main"/>
        </p:blipFill>
        <p:spPr>
          <a:xfrm xmlns:a="http://schemas.openxmlformats.org/drawingml/2006/main">
            <a:off x="742950" y="4829501"/>
            <a:ext cx="11369947" cy="96137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B113BF6-8071-474A-9437-CE9BDF30B1A0}"/>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NF: receiver added noise, expressed as a noise figure (7 dB) · T₀ = 290 K · Tₑ: equivalent noise temperature</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T_sky: sky brightness temperature (K) · k_B: Boltzmann constant · Nₖ: noise power (W) · ρ: signal to noise ratio</a:t>
            </a:r>
          </a:p>
        </p:txBody>
      </p:sp>
      <p:sp>
        <p:nvSpPr>
          <p:cNvPr id="5" name="">
            <a:extLst xmlns:a="http://schemas.openxmlformats.org/drawingml/2006/main">
              <a:ext uri="{FF2B5EF4-FFF2-40B4-BE49-F238E27FC236}">
                <a16:creationId xmlns:a16="http://schemas.microsoft.com/office/drawing/2014/main" id="{CC63A494-F5FA-4E27-8073-2194D462B8D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Sky emission and receiver noise are counted once. Noise figure is not applied twice.</a:t>
            </a:r>
          </a:p>
        </p:txBody>
      </p:sp>
      <p:sp>
        <p:nvSpPr>
          <p:cNvPr id="6" name="">
            <a:extLst xmlns:a="http://schemas.openxmlformats.org/drawingml/2006/main">
              <a:ext uri="{FF2B5EF4-FFF2-40B4-BE49-F238E27FC236}">
                <a16:creationId xmlns:a16="http://schemas.microsoft.com/office/drawing/2014/main" id="{D77A14CD-69D9-4C87-BB8B-5F63C5E0C01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61FD13CF-C7ED-430D-A312-C574B7DB226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17</a:t>
            </a:r>
          </a:p>
        </p:txBody>
      </p:sp>
    </p:spTree>
    <p:extLst>
      <p:ext uri="{BB962C8B-B14F-4D97-AF65-F5344CB8AC3E}">
        <p14:creationId xmlns:p14="http://schemas.microsoft.com/office/powerpoint/2010/main" val="18092511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124948-75DD-48F6-ABAE-5C7F51546579}"/>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observation matrices</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2773680"/>
                <a:gridCol w="3467100"/>
                <a:gridCol w="7627620"/>
              </a:tblGrid>
              <a:tr h="600075">
                <a:tc>
                  <a:txBody>
                    <a:bodyPr/>
                    <a:lstStyle/>
                    <a:p>
                      <a:r>
                        <a:rPr sz="2025" b="1">
                          <a:solidFill>
                            <a:srgbClr val="FFFFFF"/>
                          </a:solidFill>
                          <a:latin typeface="Arial"/>
                          <a:ea typeface="Arial"/>
                          <a:cs typeface="Arial"/>
                        </a:rPr>
                        <a:t>Object</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Dimensions</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Meaning</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Xᵣ</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1,024 × 266,880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Known unit magnitude pilots</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hᵣ</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1,024 × 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Amplitude and phase response of each tone</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diag(hᵣ)</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1,024 × 1,024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One complex gain per tone</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Yᵣ and Wᵣ</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1,024 × 266,880</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Received samples and complex thermal noise</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e4f77733a145a4">
            <a:extLst>
              <a:ext uri="{96DAC541-7B7A-43D3-8B79-37D633B846F1}">
                <asvg:svgBlip xmlns:asvg="http://schemas.microsoft.com/office/drawing/2016/SVG/main" r:embed="Rce1cf570486644b5"/>
              </a:ext>
            </a:extLst>
          </a:blip>
          <a:stretch xmlns:a="http://schemas.openxmlformats.org/drawingml/2006/main"/>
        </p:blipFill>
        <p:spPr>
          <a:xfrm xmlns:a="http://schemas.openxmlformats.org/drawingml/2006/main">
            <a:off x="742950" y="4907485"/>
            <a:ext cx="6420281" cy="8054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952159-94A0-4CEE-9E27-66E50EC68A3D}"/>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r = 0: reference · r = 1: sample · k: tone · m: pilot · |hᵣ,ₖ|² = received power with unit pilots</a:t>
            </a:r>
          </a:p>
        </p:txBody>
      </p:sp>
      <p:sp>
        <p:nvSpPr>
          <p:cNvPr id="5" name="">
            <a:extLst xmlns:a="http://schemas.openxmlformats.org/drawingml/2006/main">
              <a:ext uri="{FF2B5EF4-FFF2-40B4-BE49-F238E27FC236}">
                <a16:creationId xmlns:a16="http://schemas.microsoft.com/office/drawing/2014/main" id="{21586FA4-5AF5-41AA-A6A8-ADCDA10E8FD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Delay, phase and carrier frequency corrections are ideal in this observation model.</a:t>
            </a:r>
          </a:p>
        </p:txBody>
      </p:sp>
      <p:sp>
        <p:nvSpPr>
          <p:cNvPr id="6" name="">
            <a:extLst xmlns:a="http://schemas.openxmlformats.org/drawingml/2006/main">
              <a:ext uri="{FF2B5EF4-FFF2-40B4-BE49-F238E27FC236}">
                <a16:creationId xmlns:a16="http://schemas.microsoft.com/office/drawing/2014/main" id="{906E8F9D-2096-4F81-958E-10E0A0F0C23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1AF01F7E-67A9-4111-A542-B7AADD183CB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18</a:t>
            </a:r>
          </a:p>
        </p:txBody>
      </p:sp>
    </p:spTree>
    <p:extLst>
      <p:ext uri="{BB962C8B-B14F-4D97-AF65-F5344CB8AC3E}">
        <p14:creationId xmlns:p14="http://schemas.microsoft.com/office/powerpoint/2010/main" val="9240748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FD5D13-EE98-4690-B301-146A5706E07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Averaging produces one channel estimate per tone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d3b22c1c4754c03">
            <a:extLst>
              <a:ext uri="{96DAC541-7B7A-43D3-8B79-37D633B846F1}">
                <asvg:svgBlip xmlns:asvg="http://schemas.microsoft.com/office/drawing/2016/SVG/main" r:embed="Rc0d9f694517749d9"/>
              </a:ext>
            </a:extLst>
          </a:blip>
          <a:stretch xmlns:a="http://schemas.openxmlformats.org/drawingml/2006/main"/>
        </p:blipFill>
        <p:spPr>
          <a:xfrm xmlns:a="http://schemas.openxmlformats.org/drawingml/2006/main">
            <a:off x="742950" y="1784684"/>
            <a:ext cx="8620243" cy="161223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40E5F5-C4BF-4675-BE07-C85C7DD2B783}"/>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M = 266,880 pilots per tone in each acquisition · *: complex conjugate</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CN: circular complex Gaussian distribution, with stated complex variance</a:t>
            </a:r>
          </a:p>
        </p:txBody>
      </p:sp>
      <p:sp>
        <p:nvSpPr>
          <p:cNvPr id="4" name="">
            <a:extLst xmlns:a="http://schemas.openxmlformats.org/drawingml/2006/main">
              <a:ext uri="{FF2B5EF4-FFF2-40B4-BE49-F238E27FC236}">
                <a16:creationId xmlns:a16="http://schemas.microsoft.com/office/drawing/2014/main" id="{90AE12A9-CD13-40C7-B9DB-C1F63DCE09B9}"/>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receiver removes the known pilot phase, then averages coherently.</a:t>
            </a:r>
          </a:p>
        </p:txBody>
      </p:sp>
      <p:sp>
        <p:nvSpPr>
          <p:cNvPr id="5" name="">
            <a:extLst xmlns:a="http://schemas.openxmlformats.org/drawingml/2006/main">
              <a:ext uri="{FF2B5EF4-FFF2-40B4-BE49-F238E27FC236}">
                <a16:creationId xmlns:a16="http://schemas.microsoft.com/office/drawing/2014/main" id="{E8C814F5-6D78-4D3F-92C9-965B3AC65AB6}"/>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raw matrices reduce to two complex vectors, each with 1,024 entries.</a:t>
            </a:r>
          </a:p>
        </p:txBody>
      </p:sp>
      <p:sp>
        <p:nvSpPr>
          <p:cNvPr id="6" name="">
            <a:extLst xmlns:a="http://schemas.openxmlformats.org/drawingml/2006/main">
              <a:ext uri="{FF2B5EF4-FFF2-40B4-BE49-F238E27FC236}">
                <a16:creationId xmlns:a16="http://schemas.microsoft.com/office/drawing/2014/main" id="{848A8D0B-27AF-4D96-B2D0-F04622131586}"/>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Thermal variance falls by M only when the phase correction permits coherent averaging.</a:t>
            </a:r>
          </a:p>
        </p:txBody>
      </p:sp>
      <p:sp>
        <p:nvSpPr>
          <p:cNvPr id="7" name="">
            <a:extLst xmlns:a="http://schemas.openxmlformats.org/drawingml/2006/main">
              <a:ext uri="{FF2B5EF4-FFF2-40B4-BE49-F238E27FC236}">
                <a16:creationId xmlns:a16="http://schemas.microsoft.com/office/drawing/2014/main" id="{0BA3B704-0A88-40F1-AB04-BE9B2CCB509B}"/>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Persistent spectral calibration error survives this averaging.</a:t>
            </a:r>
          </a:p>
        </p:txBody>
      </p:sp>
      <p:sp>
        <p:nvSpPr>
          <p:cNvPr id="8" name="">
            <a:extLst xmlns:a="http://schemas.openxmlformats.org/drawingml/2006/main">
              <a:ext uri="{FF2B5EF4-FFF2-40B4-BE49-F238E27FC236}">
                <a16:creationId xmlns:a16="http://schemas.microsoft.com/office/drawing/2014/main" id="{A522D1A0-1D2D-4651-8327-A7918E456F1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9" name="">
            <a:extLst xmlns:a="http://schemas.openxmlformats.org/drawingml/2006/main">
              <a:ext uri="{FF2B5EF4-FFF2-40B4-BE49-F238E27FC236}">
                <a16:creationId xmlns:a16="http://schemas.microsoft.com/office/drawing/2014/main" id="{949E53D2-C12F-4DE4-869F-9A9B44D8A78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19</a:t>
            </a:r>
          </a:p>
        </p:txBody>
      </p:sp>
    </p:spTree>
    <p:extLst>
      <p:ext uri="{BB962C8B-B14F-4D97-AF65-F5344CB8AC3E}">
        <p14:creationId xmlns:p14="http://schemas.microsoft.com/office/powerpoint/2010/main" val="3301321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0F0F25-7086-4A8A-AB6D-FFCC7E01C8A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reference ratio becomes an attenuation vector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07596c4fe864be6">
            <a:extLst>
              <a:ext uri="{96DAC541-7B7A-43D3-8B79-37D633B846F1}">
                <asvg:svgBlip xmlns:asvg="http://schemas.microsoft.com/office/drawing/2016/SVG/main" r:embed="R4b47554300a24249"/>
              </a:ext>
            </a:extLst>
          </a:blip>
          <a:stretch xmlns:a="http://schemas.openxmlformats.org/drawingml/2006/main"/>
        </p:blipFill>
        <p:spPr>
          <a:xfrm xmlns:a="http://schemas.openxmlformats.org/drawingml/2006/main">
            <a:off x="742950" y="1726958"/>
            <a:ext cx="6416429" cy="172768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2CB10B-8E97-4131-8826-C9B4A31502EB}"/>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yₖ: differential attenuation (dB) · ĥ₀: reference channel estimate · ĥ₁: sample channel estimate</a:t>
            </a:r>
          </a:p>
        </p:txBody>
      </p:sp>
      <p:sp>
        <p:nvSpPr>
          <p:cNvPr id="4" name="">
            <a:extLst xmlns:a="http://schemas.openxmlformats.org/drawingml/2006/main">
              <a:ext uri="{FF2B5EF4-FFF2-40B4-BE49-F238E27FC236}">
                <a16:creationId xmlns:a16="http://schemas.microsoft.com/office/drawing/2014/main" id="{1908861C-FFF1-4F4A-A159-A65E8D983E6E}"/>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Extra molecular absorption reduces the sample amplitude, so the expected yₖ is positive.</a:t>
            </a:r>
          </a:p>
        </p:txBody>
      </p:sp>
      <p:sp>
        <p:nvSpPr>
          <p:cNvPr id="5" name="">
            <a:extLst xmlns:a="http://schemas.openxmlformats.org/drawingml/2006/main">
              <a:ext uri="{FF2B5EF4-FFF2-40B4-BE49-F238E27FC236}">
                <a16:creationId xmlns:a16="http://schemas.microsoft.com/office/drawing/2014/main" id="{0E9D6062-F0D1-46F1-85C2-A83EB44C8990}"/>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Known geometry and hardware corrections precede the comparison.</a:t>
            </a:r>
          </a:p>
        </p:txBody>
      </p:sp>
      <p:sp>
        <p:nvSpPr>
          <p:cNvPr id="6" name="">
            <a:extLst xmlns:a="http://schemas.openxmlformats.org/drawingml/2006/main">
              <a:ext uri="{FF2B5EF4-FFF2-40B4-BE49-F238E27FC236}">
                <a16:creationId xmlns:a16="http://schemas.microsoft.com/office/drawing/2014/main" id="{C30F52F0-881C-4E99-946E-8C47C8E547C8}"/>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Under matched background, the molecular contribution is yₖ ≈ aₖq.</a:t>
            </a:r>
          </a:p>
        </p:txBody>
      </p:sp>
      <p:sp>
        <p:nvSpPr>
          <p:cNvPr id="7" name="">
            <a:extLst xmlns:a="http://schemas.openxmlformats.org/drawingml/2006/main">
              <a:ext uri="{FF2B5EF4-FFF2-40B4-BE49-F238E27FC236}">
                <a16:creationId xmlns:a16="http://schemas.microsoft.com/office/drawing/2014/main" id="{58A2717D-E05A-4111-8E54-2B4770DD4BE9}"/>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An amplitude equalizer that removes the molecular pattern would also remove the sensing evidence.</a:t>
            </a:r>
          </a:p>
        </p:txBody>
      </p:sp>
      <p:sp>
        <p:nvSpPr>
          <p:cNvPr id="8" name="">
            <a:extLst xmlns:a="http://schemas.openxmlformats.org/drawingml/2006/main">
              <a:ext uri="{FF2B5EF4-FFF2-40B4-BE49-F238E27FC236}">
                <a16:creationId xmlns:a16="http://schemas.microsoft.com/office/drawing/2014/main" id="{21FBE997-6D3F-4C4D-A103-927C3664C7A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9" name="">
            <a:extLst xmlns:a="http://schemas.openxmlformats.org/drawingml/2006/main">
              <a:ext uri="{FF2B5EF4-FFF2-40B4-BE49-F238E27FC236}">
                <a16:creationId xmlns:a16="http://schemas.microsoft.com/office/drawing/2014/main" id="{EB38B7FB-972B-4F68-9247-9E51016A82C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20</a:t>
            </a:r>
          </a:p>
        </p:txBody>
      </p:sp>
    </p:spTree>
    <p:extLst>
      <p:ext uri="{BB962C8B-B14F-4D97-AF65-F5344CB8AC3E}">
        <p14:creationId xmlns:p14="http://schemas.microsoft.com/office/powerpoint/2010/main" val="19004870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7A9F6C-1EC2-4340-A7EC-8CB2A52BACB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design matrix separates gas from gain changes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a088f0dbd094804">
            <a:extLst>
              <a:ext uri="{96DAC541-7B7A-43D3-8B79-37D633B846F1}">
                <asvg:svgBlip xmlns:asvg="http://schemas.microsoft.com/office/drawing/2016/SVG/main" r:embed="Rdfd480573a6c4962"/>
              </a:ext>
            </a:extLst>
          </a:blip>
          <a:stretch xmlns:a="http://schemas.openxmlformats.org/drawingml/2006/main"/>
        </p:blipFill>
        <p:spPr>
          <a:xfrm xmlns:a="http://schemas.openxmlformats.org/drawingml/2006/main">
            <a:off x="742950" y="1724025"/>
            <a:ext cx="5552396"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644E1B-AFC0-4270-A542-686624F99233}"/>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a: molecular template [dB per (µg/m³)] · q: enhancement (µg/m³) · ε: remaining measurement error (dB)</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b₀: gain offset (dB) · b₁: gain slope coefficient (dB) · u: dimensionless, spanning −0.5 to +0.5</a:t>
            </a:r>
          </a:p>
        </p:txBody>
      </p:sp>
      <p:sp>
        <p:nvSpPr>
          <p:cNvPr id="4" name="">
            <a:extLst xmlns:a="http://schemas.openxmlformats.org/drawingml/2006/main">
              <a:ext uri="{FF2B5EF4-FFF2-40B4-BE49-F238E27FC236}">
                <a16:creationId xmlns:a16="http://schemas.microsoft.com/office/drawing/2014/main" id="{8A04520B-2180-443A-9081-0D46ECAF9E87}"/>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Column 1 is the predicted molecular shape.</a:t>
            </a:r>
          </a:p>
        </p:txBody>
      </p:sp>
      <p:sp>
        <p:nvSpPr>
          <p:cNvPr id="5" name="">
            <a:extLst xmlns:a="http://schemas.openxmlformats.org/drawingml/2006/main">
              <a:ext uri="{FF2B5EF4-FFF2-40B4-BE49-F238E27FC236}">
                <a16:creationId xmlns:a16="http://schemas.microsoft.com/office/drawing/2014/main" id="{A874058E-FF5A-4B63-95FD-F4F87EA8C532}"/>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Columns 2 and 3 allow an unknown common gain offset and linear spectral tilt.</a:t>
            </a:r>
          </a:p>
        </p:txBody>
      </p:sp>
      <p:sp>
        <p:nvSpPr>
          <p:cNvPr id="6" name="">
            <a:extLst xmlns:a="http://schemas.openxmlformats.org/drawingml/2006/main">
              <a:ext uri="{FF2B5EF4-FFF2-40B4-BE49-F238E27FC236}">
                <a16:creationId xmlns:a16="http://schemas.microsoft.com/office/drawing/2014/main" id="{4B87ED3E-A351-47F0-AA3D-13185EB02BC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is built from known frequency samples. Only q, b₀ and b₁ are unknown.</a:t>
            </a:r>
          </a:p>
        </p:txBody>
      </p:sp>
      <p:sp>
        <p:nvSpPr>
          <p:cNvPr id="7" name="">
            <a:extLst xmlns:a="http://schemas.openxmlformats.org/drawingml/2006/main">
              <a:ext uri="{FF2B5EF4-FFF2-40B4-BE49-F238E27FC236}">
                <a16:creationId xmlns:a16="http://schemas.microsoft.com/office/drawing/2014/main" id="{2D9C7F9F-62B5-4677-8143-E5F4BB095FA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41486E3E-AA6F-4020-AFEF-9B374018ED5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21</a:t>
            </a:r>
          </a:p>
        </p:txBody>
      </p:sp>
    </p:spTree>
    <p:extLst>
      <p:ext uri="{BB962C8B-B14F-4D97-AF65-F5344CB8AC3E}">
        <p14:creationId xmlns:p14="http://schemas.microsoft.com/office/powerpoint/2010/main" val="1059511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8991A5-6A6E-4B8E-BE49-54FC77FCBA5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covariance includes both measurements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201101767c24395">
            <a:extLst>
              <a:ext uri="{96DAC541-7B7A-43D3-8B79-37D633B846F1}">
                <asvg:svgBlip xmlns:asvg="http://schemas.microsoft.com/office/drawing/2016/SVG/main" r:embed="R6573bd28f69941c7"/>
              </a:ext>
            </a:extLst>
          </a:blip>
          <a:stretch xmlns:a="http://schemas.openxmlformats.org/drawingml/2006/main"/>
        </p:blipFill>
        <p:spPr>
          <a:xfrm xmlns:a="http://schemas.openxmlformats.org/drawingml/2006/main">
            <a:off x="742950" y="1724025"/>
            <a:ext cx="7792159"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BC5723-9CDF-4306-A53B-676078A098FD}"/>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 1,024 × 1,024 covariance in dB² · vₖ: thermal variance of the log ratio</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ρ₀, ρ₁: linear per pilot SNR · σ_cal = 0.001 dB: assumed differential residual standard deviation</a:t>
            </a:r>
          </a:p>
        </p:txBody>
      </p:sp>
      <p:sp>
        <p:nvSpPr>
          <p:cNvPr id="4" name="">
            <a:extLst xmlns:a="http://schemas.openxmlformats.org/drawingml/2006/main">
              <a:ext uri="{FF2B5EF4-FFF2-40B4-BE49-F238E27FC236}">
                <a16:creationId xmlns:a16="http://schemas.microsoft.com/office/drawing/2014/main" id="{A2A7C269-B06D-4583-8A36-ED0B189A1ADB}"/>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Diagonal thermal noise contains reference and sample uncertainty.</a:t>
            </a:r>
          </a:p>
        </p:txBody>
      </p:sp>
      <p:sp>
        <p:nvSpPr>
          <p:cNvPr id="5" name="">
            <a:extLst xmlns:a="http://schemas.openxmlformats.org/drawingml/2006/main">
              <a:ext uri="{FF2B5EF4-FFF2-40B4-BE49-F238E27FC236}">
                <a16:creationId xmlns:a16="http://schemas.microsoft.com/office/drawing/2014/main" id="{CD086C2D-3FEC-45D8-83F4-B9E87678522A}"/>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Calibration residual is the instrument error left after correction. Its spectral pattern persists across the pair.</a:t>
            </a:r>
          </a:p>
        </p:txBody>
      </p:sp>
      <p:sp>
        <p:nvSpPr>
          <p:cNvPr id="6" name="">
            <a:extLst xmlns:a="http://schemas.openxmlformats.org/drawingml/2006/main">
              <a:ext uri="{FF2B5EF4-FFF2-40B4-BE49-F238E27FC236}">
                <a16:creationId xmlns:a16="http://schemas.microsoft.com/office/drawing/2014/main" id="{ADD6DBD9-CAAA-4DB8-9502-3CEA74D1678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0.001 dB residual and its frequency correlation are assumptions, not receiver measurements.</a:t>
            </a:r>
          </a:p>
        </p:txBody>
      </p:sp>
      <p:sp>
        <p:nvSpPr>
          <p:cNvPr id="7" name="">
            <a:extLst xmlns:a="http://schemas.openxmlformats.org/drawingml/2006/main">
              <a:ext uri="{FF2B5EF4-FFF2-40B4-BE49-F238E27FC236}">
                <a16:creationId xmlns:a16="http://schemas.microsoft.com/office/drawing/2014/main" id="{6E465374-2983-4FEE-BE6B-A2DDAECFB47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9CFDACCC-FB74-4FA4-8DE5-425AC958C4F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22</a:t>
            </a:r>
          </a:p>
        </p:txBody>
      </p:sp>
    </p:spTree>
    <p:extLst>
      <p:ext uri="{BB962C8B-B14F-4D97-AF65-F5344CB8AC3E}">
        <p14:creationId xmlns:p14="http://schemas.microsoft.com/office/powerpoint/2010/main" val="80343595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D1410-18F5-4E4B-863C-B33E1934E48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Whitening and removal of nuisance directions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9e8b135f3a64493">
            <a:extLst>
              <a:ext uri="{96DAC541-7B7A-43D3-8B79-37D633B846F1}">
                <asvg:svgBlip xmlns:asvg="http://schemas.microsoft.com/office/drawing/2016/SVG/main" r:embed="R38df1d0bb7584e49"/>
              </a:ext>
            </a:extLst>
          </a:blip>
          <a:stretch xmlns:a="http://schemas.openxmlformats.org/drawingml/2006/main"/>
        </p:blipFill>
        <p:spPr>
          <a:xfrm xmlns:a="http://schemas.openxmlformats.org/drawingml/2006/main">
            <a:off x="742950" y="1737479"/>
            <a:ext cx="8521533" cy="170664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353DCF-B010-42AB-BD7B-981E740A38E7}"/>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L: Cholesky factor of null (q = 0) covariance · B = [1,u] · Q: orthonormal basis for columns of L⁻¹B</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r: the whitened molecular pattern after removing gain offset and slope</a:t>
            </a:r>
          </a:p>
        </p:txBody>
      </p:sp>
      <p:sp>
        <p:nvSpPr>
          <p:cNvPr id="4" name="">
            <a:extLst xmlns:a="http://schemas.openxmlformats.org/drawingml/2006/main">
              <a:ext uri="{FF2B5EF4-FFF2-40B4-BE49-F238E27FC236}">
                <a16:creationId xmlns:a16="http://schemas.microsoft.com/office/drawing/2014/main" id="{A32205F5-B88F-4D39-94EC-CF99ECB98F00}"/>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Whitening changes coordinates so that the null noise covariance is the identity.</a:t>
            </a:r>
          </a:p>
        </p:txBody>
      </p:sp>
      <p:sp>
        <p:nvSpPr>
          <p:cNvPr id="5" name="">
            <a:extLst xmlns:a="http://schemas.openxmlformats.org/drawingml/2006/main">
              <a:ext uri="{FF2B5EF4-FFF2-40B4-BE49-F238E27FC236}">
                <a16:creationId xmlns:a16="http://schemas.microsoft.com/office/drawing/2014/main" id="{3F014738-580D-4E9B-B609-B0A1A6F5C17A}"/>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Projection keeps only the molecular pattern that gain offset and slope cannot explain.</a:t>
            </a:r>
          </a:p>
        </p:txBody>
      </p:sp>
      <p:sp>
        <p:nvSpPr>
          <p:cNvPr id="6" name="">
            <a:extLst xmlns:a="http://schemas.openxmlformats.org/drawingml/2006/main">
              <a:ext uri="{FF2B5EF4-FFF2-40B4-BE49-F238E27FC236}">
                <a16:creationId xmlns:a16="http://schemas.microsoft.com/office/drawing/2014/main" id="{657C51A7-DF04-4360-86D4-44D6322BF73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If r were zero, the concentration would be unidentifiable under this nuisance model.</a:t>
            </a:r>
          </a:p>
        </p:txBody>
      </p:sp>
      <p:sp>
        <p:nvSpPr>
          <p:cNvPr id="7" name="">
            <a:extLst xmlns:a="http://schemas.openxmlformats.org/drawingml/2006/main">
              <a:ext uri="{FF2B5EF4-FFF2-40B4-BE49-F238E27FC236}">
                <a16:creationId xmlns:a16="http://schemas.microsoft.com/office/drawing/2014/main" id="{DADFB6DB-8FCE-4007-B0ED-600E3AC724A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DCE7BC08-CA29-43F1-A8CA-23F39E3E267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23</a:t>
            </a:r>
          </a:p>
        </p:txBody>
      </p:sp>
    </p:spTree>
    <p:extLst>
      <p:ext uri="{BB962C8B-B14F-4D97-AF65-F5344CB8AC3E}">
        <p14:creationId xmlns:p14="http://schemas.microsoft.com/office/powerpoint/2010/main" val="29483812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B6D049-FB7D-4419-9861-10C3C1A1897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One row of weights estimates concentration</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8737092"/>
                <a:gridCol w="5131308"/>
              </a:tblGrid>
              <a:tr h="750094">
                <a:tc>
                  <a:txBody>
                    <a:bodyPr/>
                    <a:lstStyle/>
                    <a:p>
                      <a:r>
                        <a:rPr sz="2025" b="1">
                          <a:solidFill>
                            <a:srgbClr val="FFFFFF"/>
                          </a:solidFill>
                          <a:latin typeface="Arial"/>
                          <a:ea typeface="Arial"/>
                          <a:cs typeface="Arial"/>
                        </a:rPr>
                        <a:t>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Baseline value</a:t>
                      </a:r>
                    </a:p>
                  </a:txBody>
                  <a:tcPr marL="133350" marR="133350" marT="76200" marB="76200" anchor="ctr">
                    <a:solidFill>
                      <a:srgbClr val="153246"/>
                    </a:solidFill>
                  </a:tcPr>
                </a:tc>
              </a:tr>
              <a:tr h="750094">
                <a:tc>
                  <a:txBody>
                    <a:bodyPr/>
                    <a:lstStyle/>
                    <a:p>
                      <a:r>
                        <a:rPr sz="2025" b="0">
                          <a:solidFill>
                            <a:srgbClr val="153246"/>
                          </a:solidFill>
                          <a:latin typeface="Arial"/>
                          <a:ea typeface="Arial"/>
                          <a:cs typeface="Arial"/>
                        </a:rPr>
                        <a:t>Null standard deviation s₀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12.7313 µg/m³</a:t>
                      </a:r>
                    </a:p>
                  </a:txBody>
                  <a:tcPr marL="133350" marR="133350" marT="76200" marB="76200" anchor="ctr">
                    <a:solidFill>
                      <a:srgbClr val="F0F5F7"/>
                    </a:solidFill>
                  </a:tcPr>
                </a:tc>
              </a:tr>
              <a:tr h="750094">
                <a:tc>
                  <a:txBody>
                    <a:bodyPr/>
                    <a:lstStyle/>
                    <a:p>
                      <a:r>
                        <a:rPr sz="2025" b="0">
                          <a:solidFill>
                            <a:srgbClr val="153246"/>
                          </a:solidFill>
                          <a:latin typeface="Arial"/>
                          <a:ea typeface="Arial"/>
                          <a:cs typeface="Arial"/>
                        </a:rPr>
                        <a:t>Response to gas: H a</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 within numerical precision</a:t>
                      </a:r>
                    </a:p>
                  </a:txBody>
                  <a:tcPr marL="133350" marR="133350" marT="76200" marB="76200" anchor="ctr">
                    <a:solidFill>
                      <a:srgbClr val="FFFFFF"/>
                    </a:solidFill>
                  </a:tcPr>
                </a:tc>
              </a:tr>
              <a:tr h="750094">
                <a:tc>
                  <a:txBody>
                    <a:bodyPr/>
                    <a:lstStyle/>
                    <a:p>
                      <a:r>
                        <a:rPr sz="2025" b="0">
                          <a:solidFill>
                            <a:srgbClr val="153246"/>
                          </a:solidFill>
                          <a:latin typeface="Arial"/>
                          <a:ea typeface="Arial"/>
                          <a:cs typeface="Arial"/>
                        </a:rPr>
                        <a:t>Response to gain terms: H B</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 within numerical precision</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c8e10b52af4270">
            <a:extLst>
              <a:ext uri="{96DAC541-7B7A-43D3-8B79-37D633B846F1}">
                <asvg:svgBlip xmlns:asvg="http://schemas.microsoft.com/office/drawing/2016/SVG/main" r:embed="Rc2f1c912cf8a474b"/>
              </a:ext>
            </a:extLst>
          </a:blip>
          <a:stretch xmlns:a="http://schemas.openxmlformats.org/drawingml/2006/main"/>
        </p:blipFill>
        <p:spPr>
          <a:xfrm xmlns:a="http://schemas.openxmlformats.org/drawingml/2006/main">
            <a:off x="742950" y="4762500"/>
            <a:ext cx="6949794"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F4660A-5D81-42F4-8E72-8C9C065B7675}"/>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H: 1 × 1,024 concentration weights [(µg/m³)/dB] · q̂: estimated enhancement (µg/m³)</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s₀: null standard deviation of q̂ (µg/m³)</a:t>
            </a:r>
          </a:p>
        </p:txBody>
      </p:sp>
      <p:sp>
        <p:nvSpPr>
          <p:cNvPr id="5" name="">
            <a:extLst xmlns:a="http://schemas.openxmlformats.org/drawingml/2006/main">
              <a:ext uri="{FF2B5EF4-FFF2-40B4-BE49-F238E27FC236}">
                <a16:creationId xmlns:a16="http://schemas.microsoft.com/office/drawing/2014/main" id="{0EC48092-61DD-4C97-9FA1-42CE8BC74D94}"/>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F9F140E4-0041-42B0-8C25-2BBAC9099AB3}"/>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5630FAD2-8A4B-4172-8205-42F285E3B85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24</a:t>
            </a:r>
          </a:p>
        </p:txBody>
      </p:sp>
    </p:spTree>
    <p:extLst>
      <p:ext uri="{BB962C8B-B14F-4D97-AF65-F5344CB8AC3E}">
        <p14:creationId xmlns:p14="http://schemas.microsoft.com/office/powerpoint/2010/main" val="14211811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3C0DE2-3DEA-4DE0-BF8F-0EF0AAA11F3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 fixed threshold turns the estimate into a decision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10dfe2b5a9c4c1a">
            <a:extLst>
              <a:ext uri="{96DAC541-7B7A-43D3-8B79-37D633B846F1}">
                <asvg:svgBlip xmlns:asvg="http://schemas.microsoft.com/office/drawing/2016/SVG/main" r:embed="Ra667b40c260c4bd3"/>
              </a:ext>
            </a:extLst>
          </a:blip>
          <a:stretch xmlns:a="http://schemas.openxmlformats.org/drawingml/2006/main"/>
        </p:blipFill>
        <p:spPr>
          <a:xfrm xmlns:a="http://schemas.openxmlformats.org/drawingml/2006/main">
            <a:off x="742950" y="1959665"/>
            <a:ext cx="12447343" cy="126227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5D14F1-979F-499F-A4ED-2A6B23E3EF33}"/>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τ: decision threshold · z₀.₉₉: standard normal 99th percentile · false alarm target α = 1%</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s₁(q) = √[H C(q) Hᵀ]: standard deviation when the enhancement is q, using the fixed null weights H</a:t>
            </a:r>
          </a:p>
        </p:txBody>
      </p:sp>
      <p:sp>
        <p:nvSpPr>
          <p:cNvPr id="4" name="">
            <a:extLst xmlns:a="http://schemas.openxmlformats.org/drawingml/2006/main">
              <a:ext uri="{FF2B5EF4-FFF2-40B4-BE49-F238E27FC236}">
                <a16:creationId xmlns:a16="http://schemas.microsoft.com/office/drawing/2014/main" id="{8A6FAA68-8D42-4B10-9F01-6EA8DB85845C}"/>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1% false alarm target applies to one prespecified compound and one decision.</a:t>
            </a:r>
          </a:p>
        </p:txBody>
      </p:sp>
      <p:sp>
        <p:nvSpPr>
          <p:cNvPr id="5" name="">
            <a:extLst xmlns:a="http://schemas.openxmlformats.org/drawingml/2006/main">
              <a:ext uri="{FF2B5EF4-FFF2-40B4-BE49-F238E27FC236}">
                <a16:creationId xmlns:a16="http://schemas.microsoft.com/office/drawing/2014/main" id="{744C0FAA-1BDB-4F4C-8B4B-55F48E53A771}"/>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A 95% detection concentration is higher than the decision threshold.</a:t>
            </a:r>
          </a:p>
        </p:txBody>
      </p:sp>
      <p:sp>
        <p:nvSpPr>
          <p:cNvPr id="6" name="">
            <a:extLst xmlns:a="http://schemas.openxmlformats.org/drawingml/2006/main">
              <a:ext uri="{FF2B5EF4-FFF2-40B4-BE49-F238E27FC236}">
                <a16:creationId xmlns:a16="http://schemas.microsoft.com/office/drawing/2014/main" id="{7EABE8A1-DA6D-4B20-910B-5376909A4AC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Solving q − τ = 1.64485 s₁(q) gives q₉₅ = 50.5814 µg/m³.</a:t>
            </a:r>
          </a:p>
        </p:txBody>
      </p:sp>
      <p:sp>
        <p:nvSpPr>
          <p:cNvPr id="7" name="">
            <a:extLst xmlns:a="http://schemas.openxmlformats.org/drawingml/2006/main">
              <a:ext uri="{FF2B5EF4-FFF2-40B4-BE49-F238E27FC236}">
                <a16:creationId xmlns:a16="http://schemas.microsoft.com/office/drawing/2014/main" id="{6135CFCE-1CF1-46AF-901E-E1C8BCBD29A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8" name="">
            <a:extLst xmlns:a="http://schemas.openxmlformats.org/drawingml/2006/main">
              <a:ext uri="{FF2B5EF4-FFF2-40B4-BE49-F238E27FC236}">
                <a16:creationId xmlns:a16="http://schemas.microsoft.com/office/drawing/2014/main" id="{79CACDB3-088A-41F8-A434-C5C6CA6ED13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9" name="">
            <a:extLst xmlns:a="http://schemas.openxmlformats.org/drawingml/2006/main">
              <a:ext uri="{FF2B5EF4-FFF2-40B4-BE49-F238E27FC236}">
                <a16:creationId xmlns:a16="http://schemas.microsoft.com/office/drawing/2014/main" id="{6ED52C46-9D6F-4C69-A6BC-FF05F30DF987}"/>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25</a:t>
            </a:r>
          </a:p>
        </p:txBody>
      </p:sp>
    </p:spTree>
    <p:extLst>
      <p:ext uri="{BB962C8B-B14F-4D97-AF65-F5344CB8AC3E}">
        <p14:creationId xmlns:p14="http://schemas.microsoft.com/office/powerpoint/2010/main" val="127153794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2FB229-A3EB-495E-9313-471DC80B6109}"/>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One simulated observation crosses the threshold</a:t>
            </a:r>
          </a:p>
        </p:txBody>
      </p:sp>
      <p:graphicFrame>
        <p:nvGraphicFramePr>
          <p:cNvPr id="8" name="Chart"/>
          <p:cNvGraphicFramePr/>
          <p:nvPr/>
        </p:nvGraphicFramePr>
        <p:xfrm>
          <a:off xmlns:a="http://schemas.openxmlformats.org/drawingml/2006/main" x="685800" y="1685925"/>
          <a:ext xmlns:a="http://schemas.openxmlformats.org/drawingml/2006/main" cx="13868400" cy="4667250"/>
        </p:xfrm>
        <a:graphic xmlns:a="http://schemas.openxmlformats.org/drawingml/2006/main">
          <a:graphicData uri="http://schemas.openxmlformats.org/drawingml/2006/chart">
            <c:chart xmlns:r="http://schemas.openxmlformats.org/officeDocument/2006/relationships" xmlns:c="http://schemas.openxmlformats.org/drawingml/2006/chart" r:id="R249e8618858e4276"/>
          </a:graphicData>
        </a:graphic>
      </p:graphicFrame>
      <p:sp>
        <p:nvSpPr>
          <p:cNvPr id="3" name="">
            <a:extLst xmlns:a="http://schemas.openxmlformats.org/drawingml/2006/main">
              <a:ext uri="{FF2B5EF4-FFF2-40B4-BE49-F238E27FC236}">
                <a16:creationId xmlns:a16="http://schemas.microsoft.com/office/drawing/2014/main" id="{9D749D5F-BABD-4A5B-A196-AB8AE8187217}"/>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True q = 50.5814 · estimated q = 39.4247 &gt; 29.6174 µg/m³ → detection</a:t>
            </a:r>
          </a:p>
        </p:txBody>
      </p:sp>
      <p:sp>
        <p:nvSpPr>
          <p:cNvPr id="4" name="">
            <a:extLst xmlns:a="http://schemas.openxmlformats.org/drawingml/2006/main">
              <a:ext uri="{FF2B5EF4-FFF2-40B4-BE49-F238E27FC236}">
                <a16:creationId xmlns:a16="http://schemas.microsoft.com/office/drawing/2014/main" id="{B5714595-E05B-4BE5-9DB7-F58D2F689C3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DB3CA863-7397-44B4-8305-07926B8A691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6" name="">
            <a:extLst xmlns:a="http://schemas.openxmlformats.org/drawingml/2006/main">
              <a:ext uri="{FF2B5EF4-FFF2-40B4-BE49-F238E27FC236}">
                <a16:creationId xmlns:a16="http://schemas.microsoft.com/office/drawing/2014/main" id="{E7CC7EE3-A92D-48F2-A30A-D7236E8F345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26</a:t>
            </a:r>
          </a:p>
        </p:txBody>
      </p:sp>
    </p:spTree>
    <p:extLst>
      <p:ext uri="{BB962C8B-B14F-4D97-AF65-F5344CB8AC3E}">
        <p14:creationId xmlns:p14="http://schemas.microsoft.com/office/powerpoint/2010/main" val="4359439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4E6D82-1EF3-4D93-9A76-6EC57EB053B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Repeated simulations retain the failed low concentration case</a:t>
            </a:r>
          </a:p>
        </p:txBody>
      </p:sp>
      <p:sp>
        <p:nvSpPr>
          <p:cNvPr id="2" name="">
            <a:extLst xmlns:a="http://schemas.openxmlformats.org/drawingml/2006/main">
              <a:ext uri="{FF2B5EF4-FFF2-40B4-BE49-F238E27FC236}">
                <a16:creationId xmlns:a16="http://schemas.microsoft.com/office/drawing/2014/main" id="{4A5F3D6D-19B5-4104-935B-329C7C446293}"/>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10,000 independent reference/sample pairs for each concentration.</a:t>
            </a:r>
          </a:p>
        </p:txBody>
      </p:sp>
      <p:graphicFrame>
        <p:nvGraphicFramePr>
          <p:cNvPr id="10" name=""/>
          <p:cNvGraphicFramePr/>
          <p:nvPr/>
        </p:nvGraphicFramePr>
        <p:xfrm>
          <a:off xmlns:a="http://schemas.openxmlformats.org/drawingml/2006/main" x="685800" y="2438400"/>
          <a:ext xmlns:a="http://schemas.openxmlformats.org/drawingml/2006/main" cx="13868400" cy="3009900"/>
        </p:xfrm>
        <a:graphic xmlns:a="http://schemas.openxmlformats.org/drawingml/2006/main">
          <a:graphicData uri="http://schemas.openxmlformats.org/drawingml/2006/table">
            <a:tbl>
              <a:tblPr/>
              <a:tblGrid>
                <a:gridCol w="3467100"/>
                <a:gridCol w="3467100"/>
                <a:gridCol w="3467100"/>
                <a:gridCol w="3467100"/>
              </a:tblGrid>
              <a:tr h="752475">
                <a:tc>
                  <a:txBody>
                    <a:bodyPr/>
                    <a:lstStyle/>
                    <a:p>
                      <a:r>
                        <a:rPr sz="2025" b="1">
                          <a:solidFill>
                            <a:srgbClr val="FFFFFF"/>
                          </a:solidFill>
                          <a:latin typeface="Arial"/>
                          <a:ea typeface="Arial"/>
                          <a:cs typeface="Arial"/>
                        </a:rPr>
                        <a:t>True q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Predicted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Simulated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95% interval</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1.13%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0.93–1.36%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1.10–1.55%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50.5814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95.00%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94.29–95.18%</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143F4632-1685-4A6D-8CC9-E9FC1A526E18}"/>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At 1 µg/m³, the 1.31% simulated response is close to the false alarm rate.</a:t>
            </a:r>
          </a:p>
        </p:txBody>
      </p:sp>
      <p:sp>
        <p:nvSpPr>
          <p:cNvPr id="5" name="">
            <a:extLst xmlns:a="http://schemas.openxmlformats.org/drawingml/2006/main">
              <a:ext uri="{FF2B5EF4-FFF2-40B4-BE49-F238E27FC236}">
                <a16:creationId xmlns:a16="http://schemas.microsoft.com/office/drawing/2014/main" id="{06D54834-046E-4380-A0B3-3A5BF0DB61D0}"/>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BA3530B6-15AC-4644-B153-1B18B445AFE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E4BF6932-84A3-400D-8CA7-F2677173E68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27</a:t>
            </a:r>
          </a:p>
        </p:txBody>
      </p:sp>
    </p:spTree>
    <p:extLst>
      <p:ext uri="{BB962C8B-B14F-4D97-AF65-F5344CB8AC3E}">
        <p14:creationId xmlns:p14="http://schemas.microsoft.com/office/powerpoint/2010/main" val="3361194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09F1B8-2B87-4879-A3E3-C42DECED6D1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result does not establish background monitoring</a:t>
            </a:r>
          </a:p>
        </p:txBody>
      </p:sp>
      <p:sp>
        <p:nvSpPr>
          <p:cNvPr id="2" name="">
            <a:extLst xmlns:a="http://schemas.openxmlformats.org/drawingml/2006/main">
              <a:ext uri="{FF2B5EF4-FFF2-40B4-BE49-F238E27FC236}">
                <a16:creationId xmlns:a16="http://schemas.microsoft.com/office/drawing/2014/main" id="{1E2FD8F2-A622-4F97-A217-2B421CD889BE}"/>
              </a:ext>
            </a:extLst>
          </p:cNvPr>
          <p:cNvSpPr>
            <a:spLocks xmlns:a="http://schemas.openxmlformats.org/drawingml/2006/main" noGrp="1"/>
          </p:cNvSpPr>
          <p:nvPr/>
        </p:nvSpPr>
        <p:spPr>
          <a:xfrm xmlns:a="http://schemas.openxmlformats.org/drawingml/2006/main">
            <a:off x="742950" y="170497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The example predicts a 95% enhancement limit of 50.58 µg/m³ under its stated model.</a:t>
            </a:r>
          </a:p>
        </p:txBody>
      </p:sp>
      <p:sp>
        <p:nvSpPr>
          <p:cNvPr id="3" name="">
            <a:extLst xmlns:a="http://schemas.openxmlformats.org/drawingml/2006/main">
              <a:ext uri="{FF2B5EF4-FFF2-40B4-BE49-F238E27FC236}">
                <a16:creationId xmlns:a16="http://schemas.microsoft.com/office/drawing/2014/main" id="{6A8F3A3F-D3AF-4A30-94C1-A3E6C3E44937}"/>
              </a:ext>
            </a:extLst>
          </p:cNvPr>
          <p:cNvSpPr>
            <a:spLocks xmlns:a="http://schemas.openxmlformats.org/drawingml/2006/main" noGrp="1"/>
          </p:cNvSpPr>
          <p:nvPr/>
        </p:nvSpPr>
        <p:spPr>
          <a:xfrm xmlns:a="http://schemas.openxmlformats.org/drawingml/2006/main">
            <a:off x="742950" y="3067050"/>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An aircraft study reports a selected background of 145 parts per trillion by volume (pptv), about 0.252 µg/m³ at 288.15 K and 101,325 Pa.</a:t>
            </a:r>
          </a:p>
        </p:txBody>
      </p:sp>
      <p:sp>
        <p:nvSpPr>
          <p:cNvPr id="4" name="">
            <a:extLst xmlns:a="http://schemas.openxmlformats.org/drawingml/2006/main">
              <a:ext uri="{FF2B5EF4-FFF2-40B4-BE49-F238E27FC236}">
                <a16:creationId xmlns:a16="http://schemas.microsoft.com/office/drawing/2014/main" id="{F711A3AA-6F41-4F0C-975E-A607D0B21B12}"/>
              </a:ext>
            </a:extLst>
          </p:cNvPr>
          <p:cNvSpPr>
            <a:spLocks xmlns:a="http://schemas.openxmlformats.org/drawingml/2006/main" noGrp="1"/>
          </p:cNvSpPr>
          <p:nvPr/>
        </p:nvSpPr>
        <p:spPr>
          <a:xfrm xmlns:a="http://schemas.openxmlformats.org/drawingml/2006/main">
            <a:off x="742950" y="442912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The model limit is about 29.1 parts per billion by volume (ppbv) at those conditions, roughly 200 times that mixing ratio.</a:t>
            </a:r>
          </a:p>
        </p:txBody>
      </p:sp>
      <p:sp>
        <p:nvSpPr>
          <p:cNvPr id="5" name="">
            <a:extLst xmlns:a="http://schemas.openxmlformats.org/drawingml/2006/main">
              <a:ext uri="{FF2B5EF4-FFF2-40B4-BE49-F238E27FC236}">
                <a16:creationId xmlns:a16="http://schemas.microsoft.com/office/drawing/2014/main" id="{F9BE9E11-2727-42E4-9E05-9E29A9B4DAC5}"/>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useful result is an explicit detection calculation with a clear sensitivity limitation.</a:t>
            </a:r>
          </a:p>
        </p:txBody>
      </p:sp>
      <p:sp>
        <p:nvSpPr>
          <p:cNvPr id="6" name="">
            <a:extLst xmlns:a="http://schemas.openxmlformats.org/drawingml/2006/main">
              <a:ext uri="{FF2B5EF4-FFF2-40B4-BE49-F238E27FC236}">
                <a16:creationId xmlns:a16="http://schemas.microsoft.com/office/drawing/2014/main" id="{A072AE25-A651-4CF4-91F6-F0BBFB518EB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7BABA40F-04EB-4D3B-B360-F6F7D3F0FDE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Ambient context: EMeRGe / IAGOS study · Conditional result: saved zenith experiment</a:t>
            </a:r>
          </a:p>
        </p:txBody>
      </p:sp>
      <p:sp>
        <p:nvSpPr>
          <p:cNvPr id="8" name="">
            <a:extLst xmlns:a="http://schemas.openxmlformats.org/drawingml/2006/main">
              <a:ext uri="{FF2B5EF4-FFF2-40B4-BE49-F238E27FC236}">
                <a16:creationId xmlns:a16="http://schemas.microsoft.com/office/drawing/2014/main" id="{D511448D-BE30-4ACD-8FB7-FA8E6D8E162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28</a:t>
            </a:r>
          </a:p>
        </p:txBody>
      </p:sp>
    </p:spTree>
    <p:extLst>
      <p:ext uri="{BB962C8B-B14F-4D97-AF65-F5344CB8AC3E}">
        <p14:creationId xmlns:p14="http://schemas.microsoft.com/office/powerpoint/2010/main" val="30743686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49D094-DCAD-42F1-92DC-B1DC3A1E9B7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is needed for a physical demonstration</a:t>
            </a:r>
          </a:p>
        </p:txBody>
      </p:sp>
      <p:sp>
        <p:nvSpPr>
          <p:cNvPr id="2" name="">
            <a:extLst xmlns:a="http://schemas.openxmlformats.org/drawingml/2006/main">
              <a:ext uri="{FF2B5EF4-FFF2-40B4-BE49-F238E27FC236}">
                <a16:creationId xmlns:a16="http://schemas.microsoft.com/office/drawing/2014/main" id="{C67278E9-3E80-4CC2-A102-29AA9034C386}"/>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Measure blank reference/sample stability and spectral covariance with the intended receiver.</a:t>
            </a:r>
          </a:p>
        </p:txBody>
      </p:sp>
      <p:sp>
        <p:nvSpPr>
          <p:cNvPr id="3" name="">
            <a:extLst xmlns:a="http://schemas.openxmlformats.org/drawingml/2006/main">
              <a:ext uri="{FF2B5EF4-FFF2-40B4-BE49-F238E27FC236}">
                <a16:creationId xmlns:a16="http://schemas.microsoft.com/office/drawing/2014/main" id="{66884044-383C-45B3-A127-7D86F12AA95C}"/>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Verify the available linear RF power and bandwidth, then test tracking during a moving pass.</a:t>
            </a:r>
          </a:p>
        </p:txBody>
      </p:sp>
      <p:sp>
        <p:nvSpPr>
          <p:cNvPr id="4" name="">
            <a:extLst xmlns:a="http://schemas.openxmlformats.org/drawingml/2006/main">
              <a:ext uri="{FF2B5EF4-FFF2-40B4-BE49-F238E27FC236}">
                <a16:creationId xmlns:a16="http://schemas.microsoft.com/office/drawing/2014/main" id="{FF38273A-9FD2-4442-A5AC-B7DB66B96F4C}"/>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Use independent concentration measurements and changing weather to assess false detections.</a:t>
            </a:r>
          </a:p>
        </p:txBody>
      </p:sp>
      <p:sp>
        <p:nvSpPr>
          <p:cNvPr id="5" name="">
            <a:extLst xmlns:a="http://schemas.openxmlformats.org/drawingml/2006/main">
              <a:ext uri="{FF2B5EF4-FFF2-40B4-BE49-F238E27FC236}">
                <a16:creationId xmlns:a16="http://schemas.microsoft.com/office/drawing/2014/main" id="{185F27F2-AB79-4D30-8400-C2DDA5A407B8}"/>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For 3D reconstruction, add distinct rays and evaluate matrix rank and spatial resolution.</a:t>
            </a:r>
          </a:p>
        </p:txBody>
      </p:sp>
      <p:sp>
        <p:nvSpPr>
          <p:cNvPr id="6" name="">
            <a:extLst xmlns:a="http://schemas.openxmlformats.org/drawingml/2006/main">
              <a:ext uri="{FF2B5EF4-FFF2-40B4-BE49-F238E27FC236}">
                <a16:creationId xmlns:a16="http://schemas.microsoft.com/office/drawing/2014/main" id="{EF2C4544-B79E-4D77-9FCB-FEDA136B49A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LEO links remain a useful example for the complete chain, including its practical limits.</a:t>
            </a:r>
          </a:p>
        </p:txBody>
      </p:sp>
      <p:sp>
        <p:nvSpPr>
          <p:cNvPr id="7" name="">
            <a:extLst xmlns:a="http://schemas.openxmlformats.org/drawingml/2006/main">
              <a:ext uri="{FF2B5EF4-FFF2-40B4-BE49-F238E27FC236}">
                <a16:creationId xmlns:a16="http://schemas.microsoft.com/office/drawing/2014/main" id="{E253E03B-F675-429B-B73E-F8843B86565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tutorial models direct transmission. Molecular scattering and multistatic imaging need a separate feasibility study.</a:t>
            </a:r>
          </a:p>
        </p:txBody>
      </p:sp>
      <p:sp>
        <p:nvSpPr>
          <p:cNvPr id="8" name="">
            <a:extLst xmlns:a="http://schemas.openxmlformats.org/drawingml/2006/main">
              <a:ext uri="{FF2B5EF4-FFF2-40B4-BE49-F238E27FC236}">
                <a16:creationId xmlns:a16="http://schemas.microsoft.com/office/drawing/2014/main" id="{177C0E6B-E893-40AD-8206-E417E8E7C97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9" name="">
            <a:extLst xmlns:a="http://schemas.openxmlformats.org/drawingml/2006/main">
              <a:ext uri="{FF2B5EF4-FFF2-40B4-BE49-F238E27FC236}">
                <a16:creationId xmlns:a16="http://schemas.microsoft.com/office/drawing/2014/main" id="{FE683C04-A87D-4621-8224-828F17F68268}"/>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29</a:t>
            </a:r>
          </a:p>
        </p:txBody>
      </p:sp>
    </p:spTree>
    <p:extLst>
      <p:ext uri="{BB962C8B-B14F-4D97-AF65-F5344CB8AC3E}">
        <p14:creationId xmlns:p14="http://schemas.microsoft.com/office/powerpoint/2010/main" val="83245015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CEB73A-A6E7-425B-8D4D-44FF77866799}"/>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Every entry of a five tone design matrix</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3051048"/>
                <a:gridCol w="5269992"/>
                <a:gridCol w="1664208"/>
                <a:gridCol w="3883152"/>
              </a:tblGrid>
              <a:tr h="500063">
                <a:tc>
                  <a:txBody>
                    <a:bodyPr/>
                    <a:lstStyle/>
                    <a:p>
                      <a:r>
                        <a:rPr sz="2025" b="1">
                          <a:solidFill>
                            <a:srgbClr val="FFFFFF"/>
                          </a:solidFill>
                          <a:latin typeface="Arial"/>
                          <a:ea typeface="Arial"/>
                          <a:cs typeface="Arial"/>
                        </a:rPr>
                        <a:t>Tone index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aₖ [10⁻⁴ dB/(µg/m³)]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1</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uₖ</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2.408200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2.804245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-0.250733</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4.032712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-0.000489</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6.489083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0.249756</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7.500802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f848bfdf6084926">
            <a:extLst>
              <a:ext uri="{96DAC541-7B7A-43D3-8B79-37D633B846F1}">
                <asvg:svgBlip xmlns:asvg="http://schemas.microsoft.com/office/drawing/2016/SVG/main" r:embed="Rf5ee9b7c3df54995"/>
              </a:ext>
            </a:extLst>
          </a:blip>
          <a:stretch xmlns:a="http://schemas.openxmlformats.org/drawingml/2006/main"/>
        </p:blipFill>
        <p:spPr>
          <a:xfrm xmlns:a="http://schemas.openxmlformats.org/drawingml/2006/main">
            <a:off x="742950" y="4766710"/>
            <a:ext cx="6621877" cy="108695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FA9C95-71CB-4872-AC78-8E4AF44F8C62}"/>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table scales only the a column by 10⁴ for readability. Use its original units in the calculation.</a:t>
            </a:r>
          </a:p>
        </p:txBody>
      </p:sp>
      <p:sp>
        <p:nvSpPr>
          <p:cNvPr id="5" name="">
            <a:extLst xmlns:a="http://schemas.openxmlformats.org/drawingml/2006/main">
              <a:ext uri="{FF2B5EF4-FFF2-40B4-BE49-F238E27FC236}">
                <a16:creationId xmlns:a16="http://schemas.microsoft.com/office/drawing/2014/main" id="{F3EE529E-2288-42E7-8C2A-4FFA013EB71D}"/>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subset is only an arithmetic illustration. The main result uses all 1,024 tones.</a:t>
            </a:r>
          </a:p>
        </p:txBody>
      </p:sp>
      <p:sp>
        <p:nvSpPr>
          <p:cNvPr id="6" name="">
            <a:extLst xmlns:a="http://schemas.openxmlformats.org/drawingml/2006/main">
              <a:ext uri="{FF2B5EF4-FFF2-40B4-BE49-F238E27FC236}">
                <a16:creationId xmlns:a16="http://schemas.microsoft.com/office/drawing/2014/main" id="{35648A66-AB84-47D2-A0A5-01233CD0607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8B101523-D76B-4DB4-AAC7-37A1AD55A38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30</a:t>
            </a:r>
          </a:p>
        </p:txBody>
      </p:sp>
    </p:spTree>
    <p:extLst>
      <p:ext uri="{BB962C8B-B14F-4D97-AF65-F5344CB8AC3E}">
        <p14:creationId xmlns:p14="http://schemas.microsoft.com/office/powerpoint/2010/main" val="7077691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F2DE6E-573B-4DAD-B1A0-20DC50E2257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The five tone covariance matrix</a:t>
            </a:r>
          </a:p>
        </p:txBody>
      </p:sp>
      <p:sp>
        <p:nvSpPr>
          <p:cNvPr id="2" name="">
            <a:extLst xmlns:a="http://schemas.openxmlformats.org/drawingml/2006/main">
              <a:ext uri="{FF2B5EF4-FFF2-40B4-BE49-F238E27FC236}">
                <a16:creationId xmlns:a16="http://schemas.microsoft.com/office/drawing/2014/main" id="{31F0B866-2ADA-4B83-AC4B-1EDD0BDA4B28}"/>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Diagonal entries contain thermal variance and calibration variance.</a:t>
            </a:r>
          </a:p>
        </p:txBody>
      </p:sp>
      <p:sp>
        <p:nvSpPr>
          <p:cNvPr id="3" name="">
            <a:extLst xmlns:a="http://schemas.openxmlformats.org/drawingml/2006/main">
              <a:ext uri="{FF2B5EF4-FFF2-40B4-BE49-F238E27FC236}">
                <a16:creationId xmlns:a16="http://schemas.microsoft.com/office/drawing/2014/main" id="{6693725D-03C2-4502-8AFE-A82CC9A55615}"/>
              </a:ext>
            </a:extLst>
          </p:cNvPr>
          <p:cNvSpPr>
            <a:spLocks xmlns:a="http://schemas.openxmlformats.org/drawingml/2006/main" noGrp="1"/>
          </p:cNvSpPr>
          <p:nvPr/>
        </p:nvSpPr>
        <p:spPr>
          <a:xfrm xmlns:a="http://schemas.openxmlformats.org/drawingml/2006/main">
            <a:off x="742950" y="23241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Off diagonal entries come from the assumed correlated calibration residual.</a:t>
            </a:r>
          </a:p>
        </p:txBody>
      </p:sp>
      <p:graphicFrame>
        <p:nvGraphicFramePr>
          <p:cNvPr id="12" name=""/>
          <p:cNvGraphicFramePr/>
          <p:nvPr/>
        </p:nvGraphicFramePr>
        <p:xfrm>
          <a:off xmlns:a="http://schemas.openxmlformats.org/drawingml/2006/main" x="685800" y="3048000"/>
          <a:ext xmlns:a="http://schemas.openxmlformats.org/drawingml/2006/main" cx="13868400" cy="3333750"/>
        </p:xfrm>
        <a:graphic xmlns:a="http://schemas.openxmlformats.org/drawingml/2006/main">
          <a:graphicData uri="http://schemas.openxmlformats.org/drawingml/2006/table">
            <a:tbl>
              <a:tblPr/>
              <a:tblGrid>
                <a:gridCol w="3328416"/>
                <a:gridCol w="2107997"/>
                <a:gridCol w="2107997"/>
                <a:gridCol w="2107997"/>
                <a:gridCol w="2107997"/>
                <a:gridCol w="2107997"/>
              </a:tblGrid>
              <a:tr h="555625">
                <a:tc>
                  <a:txBody>
                    <a:bodyPr/>
                    <a:lstStyle/>
                    <a:p>
                      <a:r>
                        <a:rPr sz="1800" b="1">
                          <a:solidFill>
                            <a:srgbClr val="FFFFFF"/>
                          </a:solidFill>
                          <a:latin typeface="Arial"/>
                          <a:ea typeface="Arial"/>
                          <a:cs typeface="Arial"/>
                        </a:rPr>
                        <a:t>C₅ / 10⁻⁴ dB²</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0</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255</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511</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767</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1023</a:t>
                      </a:r>
                    </a:p>
                  </a:txBody>
                  <a:tcPr marL="133350" marR="133350" marT="76200" marB="76200" anchor="ctr">
                    <a:solidFill>
                      <a:srgbClr val="153246"/>
                    </a:solidFill>
                  </a:tcPr>
                </a:tc>
              </a:tr>
              <a:tr h="555625">
                <a:tc>
                  <a:txBody>
                    <a:bodyPr/>
                    <a:lstStyle/>
                    <a:p>
                      <a:r>
                        <a:rPr sz="1800" b="0">
                          <a:solidFill>
                            <a:srgbClr val="153246"/>
                          </a:solidFill>
                          <a:latin typeface="Arial"/>
                          <a:ea typeface="Arial"/>
                          <a:cs typeface="Arial"/>
                        </a:rPr>
                        <a:t>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2.951529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r>
              <a:tr h="555625">
                <a:tc>
                  <a:txBody>
                    <a:bodyPr/>
                    <a:lstStyle/>
                    <a:p>
                      <a:r>
                        <a:rPr sz="1800"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2.947224</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FFFFF"/>
                    </a:solidFill>
                  </a:tcPr>
                </a:tc>
              </a:tr>
              <a:tr h="555625">
                <a:tc>
                  <a:txBody>
                    <a:bodyPr/>
                    <a:lstStyle/>
                    <a:p>
                      <a:r>
                        <a:rPr sz="1800"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2.947702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r>
              <a:tr h="555625">
                <a:tc>
                  <a:txBody>
                    <a:bodyPr/>
                    <a:lstStyle/>
                    <a:p>
                      <a:r>
                        <a:rPr sz="1800"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2.952581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r>
              <a:tr h="555625">
                <a:tc>
                  <a:txBody>
                    <a:bodyPr/>
                    <a:lstStyle/>
                    <a:p>
                      <a:r>
                        <a:rPr sz="1800"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2.961572</a:t>
                      </a:r>
                    </a:p>
                  </a:txBody>
                  <a:tcPr marL="133350" marR="133350" marT="76200" marB="7620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2BAB1566-ECD6-420E-9639-DAF89990EB0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C₅ is the corresponding submatrix of the null covariance C(0).</a:t>
            </a:r>
          </a:p>
        </p:txBody>
      </p:sp>
      <p:sp>
        <p:nvSpPr>
          <p:cNvPr id="6" name="">
            <a:extLst xmlns:a="http://schemas.openxmlformats.org/drawingml/2006/main">
              <a:ext uri="{FF2B5EF4-FFF2-40B4-BE49-F238E27FC236}">
                <a16:creationId xmlns:a16="http://schemas.microsoft.com/office/drawing/2014/main" id="{8DEC050C-A088-400F-9430-E4A786002070}"/>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Assumed, unmeasured 0.001 dB differential calibration residual · 20 s total acquisition</a:t>
            </a:r>
          </a:p>
        </p:txBody>
      </p:sp>
      <p:sp>
        <p:nvSpPr>
          <p:cNvPr id="7" name="">
            <a:extLst xmlns:a="http://schemas.openxmlformats.org/drawingml/2006/main">
              <a:ext uri="{FF2B5EF4-FFF2-40B4-BE49-F238E27FC236}">
                <a16:creationId xmlns:a16="http://schemas.microsoft.com/office/drawing/2014/main" id="{B789A81A-7181-479F-AD5E-11DF199D482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EB8BCD7A-7504-4F91-9ECE-CA2D3419C6C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31</a:t>
            </a:r>
          </a:p>
        </p:txBody>
      </p:sp>
    </p:spTree>
    <p:extLst>
      <p:ext uri="{BB962C8B-B14F-4D97-AF65-F5344CB8AC3E}">
        <p14:creationId xmlns:p14="http://schemas.microsoft.com/office/powerpoint/2010/main" val="20323457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C9F070-D485-4046-9D3A-4F211B48BF8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Multiplication gives the five tone estimate</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3467100"/>
                <a:gridCol w="4992624"/>
                <a:gridCol w="5408676"/>
              </a:tblGrid>
              <a:tr h="500063">
                <a:tc>
                  <a:txBody>
                    <a:bodyPr/>
                    <a:lstStyle/>
                    <a:p>
                      <a:r>
                        <a:rPr sz="2025" b="1">
                          <a:solidFill>
                            <a:srgbClr val="FFFFFF"/>
                          </a:solidFill>
                          <a:latin typeface="Arial"/>
                          <a:ea typeface="Arial"/>
                          <a:cs typeface="Arial"/>
                        </a:rPr>
                        <a:t>Tone index</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Observed yₖ (dB)</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Recomputed H₅ weight</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-0.000463815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4942.686</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0.025099503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-4201.176</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-0.031417175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-5681.920</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0.018701897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4215.931</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0.030551022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724.479</a:t>
                      </a:r>
                    </a:p>
                  </a:txBody>
                  <a:tcPr marL="133350" marR="133350" marT="76200" marB="76200" anchor="ctr">
                    <a:solidFill>
                      <a:srgbClr val="F0F5F7"/>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4f72cabe3634573">
            <a:extLst>
              <a:ext uri="{96DAC541-7B7A-43D3-8B79-37D633B846F1}">
                <asvg:svgBlip xmlns:asvg="http://schemas.microsoft.com/office/drawing/2016/SVG/main" r:embed="R08ffb6d2a7b34909"/>
              </a:ext>
            </a:extLst>
          </a:blip>
          <a:stretch xmlns:a="http://schemas.openxmlformats.org/drawingml/2006/main"/>
        </p:blipFill>
        <p:spPr>
          <a:xfrm xmlns:a="http://schemas.openxmlformats.org/drawingml/2006/main">
            <a:off x="742950" y="4762500"/>
            <a:ext cx="10118894"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24AA03-64F9-4DCB-B569-91FD28B62651}"/>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H₅ weights have units (µg/m³)/dB. Both q̂₅ and s₀,₅ are in µg/m³.</a:t>
            </a:r>
          </a:p>
        </p:txBody>
      </p:sp>
      <p:sp>
        <p:nvSpPr>
          <p:cNvPr id="5" name="">
            <a:extLst xmlns:a="http://schemas.openxmlformats.org/drawingml/2006/main">
              <a:ext uri="{FF2B5EF4-FFF2-40B4-BE49-F238E27FC236}">
                <a16:creationId xmlns:a16="http://schemas.microsoft.com/office/drawing/2014/main" id="{6F5E9962-2045-4951-A67B-99288719FD7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171.75 &lt; 384.12: this five tone subset does not detect the same simulated sample.</a:t>
            </a:r>
          </a:p>
        </p:txBody>
      </p:sp>
      <p:sp>
        <p:nvSpPr>
          <p:cNvPr id="6" name="">
            <a:extLst xmlns:a="http://schemas.openxmlformats.org/drawingml/2006/main">
              <a:ext uri="{FF2B5EF4-FFF2-40B4-BE49-F238E27FC236}">
                <a16:creationId xmlns:a16="http://schemas.microsoft.com/office/drawing/2014/main" id="{76763E76-4957-4F17-8E4F-49D436AB090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calibration residual</a:t>
            </a:r>
          </a:p>
        </p:txBody>
      </p:sp>
      <p:sp>
        <p:nvSpPr>
          <p:cNvPr id="7" name="">
            <a:extLst xmlns:a="http://schemas.openxmlformats.org/drawingml/2006/main">
              <a:ext uri="{FF2B5EF4-FFF2-40B4-BE49-F238E27FC236}">
                <a16:creationId xmlns:a16="http://schemas.microsoft.com/office/drawing/2014/main" id="{0663F581-B1BE-4C5D-A673-B981F4DC2D5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6D4C17BA-4526-4969-9A47-610AC838055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32</a:t>
            </a:r>
          </a:p>
        </p:txBody>
      </p:sp>
    </p:spTree>
    <p:extLst>
      <p:ext uri="{BB962C8B-B14F-4D97-AF65-F5344CB8AC3E}">
        <p14:creationId xmlns:p14="http://schemas.microsoft.com/office/powerpoint/2010/main" val="16460360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38472C-6133-4A95-B494-52FA2C15083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The spacing comparison</a:t>
            </a:r>
          </a:p>
        </p:txBody>
      </p:sp>
      <p:sp>
        <p:nvSpPr>
          <p:cNvPr id="2" name="">
            <a:extLst xmlns:a="http://schemas.openxmlformats.org/drawingml/2006/main">
              <a:ext uri="{FF2B5EF4-FFF2-40B4-BE49-F238E27FC236}">
                <a16:creationId xmlns:a16="http://schemas.microsoft.com/office/drawing/2014/main" id="{1AD30615-2878-4B6D-A9A5-7B48AE7D2A42}"/>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ICI means interference between tones. It is a separate screen, not included in the ideal q₉₅.</a:t>
            </a:r>
          </a:p>
        </p:txBody>
      </p:sp>
      <p:graphicFrame>
        <p:nvGraphicFramePr>
          <p:cNvPr id="10" name=""/>
          <p:cNvGraphicFramePr/>
          <p:nvPr/>
        </p:nvGraphicFramePr>
        <p:xfrm>
          <a:off xmlns:a="http://schemas.openxmlformats.org/drawingml/2006/main" x="685800" y="2438400"/>
          <a:ext xmlns:a="http://schemas.openxmlformats.org/drawingml/2006/main" cx="13868400" cy="3762375"/>
        </p:xfrm>
        <a:graphic xmlns:a="http://schemas.openxmlformats.org/drawingml/2006/main">
          <a:graphicData uri="http://schemas.openxmlformats.org/drawingml/2006/table">
            <a:tbl>
              <a:tblPr/>
              <a:tblGrid>
                <a:gridCol w="1802892"/>
                <a:gridCol w="2634996"/>
                <a:gridCol w="2912364"/>
                <a:gridCol w="3744468"/>
                <a:gridCol w="2773680"/>
              </a:tblGrid>
              <a:tr h="752475">
                <a:tc>
                  <a:txBody>
                    <a:bodyPr/>
                    <a:lstStyle/>
                    <a:p>
                      <a:r>
                        <a:rPr sz="1800" b="1">
                          <a:solidFill>
                            <a:srgbClr val="FFFFFF"/>
                          </a:solidFill>
                          <a:latin typeface="Arial"/>
                          <a:ea typeface="Arial"/>
                          <a:cs typeface="Arial"/>
                        </a:rPr>
                        <a:t>Tones</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Δf (MHz)</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CP time (%)</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ICI at 100 kHz (%)</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q₉₅ (µg/m³)</a:t>
                      </a:r>
                    </a:p>
                  </a:txBody>
                  <a:tcPr marL="133350" marR="133350" marT="76200" marB="76200" anchor="ctr">
                    <a:solidFill>
                      <a:srgbClr val="153246"/>
                    </a:solidFill>
                  </a:tcPr>
                </a:tc>
              </a:tr>
              <a:tr h="752475">
                <a:tc>
                  <a:txBody>
                    <a:bodyPr/>
                    <a:lstStyle/>
                    <a:p>
                      <a:r>
                        <a:rPr sz="1800" b="0">
                          <a:solidFill>
                            <a:srgbClr val="153246"/>
                          </a:solidFill>
                          <a:latin typeface="Arial"/>
                          <a:ea typeface="Arial"/>
                          <a:cs typeface="Arial"/>
                        </a:rPr>
                        <a:t>256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39.0625</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28.09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0.00216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56.21</a:t>
                      </a:r>
                    </a:p>
                  </a:txBody>
                  <a:tcPr marL="133350" marR="133350" marT="76200" marB="76200" anchor="ctr">
                    <a:solidFill>
                      <a:srgbClr val="F0F5F7"/>
                    </a:solidFill>
                  </a:tcPr>
                </a:tc>
              </a:tr>
              <a:tr h="752475">
                <a:tc>
                  <a:txBody>
                    <a:bodyPr/>
                    <a:lstStyle/>
                    <a:p>
                      <a:r>
                        <a:rPr sz="1800" b="0">
                          <a:solidFill>
                            <a:srgbClr val="153246"/>
                          </a:solidFill>
                          <a:latin typeface="Arial"/>
                          <a:ea typeface="Arial"/>
                          <a:cs typeface="Arial"/>
                        </a:rPr>
                        <a:t>512</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19.5312</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16.34</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0.00862</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52.52</a:t>
                      </a:r>
                    </a:p>
                  </a:txBody>
                  <a:tcPr marL="133350" marR="133350" marT="76200" marB="76200" anchor="ctr">
                    <a:solidFill>
                      <a:srgbClr val="FFFFFF"/>
                    </a:solidFill>
                  </a:tcPr>
                </a:tc>
              </a:tr>
              <a:tr h="752475">
                <a:tc>
                  <a:txBody>
                    <a:bodyPr/>
                    <a:lstStyle/>
                    <a:p>
                      <a:r>
                        <a:rPr sz="1800" b="0">
                          <a:solidFill>
                            <a:srgbClr val="153246"/>
                          </a:solidFill>
                          <a:latin typeface="Arial"/>
                          <a:ea typeface="Arial"/>
                          <a:cs typeface="Arial"/>
                        </a:rPr>
                        <a:t>1024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9.7656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8.90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0.03449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50.58</a:t>
                      </a:r>
                    </a:p>
                  </a:txBody>
                  <a:tcPr marL="133350" marR="133350" marT="76200" marB="76200" anchor="ctr">
                    <a:solidFill>
                      <a:srgbClr val="F0F5F7"/>
                    </a:solidFill>
                  </a:tcPr>
                </a:tc>
              </a:tr>
              <a:tr h="752475">
                <a:tc>
                  <a:txBody>
                    <a:bodyPr/>
                    <a:lstStyle/>
                    <a:p>
                      <a:r>
                        <a:rPr sz="1800" b="0">
                          <a:solidFill>
                            <a:srgbClr val="153246"/>
                          </a:solidFill>
                          <a:latin typeface="Arial"/>
                          <a:ea typeface="Arial"/>
                          <a:cs typeface="Arial"/>
                        </a:rPr>
                        <a:t>2048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4.8828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4.66</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0.13791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49.58</a:t>
                      </a:r>
                    </a:p>
                  </a:txBody>
                  <a:tcPr marL="133350" marR="13335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7B5A782-6EE1-47F2-A130-5E52E02772E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1,024 tones give the lowest ideal q₉₅ among these cases with ICI below an illustrative 0.1% cap.</a:t>
            </a:r>
          </a:p>
        </p:txBody>
      </p:sp>
      <p:sp>
        <p:nvSpPr>
          <p:cNvPr id="5" name="">
            <a:extLst xmlns:a="http://schemas.openxmlformats.org/drawingml/2006/main">
              <a:ext uri="{FF2B5EF4-FFF2-40B4-BE49-F238E27FC236}">
                <a16:creationId xmlns:a16="http://schemas.microsoft.com/office/drawing/2014/main" id="{59E233AA-ED0E-47CC-B96B-25C692207CF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EBC4861C-4B87-491B-BF69-6D9E8BADF2CE}"/>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ACB15FB5-06E7-438D-A6CE-DDDB96630A7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33</a:t>
            </a:r>
          </a:p>
        </p:txBody>
      </p:sp>
    </p:spTree>
    <p:extLst>
      <p:ext uri="{BB962C8B-B14F-4D97-AF65-F5344CB8AC3E}">
        <p14:creationId xmlns:p14="http://schemas.microsoft.com/office/powerpoint/2010/main" val="12440037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43866D-9CE4-4824-BA59-6AFAD2FC3FD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More RF power helps, conditionally</a:t>
            </a:r>
          </a:p>
        </p:txBody>
      </p:sp>
      <p:graphicFrame>
        <p:nvGraphicFramePr>
          <p:cNvPr id="8" name="Chart"/>
          <p:cNvGraphicFramePr/>
          <p:nvPr/>
        </p:nvGraphicFramePr>
        <p:xfrm>
          <a:off xmlns:a="http://schemas.openxmlformats.org/drawingml/2006/main" x="685800" y="1685925"/>
          <a:ext xmlns:a="http://schemas.openxmlformats.org/drawingml/2006/main" cx="13868400" cy="4667250"/>
        </p:xfrm>
        <a:graphic xmlns:a="http://schemas.openxmlformats.org/drawingml/2006/main">
          <a:graphicData uri="http://schemas.openxmlformats.org/drawingml/2006/chart">
            <c:chart xmlns:r="http://schemas.openxmlformats.org/officeDocument/2006/relationships" xmlns:c="http://schemas.openxmlformats.org/drawingml/2006/chart" r:id="R0e677d04c40b4483"/>
          </a:graphicData>
        </a:graphic>
      </p:graphicFrame>
      <p:sp>
        <p:nvSpPr>
          <p:cNvPr id="3" name="">
            <a:extLst xmlns:a="http://schemas.openxmlformats.org/drawingml/2006/main">
              <a:ext uri="{FF2B5EF4-FFF2-40B4-BE49-F238E27FC236}">
                <a16:creationId xmlns:a16="http://schemas.microsoft.com/office/drawing/2014/main" id="{C4899336-C7B1-4C9C-8361-2E55BECD1F2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25 dBm: 50.58 µg/m³ · 30 dBm: 31.83 µg/m³ · 40 dBm: 18.06 µg/m³</a:t>
            </a:r>
          </a:p>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1 W and 10 W cases are unproven hardware scenarios.</a:t>
            </a:r>
          </a:p>
        </p:txBody>
      </p:sp>
      <p:sp>
        <p:nvSpPr>
          <p:cNvPr id="4" name="">
            <a:extLst xmlns:a="http://schemas.openxmlformats.org/drawingml/2006/main">
              <a:ext uri="{FF2B5EF4-FFF2-40B4-BE49-F238E27FC236}">
                <a16:creationId xmlns:a16="http://schemas.microsoft.com/office/drawing/2014/main" id="{EE5E30B2-5A0A-422C-8E68-E37594FC0DB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00053B2E-E1D0-4DEE-9BA2-9ECF135B49C4}"/>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6" name="">
            <a:extLst xmlns:a="http://schemas.openxmlformats.org/drawingml/2006/main">
              <a:ext uri="{FF2B5EF4-FFF2-40B4-BE49-F238E27FC236}">
                <a16:creationId xmlns:a16="http://schemas.microsoft.com/office/drawing/2014/main" id="{B2C34926-7F19-4197-BBCE-C8C131B0A99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34</a:t>
            </a:r>
          </a:p>
        </p:txBody>
      </p:sp>
    </p:spTree>
    <p:extLst>
      <p:ext uri="{BB962C8B-B14F-4D97-AF65-F5344CB8AC3E}">
        <p14:creationId xmlns:p14="http://schemas.microsoft.com/office/powerpoint/2010/main" val="12111062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A0C60A-4249-4C99-8867-9C8218F2B03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Calibration and background change the result</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7904988"/>
                <a:gridCol w="5963412"/>
              </a:tblGrid>
              <a:tr h="752475">
                <a:tc>
                  <a:txBody>
                    <a:bodyPr/>
                    <a:lstStyle/>
                    <a:p>
                      <a:r>
                        <a:rPr sz="2025" b="1">
                          <a:solidFill>
                            <a:srgbClr val="FFFFFF"/>
                          </a:solidFill>
                          <a:latin typeface="Arial"/>
                          <a:ea typeface="Arial"/>
                          <a:cs typeface="Arial"/>
                        </a:rPr>
                        <a:t>Change from the baseline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Predicted concentration scale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Zero added calibration residual</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q₉₅ = 47.40 µg/m³</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Assumed 0.001 dB residual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q₉₅ = 50.58 µg/m³</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Assumed 0.01 dB residual</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q₉₅ = 157.79 µg/m³</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Fit an additional background amplitude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Local q₉₅ approximation = 83.63 µg/m³</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BD960B5-8BE7-4365-8F34-2AFC204D676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error model and nuisance space determine what spectral information remains.</a:t>
            </a:r>
          </a:p>
        </p:txBody>
      </p:sp>
      <p:sp>
        <p:nvSpPr>
          <p:cNvPr id="4" name="">
            <a:extLst xmlns:a="http://schemas.openxmlformats.org/drawingml/2006/main">
              <a:ext uri="{FF2B5EF4-FFF2-40B4-BE49-F238E27FC236}">
                <a16:creationId xmlns:a16="http://schemas.microsoft.com/office/drawing/2014/main" id="{3A96A195-E962-4046-830B-68C18F57AA51}"/>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every calibration level is assumed and unmeasured</a:t>
            </a:r>
          </a:p>
        </p:txBody>
      </p:sp>
      <p:sp>
        <p:nvSpPr>
          <p:cNvPr id="5" name="">
            <a:extLst xmlns:a="http://schemas.openxmlformats.org/drawingml/2006/main">
              <a:ext uri="{FF2B5EF4-FFF2-40B4-BE49-F238E27FC236}">
                <a16:creationId xmlns:a16="http://schemas.microsoft.com/office/drawing/2014/main" id="{82648395-CD1D-4D7B-8499-F6C21D56464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6" name="">
            <a:extLst xmlns:a="http://schemas.openxmlformats.org/drawingml/2006/main">
              <a:ext uri="{FF2B5EF4-FFF2-40B4-BE49-F238E27FC236}">
                <a16:creationId xmlns:a16="http://schemas.microsoft.com/office/drawing/2014/main" id="{5FBFCDA2-AC3D-48E7-9E2D-69956190A16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35</a:t>
            </a:r>
          </a:p>
        </p:txBody>
      </p:sp>
    </p:spTree>
    <p:extLst>
      <p:ext uri="{BB962C8B-B14F-4D97-AF65-F5344CB8AC3E}">
        <p14:creationId xmlns:p14="http://schemas.microsoft.com/office/powerpoint/2010/main" val="88840523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34B4FA-A080-4B26-87F2-CFBDA1D0FD34}"/>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The satellite moves during a measurement</a:t>
            </a:r>
          </a:p>
        </p:txBody>
      </p:sp>
      <p:sp>
        <p:nvSpPr>
          <p:cNvPr id="2" name="">
            <a:extLst xmlns:a="http://schemas.openxmlformats.org/drawingml/2006/main">
              <a:ext uri="{FF2B5EF4-FFF2-40B4-BE49-F238E27FC236}">
                <a16:creationId xmlns:a16="http://schemas.microsoft.com/office/drawing/2014/main" id="{868B2DBB-76D9-48C4-ABCD-DC2E148460AA}"/>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Doppler is the frequency shift caused by motion between the transmitter and receiver.</a:t>
            </a:r>
          </a:p>
        </p:txBody>
      </p:sp>
      <p:graphicFrame>
        <p:nvGraphicFramePr>
          <p:cNvPr id="10" name=""/>
          <p:cNvGraphicFramePr/>
          <p:nvPr/>
        </p:nvGraphicFramePr>
        <p:xfrm>
          <a:off xmlns:a="http://schemas.openxmlformats.org/drawingml/2006/main" x="685800" y="2438400"/>
          <a:ext xmlns:a="http://schemas.openxmlformats.org/drawingml/2006/main" cx="13868400" cy="3762375"/>
        </p:xfrm>
        <a:graphic xmlns:a="http://schemas.openxmlformats.org/drawingml/2006/main">
          <a:graphicData uri="http://schemas.openxmlformats.org/drawingml/2006/table">
            <a:tbl>
              <a:tblPr/>
              <a:tblGrid>
                <a:gridCol w="3467100"/>
                <a:gridCol w="3051048"/>
                <a:gridCol w="3189732"/>
                <a:gridCol w="4160520"/>
              </a:tblGrid>
              <a:tr h="752475">
                <a:tc>
                  <a:txBody>
                    <a:bodyPr/>
                    <a:lstStyle/>
                    <a:p>
                      <a:r>
                        <a:rPr sz="2025" b="1">
                          <a:solidFill>
                            <a:srgbClr val="FFFFFF"/>
                          </a:solidFill>
                          <a:latin typeface="Arial"/>
                          <a:ea typeface="Arial"/>
                          <a:cs typeface="Arial"/>
                        </a:rPr>
                        <a:t>Time after zenith</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Elevation</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Range (km)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Doppler at 235 GHz</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 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90.000°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550.000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 kHz</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0.5 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89.605°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550.012</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-37.8 kHz</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 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86.053°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551.204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-377.0 kHz</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25 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70.886°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579.338</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-1793.1 kHz</a:t>
                      </a:r>
                    </a:p>
                  </a:txBody>
                  <a:tcPr marL="133350" marR="13335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F4489FD-F82A-4A55-97C7-30D5D15F5ED5}"/>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coherent 10 s acquisition requires time dependent delay, phase, frequency and gain corrections.</a:t>
            </a:r>
          </a:p>
        </p:txBody>
      </p:sp>
      <p:sp>
        <p:nvSpPr>
          <p:cNvPr id="5" name="">
            <a:extLst xmlns:a="http://schemas.openxmlformats.org/drawingml/2006/main">
              <a:ext uri="{FF2B5EF4-FFF2-40B4-BE49-F238E27FC236}">
                <a16:creationId xmlns:a16="http://schemas.microsoft.com/office/drawing/2014/main" id="{FE3AF915-4C4C-4C71-84E2-5B90D3ABEE8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static sensitivity calculation assumes ideal tracking. It does not establish moving link performance.</a:t>
            </a:r>
          </a:p>
        </p:txBody>
      </p:sp>
      <p:sp>
        <p:nvSpPr>
          <p:cNvPr id="6" name="">
            <a:extLst xmlns:a="http://schemas.openxmlformats.org/drawingml/2006/main">
              <a:ext uri="{FF2B5EF4-FFF2-40B4-BE49-F238E27FC236}">
                <a16:creationId xmlns:a16="http://schemas.microsoft.com/office/drawing/2014/main" id="{DB2C17CF-10AD-4980-A668-8E6DACEB3722}"/>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7" name="">
            <a:extLst xmlns:a="http://schemas.openxmlformats.org/drawingml/2006/main">
              <a:ext uri="{FF2B5EF4-FFF2-40B4-BE49-F238E27FC236}">
                <a16:creationId xmlns:a16="http://schemas.microsoft.com/office/drawing/2014/main" id="{DED148F9-C066-4B62-9A7B-1E65BA9A435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36</a:t>
            </a:r>
          </a:p>
        </p:txBody>
      </p:sp>
    </p:spTree>
    <p:extLst>
      <p:ext uri="{BB962C8B-B14F-4D97-AF65-F5344CB8AC3E}">
        <p14:creationId xmlns:p14="http://schemas.microsoft.com/office/powerpoint/2010/main" val="15109411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EBEF32-420D-44B3-92A2-D3F80E2F4EB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Hardware and atmospheric context</a:t>
            </a:r>
          </a:p>
        </p:txBody>
      </p:sp>
      <p:sp>
        <p:nvSpPr>
          <p:cNvPr id="2" name="">
            <a:extLst xmlns:a="http://schemas.openxmlformats.org/drawingml/2006/main">
              <a:ext uri="{FF2B5EF4-FFF2-40B4-BE49-F238E27FC236}">
                <a16:creationId xmlns:a16="http://schemas.microsoft.com/office/drawing/2014/main" id="{A0FC7A2D-70DA-44F3-846F-279EE7517A54}"/>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Sen et al. (2023), Nature Electronics. Terrestrial 210–240 GHz link. DOI: 10.1038/s41928-022-00897-6</a:t>
            </a:r>
          </a:p>
        </p:txBody>
      </p:sp>
      <p:sp>
        <p:nvSpPr>
          <p:cNvPr id="3" name="">
            <a:extLst xmlns:a="http://schemas.openxmlformats.org/drawingml/2006/main">
              <a:ext uri="{FF2B5EF4-FFF2-40B4-BE49-F238E27FC236}">
                <a16:creationId xmlns:a16="http://schemas.microsoft.com/office/drawing/2014/main" id="{BB6FFFA8-E7CA-46AF-BBE8-5F0738DCD3B7}"/>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TeraLink (2026), preprint arXiv:2606.15410v1. Proposed LEO link parameters and qualification scope.</a:t>
            </a:r>
          </a:p>
        </p:txBody>
      </p:sp>
      <p:sp>
        <p:nvSpPr>
          <p:cNvPr id="4" name="">
            <a:extLst xmlns:a="http://schemas.openxmlformats.org/drawingml/2006/main">
              <a:ext uri="{FF2B5EF4-FFF2-40B4-BE49-F238E27FC236}">
                <a16:creationId xmlns:a16="http://schemas.microsoft.com/office/drawing/2014/main" id="{A0654FCB-5F73-4996-8DE9-0BFE34468147}"/>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Cooper et al. (2025), IEEE Journal of Microwaves. 240 GHz frequency multiplier source. DOI: 10.1109/JMW.2025.3610360</a:t>
            </a:r>
          </a:p>
        </p:txBody>
      </p:sp>
      <p:sp>
        <p:nvSpPr>
          <p:cNvPr id="5" name="">
            <a:extLst xmlns:a="http://schemas.openxmlformats.org/drawingml/2006/main">
              <a:ext uri="{FF2B5EF4-FFF2-40B4-BE49-F238E27FC236}">
                <a16:creationId xmlns:a16="http://schemas.microsoft.com/office/drawing/2014/main" id="{59642A21-BB25-493C-90BB-4C003B9EFF8D}"/>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EMeRGe study (2023), Atmospheric Chemistry and Physics 23, 1893. DOI: 10.5194/acp-23-1893-2023</a:t>
            </a:r>
          </a:p>
        </p:txBody>
      </p:sp>
      <p:sp>
        <p:nvSpPr>
          <p:cNvPr id="6" name="">
            <a:extLst xmlns:a="http://schemas.openxmlformats.org/drawingml/2006/main">
              <a:ext uri="{FF2B5EF4-FFF2-40B4-BE49-F238E27FC236}">
                <a16:creationId xmlns:a16="http://schemas.microsoft.com/office/drawing/2014/main" id="{A36129D4-6395-4CF5-922B-075C448B0BFA}"/>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research sources · Clickable URLs in slide notes and companion notes</a:t>
            </a:r>
          </a:p>
        </p:txBody>
      </p:sp>
      <p:sp>
        <p:nvSpPr>
          <p:cNvPr id="7" name="">
            <a:extLst xmlns:a="http://schemas.openxmlformats.org/drawingml/2006/main">
              <a:ext uri="{FF2B5EF4-FFF2-40B4-BE49-F238E27FC236}">
                <a16:creationId xmlns:a16="http://schemas.microsoft.com/office/drawing/2014/main" id="{F2707B27-1075-43D8-8ACC-CCB90A5C27D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37</a:t>
            </a:r>
          </a:p>
        </p:txBody>
      </p:sp>
    </p:spTree>
    <p:extLst>
      <p:ext uri="{BB962C8B-B14F-4D97-AF65-F5344CB8AC3E}">
        <p14:creationId xmlns:p14="http://schemas.microsoft.com/office/powerpoint/2010/main" val="122217249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9D05E8-E6AD-4175-BA9A-566C85D076A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Physics and reproducible calculations</a:t>
            </a:r>
          </a:p>
        </p:txBody>
      </p:sp>
      <p:sp>
        <p:nvSpPr>
          <p:cNvPr id="2" name="">
            <a:extLst xmlns:a="http://schemas.openxmlformats.org/drawingml/2006/main">
              <a:ext uri="{FF2B5EF4-FFF2-40B4-BE49-F238E27FC236}">
                <a16:creationId xmlns:a16="http://schemas.microsoft.com/office/drawing/2014/main" id="{13F41ABC-7997-452D-9AB8-5CC10E350111}"/>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HITRAN molecule 41, CH₃CN. Acquired line parameters and provenance are saved with the experiment.</a:t>
            </a:r>
          </a:p>
        </p:txBody>
      </p:sp>
      <p:sp>
        <p:nvSpPr>
          <p:cNvPr id="3" name="">
            <a:extLst xmlns:a="http://schemas.openxmlformats.org/drawingml/2006/main">
              <a:ext uri="{FF2B5EF4-FFF2-40B4-BE49-F238E27FC236}">
                <a16:creationId xmlns:a16="http://schemas.microsoft.com/office/drawing/2014/main" id="{618C817D-0B65-40B8-8416-158C4760295A}"/>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ITU P.835-7 (2024): reference standard atmosphere. ITU P.676-13 (2022): gaseous attenuation and emission model.</a:t>
            </a:r>
          </a:p>
        </p:txBody>
      </p:sp>
      <p:sp>
        <p:nvSpPr>
          <p:cNvPr id="4" name="">
            <a:extLst xmlns:a="http://schemas.openxmlformats.org/drawingml/2006/main">
              <a:ext uri="{FF2B5EF4-FFF2-40B4-BE49-F238E27FC236}">
                <a16:creationId xmlns:a16="http://schemas.microsoft.com/office/drawing/2014/main" id="{74E252EA-C7D6-412C-A89A-F4310BA485BE}"/>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Research snapshot b94f3fe: docs/54 and docs/55 contain the source audit and full derivation.</a:t>
            </a:r>
          </a:p>
        </p:txBody>
      </p:sp>
      <p:sp>
        <p:nvSpPr>
          <p:cNvPr id="5" name="">
            <a:extLst xmlns:a="http://schemas.openxmlformats.org/drawingml/2006/main">
              <a:ext uri="{FF2B5EF4-FFF2-40B4-BE49-F238E27FC236}">
                <a16:creationId xmlns:a16="http://schemas.microsoft.com/office/drawing/2014/main" id="{11ECDE2E-8B81-41EC-8C42-4EC4FDC99161}"/>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results/zenith_single_compound contains every tone, A, C, H, observations, sensitivity tables and hashes.</a:t>
            </a:r>
          </a:p>
        </p:txBody>
      </p:sp>
      <p:sp>
        <p:nvSpPr>
          <p:cNvPr id="6" name="">
            <a:extLst xmlns:a="http://schemas.openxmlformats.org/drawingml/2006/main">
              <a:ext uri="{FF2B5EF4-FFF2-40B4-BE49-F238E27FC236}">
                <a16:creationId xmlns:a16="http://schemas.microsoft.com/office/drawing/2014/main" id="{C74D08B2-FCEB-4145-BA20-3B336C0C59E7}"/>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Reproduction entry point: scripts/run_zenith_tutorial.py</a:t>
            </a:r>
          </a:p>
        </p:txBody>
      </p:sp>
      <p:sp>
        <p:nvSpPr>
          <p:cNvPr id="7" name="">
            <a:extLst xmlns:a="http://schemas.openxmlformats.org/drawingml/2006/main">
              <a:ext uri="{FF2B5EF4-FFF2-40B4-BE49-F238E27FC236}">
                <a16:creationId xmlns:a16="http://schemas.microsoft.com/office/drawing/2014/main" id="{04B0AFBB-12D8-4F76-AF8F-301508D0B02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zenith experiment · b94f3fe</a:t>
            </a:r>
          </a:p>
        </p:txBody>
      </p:sp>
      <p:sp>
        <p:nvSpPr>
          <p:cNvPr id="8" name="">
            <a:extLst xmlns:a="http://schemas.openxmlformats.org/drawingml/2006/main">
              <a:ext uri="{FF2B5EF4-FFF2-40B4-BE49-F238E27FC236}">
                <a16:creationId xmlns:a16="http://schemas.microsoft.com/office/drawing/2014/main" id="{7B9FE3A7-D5AF-44DD-B98F-04E306EB42E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38</a:t>
            </a:r>
          </a:p>
        </p:txBody>
      </p:sp>
    </p:spTree>
    <p:extLst>
      <p:ext uri="{BB962C8B-B14F-4D97-AF65-F5344CB8AC3E}">
        <p14:creationId xmlns:p14="http://schemas.microsoft.com/office/powerpoint/2010/main" val="497583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2026-10-05T09:07:38.7910000Z</dcterms:created>
  <dcterms:modified xsi:type="dcterms:W3CDTF">2026-10-05T09:07:38.7910000Z</dcterms:modified>
</coreProperties>
</file>