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814d24c1ede4dc8" /><Relationship Type="http://schemas.openxmlformats.org/officeDocument/2006/relationships/extended-properties" Target="/docProps/app.xml" Id="R5da72a7c198c4193" /><Relationship Type="http://schemas.openxmlformats.org/officeDocument/2006/relationships/officeDocument" Target="/ppt/presentation.xml" Id="Rac01523e013949ad" /></Relationships>
</file>

<file path=ppt/presentation.xml><?xml version="1.0" encoding="utf-8"?>
<p:presentation xmlns:p="http://schemas.openxmlformats.org/presentationml/2006/main">
  <p:sldMasterIdLst>
    <p:sldMasterId xmlns:r="http://schemas.openxmlformats.org/officeDocument/2006/relationships" id="2147483648" r:id="R192de61d693e49fa"/>
  </p:sldMasterIdLst>
  <p:notesMasterIdLst>
    <p:notesMasterId xmlns:r="http://schemas.openxmlformats.org/officeDocument/2006/relationships" r:id="R287ceca0f17b486e"/>
  </p:notesMasterIdLst>
  <p:sldIdLst>
    <p:sldId xmlns:r="http://schemas.openxmlformats.org/officeDocument/2006/relationships" id="256" r:id="R2ab9c91183fa456f"/>
    <p:sldId xmlns:r="http://schemas.openxmlformats.org/officeDocument/2006/relationships" id="257" r:id="Raa675273ad0e473a"/>
    <p:sldId xmlns:r="http://schemas.openxmlformats.org/officeDocument/2006/relationships" id="258" r:id="R8daba502c2d84757"/>
    <p:sldId xmlns:r="http://schemas.openxmlformats.org/officeDocument/2006/relationships" id="259" r:id="R6dd7ed17954f4ecf"/>
    <p:sldId xmlns:r="http://schemas.openxmlformats.org/officeDocument/2006/relationships" id="260" r:id="R77f471cb944042df"/>
    <p:sldId xmlns:r="http://schemas.openxmlformats.org/officeDocument/2006/relationships" id="261" r:id="Rb80320662a2543d5"/>
    <p:sldId xmlns:r="http://schemas.openxmlformats.org/officeDocument/2006/relationships" id="262" r:id="R02e8c88cfdc44b33"/>
    <p:sldId xmlns:r="http://schemas.openxmlformats.org/officeDocument/2006/relationships" id="263" r:id="R1c8b0fbab33b48b8"/>
    <p:sldId xmlns:r="http://schemas.openxmlformats.org/officeDocument/2006/relationships" id="264" r:id="R2dbb6447f5954e6b"/>
    <p:sldId xmlns:r="http://schemas.openxmlformats.org/officeDocument/2006/relationships" id="265" r:id="R2434d5d395d54548"/>
    <p:sldId xmlns:r="http://schemas.openxmlformats.org/officeDocument/2006/relationships" id="266" r:id="R60cf7160a59740e1"/>
    <p:sldId xmlns:r="http://schemas.openxmlformats.org/officeDocument/2006/relationships" id="267" r:id="R22b362a349a24c6b"/>
    <p:sldId xmlns:r="http://schemas.openxmlformats.org/officeDocument/2006/relationships" id="268" r:id="R3052b82ece114599"/>
    <p:sldId xmlns:r="http://schemas.openxmlformats.org/officeDocument/2006/relationships" id="269" r:id="Rc27741adc4b340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99ea33e00a44fe" /><Relationship Type="http://schemas.openxmlformats.org/officeDocument/2006/relationships/slideMaster" Target="/ppt/slideMasters/slideMaster1.xml" Id="R192de61d693e49fa" /><Relationship Type="http://schemas.openxmlformats.org/officeDocument/2006/relationships/notesMaster" Target="/ppt/notesMasters/notesMaster1.xml" Id="R287ceca0f17b486e" /><Relationship Type="http://schemas.openxmlformats.org/officeDocument/2006/relationships/presProps" Target="/ppt/presProps.xml" Id="R4d85ec049d4440fa" /><Relationship Type="http://schemas.openxmlformats.org/officeDocument/2006/relationships/tableStyles" Target="/ppt/tableStyles.xml" Id="Rfee1921cd8c94f1e" /><Relationship Type="http://schemas.openxmlformats.org/officeDocument/2006/relationships/slide" Target="/ppt/slides/slide1.xml" Id="R2ab9c91183fa456f" /><Relationship Type="http://schemas.openxmlformats.org/officeDocument/2006/relationships/slide" Target="/ppt/slides/slide2.xml" Id="Raa675273ad0e473a" /><Relationship Type="http://schemas.openxmlformats.org/officeDocument/2006/relationships/slide" Target="/ppt/slides/slide3.xml" Id="R8daba502c2d84757" /><Relationship Type="http://schemas.openxmlformats.org/officeDocument/2006/relationships/slide" Target="/ppt/slides/slide4.xml" Id="R6dd7ed17954f4ecf" /><Relationship Type="http://schemas.openxmlformats.org/officeDocument/2006/relationships/slide" Target="/ppt/slides/slide5.xml" Id="R77f471cb944042df" /><Relationship Type="http://schemas.openxmlformats.org/officeDocument/2006/relationships/slide" Target="/ppt/slides/slide6.xml" Id="Rb80320662a2543d5" /><Relationship Type="http://schemas.openxmlformats.org/officeDocument/2006/relationships/slide" Target="/ppt/slides/slide7.xml" Id="R02e8c88cfdc44b33" /><Relationship Type="http://schemas.openxmlformats.org/officeDocument/2006/relationships/slide" Target="/ppt/slides/slide8.xml" Id="R1c8b0fbab33b48b8" /><Relationship Type="http://schemas.openxmlformats.org/officeDocument/2006/relationships/slide" Target="/ppt/slides/slide9.xml" Id="R2dbb6447f5954e6b" /><Relationship Type="http://schemas.openxmlformats.org/officeDocument/2006/relationships/slide" Target="/ppt/slides/slide10.xml" Id="R2434d5d395d54548" /><Relationship Type="http://schemas.openxmlformats.org/officeDocument/2006/relationships/slide" Target="/ppt/slides/slide11.xml" Id="R60cf7160a59740e1" /><Relationship Type="http://schemas.openxmlformats.org/officeDocument/2006/relationships/slide" Target="/ppt/slides/slide12.xml" Id="R22b362a349a24c6b" /><Relationship Type="http://schemas.openxmlformats.org/officeDocument/2006/relationships/slide" Target="/ppt/slides/slide13.xml" Id="R3052b82ece114599" /><Relationship Type="http://schemas.openxmlformats.org/officeDocument/2006/relationships/slide" Target="/ppt/slides/slide14.xml" Id="Rc27741adc4b340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9aba1024ab48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5a48b8474746ed" /><Relationship Type="http://schemas.openxmlformats.org/officeDocument/2006/relationships/notesMaster" Target="/ppt/notesMasters/notesMaster1.xml" Id="R094a509471da48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333c9703b944cb" /><Relationship Type="http://schemas.openxmlformats.org/officeDocument/2006/relationships/notesMaster" Target="/ppt/notesMasters/notesMaster1.xml" Id="Rb2962e3bd14949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1b97630ccd4167" /><Relationship Type="http://schemas.openxmlformats.org/officeDocument/2006/relationships/notesMaster" Target="/ppt/notesMasters/notesMaster1.xml" Id="R441e18ceedc646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c508f0ea0c40d6" /><Relationship Type="http://schemas.openxmlformats.org/officeDocument/2006/relationships/notesMaster" Target="/ppt/notesMasters/notesMaster1.xml" Id="Raf71507689544b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9101e8131d46c4" /><Relationship Type="http://schemas.openxmlformats.org/officeDocument/2006/relationships/notesMaster" Target="/ppt/notesMasters/notesMaster1.xml" Id="R115e4f83a5b741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1da87930ba49aa" /><Relationship Type="http://schemas.openxmlformats.org/officeDocument/2006/relationships/notesMaster" Target="/ppt/notesMasters/notesMaster1.xml" Id="R11e2e1b919c343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51b882acf44bb0" /><Relationship Type="http://schemas.openxmlformats.org/officeDocument/2006/relationships/notesMaster" Target="/ppt/notesMasters/notesMaster1.xml" Id="R8d14b5b9ee3048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8f10c7e7f1425d" /><Relationship Type="http://schemas.openxmlformats.org/officeDocument/2006/relationships/notesMaster" Target="/ppt/notesMasters/notesMaster1.xml" Id="Rc04b5c6f93664e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3517b732c64a7d" /><Relationship Type="http://schemas.openxmlformats.org/officeDocument/2006/relationships/notesMaster" Target="/ppt/notesMasters/notesMaster1.xml" Id="Rb4c0effa97d1406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cadb587a1046d4" /><Relationship Type="http://schemas.openxmlformats.org/officeDocument/2006/relationships/notesMaster" Target="/ppt/notesMasters/notesMaster1.xml" Id="R48cc5be8e6ba41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c8820f4f0c34780" /><Relationship Type="http://schemas.openxmlformats.org/officeDocument/2006/relationships/notesMaster" Target="/ppt/notesMasters/notesMaster1.xml" Id="R80bd0f1e860147d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5ba71d3878d40dd" /><Relationship Type="http://schemas.openxmlformats.org/officeDocument/2006/relationships/notesMaster" Target="/ppt/notesMasters/notesMaster1.xml" Id="R4b5b138bbd994f0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05700bf2ce943b5" /><Relationship Type="http://schemas.openxmlformats.org/officeDocument/2006/relationships/notesMaster" Target="/ppt/notesMasters/notesMaster1.xml" Id="Rac8d04a75a03483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066c0d01cc54219" /><Relationship Type="http://schemas.openxmlformats.org/officeDocument/2006/relationships/notesMaster" Target="/ppt/notesMasters/notesMaster1.xml" Id="Rd47721b80f0342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study restarts with a single gas, CO, over 60 to 1000 GHz. We study the frequency and path length dependence of the channel, initially with no receiver noise. The immediate objective is to identify what information allows us to attribute part of the measured loss to CO. The cover uses a decorative abstract illustration of light bands. It carries no measured spectral information.</a:t>
            </a:r>
          </a:p>
          <a:p xmlns:a="http://schemas.openxmlformats.org/drawingml/2006/main">
            <a:r>
              <a:t/>
            </a:r>
          </a:p>
          <a:p xmlns:a="http://schemas.openxmlformats.org/drawingml/2006/main">
            <a:r>
              <a:t>Sources</a:t>
            </a:r>
          </a:p>
          <a:p xmlns:a="http://schemas.openxmlformats.org/drawingml/2006/main">
            <a:r>
              <a:t>local: https://github.com/unworthyzeus/THz_ISAC_atmospheric_monitoring/blob/50393b2/docs/59_restart_observability_2026_10_14.md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 has frequency along its rows and atmospheric path length along its columns. The table shows indices, not invented channel values. Repeating observations at the same geometry does not create independent path length samples. Nested paths through the same stationary medium might come from known receiver positions or a controlled variable path setup. The total transmitter to receiver distance d may differ from the atmospheric distance l. They coincide in the homogeneous terrestrial numerical example. A future angular coordinate would give h(f,l,theta). We begin by studying magnitudes because the immediate question concerns absorption.</a:t>
            </a:r>
          </a:p>
          <a:p xmlns:a="http://schemas.openxmlformats.org/drawingml/2006/main">
            <a:r>
              <a:t/>
            </a:r>
          </a:p>
          <a:p xmlns:a="http://schemas.openxmlformats.org/drawingml/2006/main">
            <a:r>
              <a:t>Sources</a:t>
            </a:r>
          </a:p>
          <a:p xmlns:a="http://schemas.openxmlformats.org/drawingml/2006/main">
            <a:r>
              <a:t>local: https://github.com/unworthyzeus/THz_ISAC_atmospheric_monitoring/blob/50393b2/docs/59_restart_observability_2026_10_14.md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assume the instrument response is known, corrected or matched between acquisitions. With that convention, the magnitude is the product of geometric amplitude gain and the two exponential absorption factors. The omitted full complex channel also contains propagation phase and molecular dispersion. Each tau is a dimensionless integral of a power absorption coefficient alpha, in 1/m, over path length. Beer–Lambert gives power transmission exp(-tau). Since power is proportional to squared magnitude, the channel amplitude uses exp(-tau/2). For unit gain far field antennas, |h_fs|=c0/(4 pi f d). A positive free space path loss is the reciprocal power gain, not an amplitude multiplier. The table uses compact plain text names for the subscripts.</a:t>
            </a:r>
          </a:p>
          <a:p xmlns:a="http://schemas.openxmlformats.org/drawingml/2006/main">
            <a:r>
              <a:t/>
            </a:r>
          </a:p>
          <a:p xmlns:a="http://schemas.openxmlformats.org/drawingml/2006/main">
            <a:r>
              <a:t>Sources</a:t>
            </a:r>
          </a:p>
          <a:p xmlns:a="http://schemas.openxmlformats.org/drawingml/2006/main">
            <a:r>
              <a:t>beer: https://hitran.org/docs/cross-sections-definitions/</a:t>
            </a:r>
          </a:p>
          <a:p xmlns:a="http://schemas.openxmlformats.org/drawingml/2006/main">
            <a:r>
              <a:t>local: https://github.com/unworthyzeus/THz_ISAC_atmospheric_monitoring/blob/50393b2/docs/59_restart_observability_2026_10_14.md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h0 with the same geometry, instrument response and background atmospheric optical depth, but without the additional target gas column. Dividing h by h0 cancels the shared multiplicative factors. The magnitude ratio is exp(-tau_c/2), so -2 times its natural logarithm gives the chemical optical depth. In decibels, extra loss is -20 log10(|h|/|h0|)=(10/ln10) tau_c. If h0 contains ambient CO, the retrieved quantity is the CO enhancement relative to that reference. An absolute column requires knowledge of the reference CO. A model can supply h0 only to the accuracy of its atmospheric and instrument assumptions.</a:t>
            </a:r>
          </a:p>
          <a:p xmlns:a="http://schemas.openxmlformats.org/drawingml/2006/main">
            <a:r>
              <a:t/>
            </a:r>
          </a:p>
          <a:p xmlns:a="http://schemas.openxmlformats.org/drawingml/2006/main">
            <a:r>
              <a:t>Sources</a:t>
            </a:r>
          </a:p>
          <a:p xmlns:a="http://schemas.openxmlformats.org/drawingml/2006/main">
            <a:r>
              <a:t>beer: https://hitran.org/docs/cross-sections-definitions/</a:t>
            </a:r>
          </a:p>
          <a:p xmlns:a="http://schemas.openxmlformats.org/drawingml/2006/main">
            <a:r>
              <a:t>local: https://github.com/unworthyzeus/THz_ISAC_atmospheric_monitoring/blob/50393b2/docs/59_restart_observability_2026_10_14.md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known geometry and calibration are removed, the observation gives the sum of optical depths. Any admissible q transferred from one component to the other leaves the measurement unchanged. The altered components must remain within their allowed physical models and nonnegativity constraints. This is a mathematical construction, not a claim that any chosen q belongs to a realistic humidity model. It proves nonuniqueness when the background is unrestricted. More frequencies and zero receiver noise do not eliminate an unrestricted functional ambiguity. A parameterized atmosphere can permit separation when changes in CO generate a response outside the span of atmospheric parameter changes.</a:t>
            </a:r>
          </a:p>
          <a:p xmlns:a="http://schemas.openxmlformats.org/drawingml/2006/main">
            <a:r>
              <a:t/>
            </a:r>
          </a:p>
          <a:p xmlns:a="http://schemas.openxmlformats.org/drawingml/2006/main">
            <a:r>
              <a:t>Sources</a:t>
            </a:r>
          </a:p>
          <a:p xmlns:a="http://schemas.openxmlformats.org/drawingml/2006/main">
            <a:r>
              <a:t>local: https://github.com/unworthyzeus/THz_ISAC_atmospheric_monitoring/blob/50393b2/docs/59_restart_observability_2026_10_14.md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unshifted center of this CO transition is about 115.271 GHz. An ideal infinitely sharp resonance would be a delta peak at its center, not a rectangular absorption band. A finite coherence time yields a Lorentzian response. Thermal velocities give a Gaussian Doppler distribution. A Voigt profile combines those contributions. Natural linewidth also exists but is not the main atmospheric width here. These mechanisms are physical and remain when receiver noise is set to zero. The plot compares area normalized profiles at 1 and 0.1 atm using the same HITRAN transition at 296 K. It isolates line broadening, rather than comparing equal ppm samples. At 1 atm the tabulated air half width is 2.40733 GHz, giving a Lorentz full width of 4.81467 GHz. Pressure shifts also move the center slightly. More sophisticated profiles and line mixing may matter for precision work. Smooth line wings and overlap must not be confused with separate continuum absorption.</a:t>
            </a:r>
          </a:p>
          <a:p xmlns:a="http://schemas.openxmlformats.org/drawingml/2006/main">
            <a:r>
              <a:t/>
            </a:r>
          </a:p>
          <a:p xmlns:a="http://schemas.openxmlformats.org/drawingml/2006/main">
            <a:r>
              <a:t>Sources</a:t>
            </a:r>
          </a:p>
          <a:p xmlns:a="http://schemas.openxmlformats.org/drawingml/2006/main">
            <a:r>
              <a:t>hitran: https://hitran.org/docs/definitions-and-units/</a:t>
            </a:r>
          </a:p>
          <a:p xmlns:a="http://schemas.openxmlformats.org/drawingml/2006/main">
            <a:r>
              <a:t>nist: https://physics.nist.gov/Pubs/AtSpec/node20.html</a:t>
            </a:r>
          </a:p>
          <a:p xmlns:a="http://schemas.openxmlformats.org/drawingml/2006/main">
            <a:r>
              <a:t>continuum: https://hitran.org/mtckd/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eight labels are the main isotopologue ground vibrational state rotational line centers in the 60 to 1000 GHz interval. JPL independently supports their positions. Other isotopologues and excited states add features. The actual spectrum includes all 146 retained HITRAN main isotopologue transitions with centers from 0 to 3000 GHz. The chart displays the stored physical spectrum, with every second sample plus the exact line center samples retained. A millidecibel is 0.001 dB. Relative peak heights follow the line strengths and widths for this temperature and pressure. They do not identify the most useful instrument band because background atmospheric loss and measurement precision also matter. This calculation uses a chosen gas column, exact background and calibration, and no receiver noise. It gives no practical detection threshold.</a:t>
            </a:r>
          </a:p>
          <a:p xmlns:a="http://schemas.openxmlformats.org/drawingml/2006/main">
            <a:r>
              <a:t/>
            </a:r>
          </a:p>
          <a:p xmlns:a="http://schemas.openxmlformats.org/drawingml/2006/main">
            <a:r>
              <a:t>Sources</a:t>
            </a:r>
          </a:p>
          <a:p xmlns:a="http://schemas.openxmlformats.org/drawingml/2006/main">
            <a:r>
              <a:t>jpl: https://spec.jpl.nasa.gov/ftp/pub/catalog/c028001.cat</a:t>
            </a:r>
          </a:p>
          <a:p xmlns:a="http://schemas.openxmlformats.org/drawingml/2006/main">
            <a:r>
              <a:t>hitran: https://hitran.org/docs/definitions-and-units/</a:t>
            </a:r>
          </a:p>
          <a:p xmlns:a="http://schemas.openxmlformats.org/drawingml/2006/main">
            <a:r>
              <a:t>numbers: https://github.com/unworthyzeus/THz_ISAC_atmospheric_monitoring/blob/50393b2/results/restart_2026_10_14/co_line_examples.csv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constant local temperature and pressure, tau_c(f,l)=sigma_c(f) times the accumulated column N_c(l). Here N_c is zero before 20 m, increases inside the cloud, and stops changing beyond 40 m. More distance after the cloud still increases geometric and background atmospheric loss. Receivers all beyond the cloud see the same chemical column in this ideal setup. A microdecibel is 0.000001 dB. For truly nested paths in a stationary medium, differentiating optical depth with respect to l gives the local absorption coefficient. That derivative does not apply to arbitrary different paths or a changing cloud. Concentration and cloud thickness are not individually determined from a single integrated column.</a:t>
            </a:r>
          </a:p>
          <a:p xmlns:a="http://schemas.openxmlformats.org/drawingml/2006/main">
            <a:r>
              <a:t/>
            </a:r>
          </a:p>
          <a:p xmlns:a="http://schemas.openxmlformats.org/drawingml/2006/main">
            <a:r>
              <a:t>Sources</a:t>
            </a:r>
          </a:p>
          <a:p xmlns:a="http://schemas.openxmlformats.org/drawingml/2006/main">
            <a:r>
              <a:t>local: https://github.com/unworthyzeus/THz_ISAC_atmospheric_monitoring/blob/50393b2/docs/59_restart_observability_2026_10_14.md</a:t>
            </a:r>
          </a:p>
          <a:p xmlns:a="http://schemas.openxmlformats.org/drawingml/2006/main">
            <a:r>
              <a:t>numbers: https://github.com/unworthyzeus/THz_ISAC_atmospheric_monitoring/blob/50393b2/results/restart_2026_10_14/co_line_examples.csv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displayed values come from the saved CO example. The scenario values are chosen inputs, not field measurements. Temperature is 296 K, pressure is 101325 Pa and water partial pressure is 1000 Pa. The chemical cloud contains 1 ppm excess CO from 20 to 40 m along a horizontal path. At the unshifted 115.271 GHz center, extra loss is 2.889726e-6 dB and the amplitude ratio is 0.999999667308. At 230.538 GHz the corresponding loss is 2.334813e-5 dB. At 345.796 GHz it is 7.966024e-5 dB. The known reference permits numerical recovery of the chosen column. Generation and inversion use the same forward assumptions, so this is an algebraic consistency result rather than an independent physical validation. The main isotopologue, air broadened Voigt approximation omits minor isotopologues, explicit water perturber effects and non-Voigt corrections. No practical sensitivity or detection limit follows from these numbers.</a:t>
            </a:r>
          </a:p>
          <a:p xmlns:a="http://schemas.openxmlformats.org/drawingml/2006/main">
            <a:r>
              <a:t/>
            </a:r>
          </a:p>
          <a:p xmlns:a="http://schemas.openxmlformats.org/drawingml/2006/main">
            <a:r>
              <a:t>Sources</a:t>
            </a:r>
          </a:p>
          <a:p xmlns:a="http://schemas.openxmlformats.org/drawingml/2006/main">
            <a:r>
              <a:t>numbers: https://github.com/unworthyzeus/THz_ISAC_atmospheric_monitoring/blob/50393b2/results/restart_2026_10_14/co_line_examples.csv</a:t>
            </a:r>
          </a:p>
          <a:p xmlns:a="http://schemas.openxmlformats.org/drawingml/2006/main">
            <a:r>
              <a:t>hitran: https://hitran.org/docs/definitions-and-units/</a:t>
            </a:r>
          </a:p>
          <a:p xmlns:a="http://schemas.openxmlformats.org/drawingml/2006/main">
            <a:r>
              <a:t>itu: https://www.itu.int/dms_pubrec/itu-r/rec/p/R-REC-P.676-13-202208-I!!PDF-E.pdf</a:t>
            </a:r>
          </a:p>
          <a:p xmlns:a="http://schemas.openxmlformats.org/drawingml/2006/main">
            <a:r>
              <a:t>local: https://github.com/unworthyzeus/THz_ISAC_atmospheric_monitoring/blob/50393b2/docs/59_restart_observability_2026_10_14.md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Knowledge of a well studied atmospheric law is not the same as knowledge of the atmosphere at acquisition time. The background needs temperature, pressure and humidity along the relevant ray. P.676 Annex 1 covers oxygen and water based gas attenuation up to 1000 GHz, with specified continuum terms, while omitting some minor species. Avoid double counting oxygen, water and continuum absorption by adding overlapping models. Geometry and instrument response also affect measured h. If the target already exists in the reference, the observable is a change from its reference column. To turn a column into a uniform concentration, cloud length must be known. These issues remain even if additive receiver noise is zero.</a:t>
            </a:r>
          </a:p>
          <a:p xmlns:a="http://schemas.openxmlformats.org/drawingml/2006/main">
            <a:r>
              <a:t/>
            </a:r>
          </a:p>
          <a:p xmlns:a="http://schemas.openxmlformats.org/drawingml/2006/main">
            <a:r>
              <a:t>Sources</a:t>
            </a:r>
          </a:p>
          <a:p xmlns:a="http://schemas.openxmlformats.org/drawingml/2006/main">
            <a:r>
              <a:t>itu: https://www.itu.int/dms_pubrec/itu-r/rec/p/R-REC-P.676-13-202208-I!!PDF-E.pdf</a:t>
            </a:r>
          </a:p>
          <a:p xmlns:a="http://schemas.openxmlformats.org/drawingml/2006/main">
            <a:r>
              <a:t>hitran: https://hitran.org/docs/definitions-and-units/</a:t>
            </a:r>
          </a:p>
          <a:p xmlns:a="http://schemas.openxmlformats.org/drawingml/2006/main">
            <a:r>
              <a:t>local: https://github.com/unworthyzeus/THz_ISAC_atmospheric_monitoring/blob/50393b2/docs/59_restart_observability_2026_10_14.md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overall objective is a defensible classification of which chemicals the system can distinguish in the specified band. For a local parameterized model, delta r = J_m delta theta_m + s_c delta N_c. CO is locally distinguishable when its response s_c lies outside the span of uncertain atmospheric responses J_m. With multiple gases, their columns must remain independent after accounting for nuisance responses. This local rank condition does not establish global uniqueness for a nonlinear model. Under exact arithmetic, exact forward knowledge and no receiver noise, arbitrarily small nonzero distinct responses are observable in principle. A finite operational concentration limit needs measurement precision, calibration, environmental uncertainty and a decision criterion. Nonzero extrapolated line wings alone do not certify practical detectability, and absence of an entry in one catalog does not prove a species has no response.</a:t>
            </a:r>
          </a:p>
          <a:p xmlns:a="http://schemas.openxmlformats.org/drawingml/2006/main">
            <a:r>
              <a:t/>
            </a:r>
          </a:p>
          <a:p xmlns:a="http://schemas.openxmlformats.org/drawingml/2006/main">
            <a:r>
              <a:t>Sources</a:t>
            </a:r>
          </a:p>
          <a:p xmlns:a="http://schemas.openxmlformats.org/drawingml/2006/main">
            <a:r>
              <a:t>local: https://github.com/unworthyzeus/THz_ISAC_atmospheric_monitoring/blob/50393b2/docs/59_restart_observability_2026_10_14.md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immediate meeting decision is how the experiment obtains the background reference. A controlled reference acquisition can isolate an enhancement if the atmosphere, geometry and hardware remain matched. A modeled reference needs explicitly constrained atmospheric and calibration parameters. The next CO calculation should vary those uncertain quantities and examine whether the CO response remains distinct. After this single gas case, apply the same reasoning to other named gases individually, then mixtures. Angular dependence follows once path geometry is settled. This presentation does not carry forward the old proposal tasks or detector performance claims.</a:t>
            </a:r>
          </a:p>
          <a:p xmlns:a="http://schemas.openxmlformats.org/drawingml/2006/main">
            <a:r>
              <a:t/>
            </a:r>
          </a:p>
          <a:p xmlns:a="http://schemas.openxmlformats.org/drawingml/2006/main">
            <a:r>
              <a:t>Sources</a:t>
            </a:r>
          </a:p>
          <a:p xmlns:a="http://schemas.openxmlformats.org/drawingml/2006/main">
            <a:r>
              <a:t>local: https://github.com/unworthyzeus/THz_ISAC_atmospheric_monitoring/blob/50393b2/docs/59_restart_observability_2026_10_14.md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rigid rotor gives an instructive approximation for CO rotational levels. B is in Hz and h_P is Planck constant. Allowed absorption changes J to J+1, so frequency is near 2B(J+1), with centrifugal distortion corrections required for accurate line positions. The cross section is the sum of integrated strengths times normalized profiles. In this formula S and V use a common frequency convention. HITRAN itself uses wavenumber, with f in GHz = 29.9792458 times wavenumber in cm^-1. A change of integration variable requires consistent strength and profile normalization. Number density times cross section gives a local absorption coefficient. Its integral gives optical depth. Power follows exp(-tau); amplitude follows exp(-tau/2). For uniform temperature and pressure, the cross section can be taken outside the path integral and the unknown becomes the molecular column. The first example fixes temperature at HITRAN reference 296 K. Other temperatures require line intensity population and partition function corrections.</a:t>
            </a:r>
          </a:p>
          <a:p xmlns:a="http://schemas.openxmlformats.org/drawingml/2006/main">
            <a:r>
              <a:t/>
            </a:r>
          </a:p>
          <a:p xmlns:a="http://schemas.openxmlformats.org/drawingml/2006/main">
            <a:r>
              <a:t>Sources</a:t>
            </a:r>
          </a:p>
          <a:p xmlns:a="http://schemas.openxmlformats.org/drawingml/2006/main">
            <a:r>
              <a:t>rotor: https://www.nist.gov/pml/diatomic-spectral-database/diatomic-spectral-database-1s-ground-state-molecules</a:t>
            </a:r>
          </a:p>
          <a:p xmlns:a="http://schemas.openxmlformats.org/drawingml/2006/main">
            <a:r>
              <a:t>hitran: https://hitran.org/docs/definitions-and-units/</a:t>
            </a:r>
          </a:p>
          <a:p xmlns:a="http://schemas.openxmlformats.org/drawingml/2006/main">
            <a:r>
              <a:t>beer: https://hitran.org/docs/cross-sections-definitions/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linked project note records the complete derivation, scientific assumptions and executable CO example. The numerical sources were downloaded and checked on October 14, 2026. The simulation uses real spectroscopic parameters with a chosen environmental scenario. References in individual notes identify which sources support each slide. Additional reading covers water vapor continuum, collision induced absorption and the rigid rotor correction terms.</a:t>
            </a:r>
          </a:p>
          <a:p xmlns:a="http://schemas.openxmlformats.org/drawingml/2006/main">
            <a:r>
              <a:t/>
            </a:r>
          </a:p>
          <a:p xmlns:a="http://schemas.openxmlformats.org/drawingml/2006/main">
            <a:r>
              <a:t>Sources</a:t>
            </a:r>
          </a:p>
          <a:p xmlns:a="http://schemas.openxmlformats.org/drawingml/2006/main">
            <a:r>
              <a:t>hitran: https://hitran.org/docs/definitions-and-units/</a:t>
            </a:r>
          </a:p>
          <a:p xmlns:a="http://schemas.openxmlformats.org/drawingml/2006/main">
            <a:r>
              <a:t>hapi: https://hitran.org/hapi/</a:t>
            </a:r>
          </a:p>
          <a:p xmlns:a="http://schemas.openxmlformats.org/drawingml/2006/main">
            <a:r>
              <a:t>jpl: https://spec.jpl.nasa.gov/ftp/pub/catalog/c028001.cat</a:t>
            </a:r>
          </a:p>
          <a:p xmlns:a="http://schemas.openxmlformats.org/drawingml/2006/main">
            <a:r>
              <a:t>itu: https://www.itu.int/dms_pubrec/itu-r/rec/p/R-REC-P.676-13-202208-I!!PDF-E.pdf</a:t>
            </a:r>
          </a:p>
          <a:p xmlns:a="http://schemas.openxmlformats.org/drawingml/2006/main">
            <a:r>
              <a:t>nist: https://physics.nist.gov/Pubs/AtSpec/node20.html</a:t>
            </a:r>
          </a:p>
          <a:p xmlns:a="http://schemas.openxmlformats.org/drawingml/2006/main">
            <a:r>
              <a:t>rotor: https://www.nist.gov/pml/diatomic-spectral-database/diatomic-spectral-database-1s-ground-state-molecules</a:t>
            </a:r>
          </a:p>
          <a:p xmlns:a="http://schemas.openxmlformats.org/drawingml/2006/main">
            <a:r>
              <a:t>continuum: https://hitran.org/mtckd/</a:t>
            </a:r>
          </a:p>
          <a:p xmlns:a="http://schemas.openxmlformats.org/drawingml/2006/main">
            <a:r>
              <a:t>cia: https://hitran.org/cia/</a:t>
            </a:r>
          </a:p>
          <a:p xmlns:a="http://schemas.openxmlformats.org/drawingml/2006/main">
            <a:r>
              <a:t>local: https://github.com/unworthyzeus/THz_ISAC_atmospheric_monitoring/blob/50393b2/docs/59_restart_observability_2026_10_14.md</a:t>
            </a:r>
          </a:p>
          <a:p xmlns:a="http://schemas.openxmlformats.org/drawingml/2006/main">
            <a:r>
              <a:t>numbers: https://github.com/unworthyzeus/THz_ISAC_atmospheric_monitoring/blob/50393b2/results/restart_2026_10_14/co_line_examples.csv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071d12d3ef485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9ef4591f49d40f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65d1769fee473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6f1bac21a98470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320120648fb462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955e93e66cf4a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8E5F69-E6AD-4A71-B5C7-F3203A08EE7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C6A7D0D-E3DB-446A-A5B9-136EB76E131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5D5D5F8-F1FB-4E2C-8084-E58BC3BD69C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D4F42A-7687-4FB7-9A9A-01A9214B84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6A7B697-DC5B-49BA-BB85-0C49FB846C4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60862F7-7456-49E8-9B76-C6314191FE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2B253C-A55E-4AC2-ACED-5C396FD2ADA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C75638-B0E9-4938-AD0B-4D580EBA204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82CD74-8883-4D27-BD31-EACF45C090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D434628-3B5F-4D8C-8981-C4FB2D3047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5b5b97b85c4819" /><Relationship Type="http://schemas.openxmlformats.org/officeDocument/2006/relationships/slideLayout" Target="/ppt/slideLayouts/slideLayout1.xml" Id="R4ff706e2501c4c92" /><Relationship Type="http://schemas.openxmlformats.org/officeDocument/2006/relationships/slideLayout" Target="/ppt/slideLayouts/slideLayout2.xml" Id="R6010be503a9b4ceb" /><Relationship Type="http://schemas.openxmlformats.org/officeDocument/2006/relationships/slideLayout" Target="/ppt/slideLayouts/slideLayout3.xml" Id="R7405fc29ea48495a" /><Relationship Type="http://schemas.openxmlformats.org/officeDocument/2006/relationships/slideLayout" Target="/ppt/slideLayouts/slideLayout4.xml" Id="Ra0b3828756b740c8" /><Relationship Type="http://schemas.openxmlformats.org/officeDocument/2006/relationships/slideLayout" Target="/ppt/slideLayouts/slideLayout5.xml" Id="R7824056d799c4eac" /><Relationship Type="http://schemas.openxmlformats.org/officeDocument/2006/relationships/slideLayout" Target="/ppt/slideLayouts/slideLayout6.xml" Id="Rf4f5a8abb77c4d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f706e2501c4c92"/>
    <p:sldLayoutId xmlns:r="http://schemas.openxmlformats.org/officeDocument/2006/relationships" id="2147483650" r:id="R6010be503a9b4ceb"/>
    <p:sldLayoutId xmlns:r="http://schemas.openxmlformats.org/officeDocument/2006/relationships" id="2147483651" r:id="R7405fc29ea48495a"/>
    <p:sldLayoutId xmlns:r="http://schemas.openxmlformats.org/officeDocument/2006/relationships" id="2147483652" r:id="Ra0b3828756b740c8"/>
    <p:sldLayoutId xmlns:r="http://schemas.openxmlformats.org/officeDocument/2006/relationships" id="2147483653" r:id="R7824056d799c4eac"/>
    <p:sldLayoutId xmlns:r="http://schemas.openxmlformats.org/officeDocument/2006/relationships" id="2147483654" r:id="Rf4f5a8abb77c4d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078278930134be5" /><Relationship Type="http://schemas.openxmlformats.org/officeDocument/2006/relationships/image" Target="/ppt/media/image.png" Id="Re989d4d9cc1f4bbb" /><Relationship Type="http://schemas.openxmlformats.org/officeDocument/2006/relationships/notesSlide" Target="/ppt/notesSlides/notesSlide1.xml" Id="Rdccc92537f5b4a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5ffda5980ed441f" /><Relationship Type="http://schemas.openxmlformats.org/officeDocument/2006/relationships/notesSlide" Target="/ppt/notesSlides/notesSlide2.xml" Id="R3b18bbdd15124d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fa92a59d0da4e10" /><Relationship Type="http://schemas.openxmlformats.org/officeDocument/2006/relationships/notesSlide" Target="/ppt/notesSlides/notesSlide3.xml" Id="R9d96a1591bcd48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02a161495d54d3b" /><Relationship Type="http://schemas.openxmlformats.org/officeDocument/2006/relationships/notesSlide" Target="/ppt/notesSlides/notesSlide4.xml" Id="Rb8dd8d584b5249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14d2277fead44ce" /><Relationship Type="http://schemas.openxmlformats.org/officeDocument/2006/relationships/notesSlide" Target="/ppt/notesSlides/notesSlide5.xml" Id="Re7aa1a60ac6f42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eeff6e03a7e416a" /><Relationship Type="http://schemas.openxmlformats.org/officeDocument/2006/relationships/chart" Target="/ppt/slides/charts/chart1.xml" Id="Rd633083fbd59425c" /><Relationship Type="http://schemas.openxmlformats.org/officeDocument/2006/relationships/notesSlide" Target="/ppt/notesSlides/notesSlide6.xml" Id="R622db01be9aa42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564d0a94f6c4bb4" /><Relationship Type="http://schemas.openxmlformats.org/officeDocument/2006/relationships/chart" Target="/ppt/slides/charts/chart2.xml" Id="Rc7a0db3fd4884cc8" /><Relationship Type="http://schemas.openxmlformats.org/officeDocument/2006/relationships/notesSlide" Target="/ppt/notesSlides/notesSlide7.xml" Id="Raa9d7ae7152347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3b9941954884773" /><Relationship Type="http://schemas.openxmlformats.org/officeDocument/2006/relationships/chart" Target="/ppt/slides/charts/chart3.xml" Id="R873e6f61e6d94119" /><Relationship Type="http://schemas.openxmlformats.org/officeDocument/2006/relationships/notesSlide" Target="/ppt/notesSlides/notesSlide8.xml" Id="Ra842eb8cab2949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85e5f5df68e480f" /><Relationship Type="http://schemas.openxmlformats.org/officeDocument/2006/relationships/notesSlide" Target="/ppt/notesSlides/notesSlide9.xml" Id="R6171955e84d3410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4bd65770aa946d2" /><Relationship Type="http://schemas.openxmlformats.org/officeDocument/2006/relationships/notesSlide" Target="/ppt/notesSlides/notesSlide10.xml" Id="R2463a734f284403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a57a8270aaf4cee" /><Relationship Type="http://schemas.openxmlformats.org/officeDocument/2006/relationships/notesSlide" Target="/ppt/notesSlides/notesSlide11.xml" Id="R0e2f4138e2064e7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adf7ea662704c2b" /><Relationship Type="http://schemas.openxmlformats.org/officeDocument/2006/relationships/notesSlide" Target="/ppt/notesSlides/notesSlide12.xml" Id="R557cc1a176cf48c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ff9b93c38cf4c56" /><Relationship Type="http://schemas.openxmlformats.org/officeDocument/2006/relationships/notesSlide" Target="/ppt/notesSlides/notesSlide13.xml" Id="R755017549a3249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3b82faeb59843b8" /><Relationship Type="http://schemas.openxmlformats.org/officeDocument/2006/relationships/hyperlink" Target="https://hitran.org/docs/definitions-and-units/" TargetMode="External" Id="R26901044dcc64b93" /><Relationship Type="http://schemas.openxmlformats.org/officeDocument/2006/relationships/hyperlink" Target="https://spec.jpl.nasa.gov/ftp/pub/catalog/c028001.cat" TargetMode="External" Id="Rd946da0aed3741dc" /><Relationship Type="http://schemas.openxmlformats.org/officeDocument/2006/relationships/hyperlink" Target="https://www.itu.int/dms_pubrec/itu-r/rec/p/R-REC-P.676-13-202208-I!!PDF-E.pdf" TargetMode="External" Id="R5c1ea1be2fdf4c35" /><Relationship Type="http://schemas.openxmlformats.org/officeDocument/2006/relationships/hyperlink" Target="https://physics.nist.gov/Pubs/AtSpec/node20.html" TargetMode="External" Id="Rc91fe3d7b474460e" /><Relationship Type="http://schemas.openxmlformats.org/officeDocument/2006/relationships/hyperlink" Target="https://github.com/unworthyzeus/THz_ISAC_atmospheric_monitoring/blob/50393b2/docs/59_restart_observability_2026_10_14.md" TargetMode="External" Id="R7f630e12056e40a4" /><Relationship Type="http://schemas.openxmlformats.org/officeDocument/2006/relationships/notesSlide" Target="/ppt/notesSlides/notesSlide14.xml" Id="Rcb024c36b2534c8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1 atm</c:v>
          </c:tx>
          <c:spPr>
            <a:ln xmlns:a="http://schemas.openxmlformats.org/drawingml/2006/main" w="28575">
              <a:solidFill>
                <a:srgbClr val="B4472B"/>
              </a:solidFill>
            </a:ln>
          </c:spPr>
          <c:marker>
            <c:symbol val="none"/>
          </c:marker>
          <c:xVal>
            <c:numRef>
              <c:f>'Chart Data'!$A$2:$A$802</c:f>
              <c:numCache>
                <c:formatCode>General</c:formatCode>
                <c:ptCount val="801"/>
                <c:pt idx="0">
                  <c:v>105</c:v>
                </c:pt>
                <c:pt idx="1">
                  <c:v>105.025</c:v>
                </c:pt>
                <c:pt idx="2">
                  <c:v>105.05</c:v>
                </c:pt>
                <c:pt idx="3">
                  <c:v>105.075</c:v>
                </c:pt>
                <c:pt idx="4">
                  <c:v>105.1</c:v>
                </c:pt>
                <c:pt idx="5">
                  <c:v>105.125</c:v>
                </c:pt>
                <c:pt idx="6">
                  <c:v>105.15</c:v>
                </c:pt>
                <c:pt idx="7">
                  <c:v>105.175</c:v>
                </c:pt>
                <c:pt idx="8">
                  <c:v>105.2</c:v>
                </c:pt>
                <c:pt idx="9">
                  <c:v>105.225</c:v>
                </c:pt>
                <c:pt idx="10">
                  <c:v>105.25</c:v>
                </c:pt>
                <c:pt idx="11">
                  <c:v>105.275</c:v>
                </c:pt>
                <c:pt idx="12">
                  <c:v>105.3</c:v>
                </c:pt>
                <c:pt idx="13">
                  <c:v>105.325</c:v>
                </c:pt>
                <c:pt idx="14">
                  <c:v>105.35</c:v>
                </c:pt>
                <c:pt idx="15">
                  <c:v>105.375</c:v>
                </c:pt>
                <c:pt idx="16">
                  <c:v>105.4</c:v>
                </c:pt>
                <c:pt idx="17">
                  <c:v>105.425</c:v>
                </c:pt>
                <c:pt idx="18">
                  <c:v>105.45</c:v>
                </c:pt>
                <c:pt idx="19">
                  <c:v>105.475</c:v>
                </c:pt>
                <c:pt idx="20">
                  <c:v>105.5</c:v>
                </c:pt>
                <c:pt idx="21">
                  <c:v>105.525</c:v>
                </c:pt>
                <c:pt idx="22">
                  <c:v>105.55</c:v>
                </c:pt>
                <c:pt idx="23">
                  <c:v>105.575</c:v>
                </c:pt>
                <c:pt idx="24">
                  <c:v>105.6</c:v>
                </c:pt>
                <c:pt idx="25">
                  <c:v>105.625</c:v>
                </c:pt>
                <c:pt idx="26">
                  <c:v>105.65</c:v>
                </c:pt>
                <c:pt idx="27">
                  <c:v>105.675</c:v>
                </c:pt>
                <c:pt idx="28">
                  <c:v>105.7</c:v>
                </c:pt>
                <c:pt idx="29">
                  <c:v>105.725</c:v>
                </c:pt>
                <c:pt idx="30">
                  <c:v>105.75</c:v>
                </c:pt>
                <c:pt idx="31">
                  <c:v>105.775</c:v>
                </c:pt>
                <c:pt idx="32">
                  <c:v>105.8</c:v>
                </c:pt>
                <c:pt idx="33">
                  <c:v>105.825</c:v>
                </c:pt>
                <c:pt idx="34">
                  <c:v>105.85</c:v>
                </c:pt>
                <c:pt idx="35">
                  <c:v>105.875</c:v>
                </c:pt>
                <c:pt idx="36">
                  <c:v>105.9</c:v>
                </c:pt>
                <c:pt idx="37">
                  <c:v>105.925</c:v>
                </c:pt>
                <c:pt idx="38">
                  <c:v>105.95</c:v>
                </c:pt>
                <c:pt idx="39">
                  <c:v>105.975</c:v>
                </c:pt>
                <c:pt idx="40">
                  <c:v>106</c:v>
                </c:pt>
                <c:pt idx="41">
                  <c:v>106.025</c:v>
                </c:pt>
                <c:pt idx="42">
                  <c:v>106.05</c:v>
                </c:pt>
                <c:pt idx="43">
                  <c:v>106.075</c:v>
                </c:pt>
                <c:pt idx="44">
                  <c:v>106.1</c:v>
                </c:pt>
                <c:pt idx="45">
                  <c:v>106.125</c:v>
                </c:pt>
                <c:pt idx="46">
                  <c:v>106.15</c:v>
                </c:pt>
                <c:pt idx="47">
                  <c:v>106.175</c:v>
                </c:pt>
                <c:pt idx="48">
                  <c:v>106.2</c:v>
                </c:pt>
                <c:pt idx="49">
                  <c:v>106.225</c:v>
                </c:pt>
                <c:pt idx="50">
                  <c:v>106.25</c:v>
                </c:pt>
                <c:pt idx="51">
                  <c:v>106.275</c:v>
                </c:pt>
                <c:pt idx="52">
                  <c:v>106.3</c:v>
                </c:pt>
                <c:pt idx="53">
                  <c:v>106.325</c:v>
                </c:pt>
                <c:pt idx="54">
                  <c:v>106.35</c:v>
                </c:pt>
                <c:pt idx="55">
                  <c:v>106.375</c:v>
                </c:pt>
                <c:pt idx="56">
                  <c:v>106.4</c:v>
                </c:pt>
                <c:pt idx="57">
                  <c:v>106.425</c:v>
                </c:pt>
                <c:pt idx="58">
                  <c:v>106.45</c:v>
                </c:pt>
                <c:pt idx="59">
                  <c:v>106.475</c:v>
                </c:pt>
                <c:pt idx="60">
                  <c:v>106.5</c:v>
                </c:pt>
                <c:pt idx="61">
                  <c:v>106.525</c:v>
                </c:pt>
                <c:pt idx="62">
                  <c:v>106.55</c:v>
                </c:pt>
                <c:pt idx="63">
                  <c:v>106.575</c:v>
                </c:pt>
                <c:pt idx="64">
                  <c:v>106.6</c:v>
                </c:pt>
                <c:pt idx="65">
                  <c:v>106.625</c:v>
                </c:pt>
                <c:pt idx="66">
                  <c:v>106.65</c:v>
                </c:pt>
                <c:pt idx="67">
                  <c:v>106.675</c:v>
                </c:pt>
                <c:pt idx="68">
                  <c:v>106.7</c:v>
                </c:pt>
                <c:pt idx="69">
                  <c:v>106.725</c:v>
                </c:pt>
                <c:pt idx="70">
                  <c:v>106.75</c:v>
                </c:pt>
                <c:pt idx="71">
                  <c:v>106.775</c:v>
                </c:pt>
                <c:pt idx="72">
                  <c:v>106.8</c:v>
                </c:pt>
                <c:pt idx="73">
                  <c:v>106.825</c:v>
                </c:pt>
                <c:pt idx="74">
                  <c:v>106.85</c:v>
                </c:pt>
                <c:pt idx="75">
                  <c:v>106.875</c:v>
                </c:pt>
                <c:pt idx="76">
                  <c:v>106.9</c:v>
                </c:pt>
                <c:pt idx="77">
                  <c:v>106.925</c:v>
                </c:pt>
                <c:pt idx="78">
                  <c:v>106.95</c:v>
                </c:pt>
                <c:pt idx="79">
                  <c:v>106.975</c:v>
                </c:pt>
                <c:pt idx="80">
                  <c:v>107</c:v>
                </c:pt>
                <c:pt idx="81">
                  <c:v>107.025</c:v>
                </c:pt>
                <c:pt idx="82">
                  <c:v>107.05</c:v>
                </c:pt>
                <c:pt idx="83">
                  <c:v>107.075</c:v>
                </c:pt>
                <c:pt idx="84">
                  <c:v>107.1</c:v>
                </c:pt>
                <c:pt idx="85">
                  <c:v>107.125</c:v>
                </c:pt>
                <c:pt idx="86">
                  <c:v>107.15</c:v>
                </c:pt>
                <c:pt idx="87">
                  <c:v>107.175</c:v>
                </c:pt>
                <c:pt idx="88">
                  <c:v>107.2</c:v>
                </c:pt>
                <c:pt idx="89">
                  <c:v>107.225</c:v>
                </c:pt>
                <c:pt idx="90">
                  <c:v>107.25</c:v>
                </c:pt>
                <c:pt idx="91">
                  <c:v>107.275</c:v>
                </c:pt>
                <c:pt idx="92">
                  <c:v>107.3</c:v>
                </c:pt>
                <c:pt idx="93">
                  <c:v>107.325</c:v>
                </c:pt>
                <c:pt idx="94">
                  <c:v>107.35</c:v>
                </c:pt>
                <c:pt idx="95">
                  <c:v>107.375</c:v>
                </c:pt>
                <c:pt idx="96">
                  <c:v>107.4</c:v>
                </c:pt>
                <c:pt idx="97">
                  <c:v>107.425</c:v>
                </c:pt>
                <c:pt idx="98">
                  <c:v>107.45</c:v>
                </c:pt>
                <c:pt idx="99">
                  <c:v>107.475</c:v>
                </c:pt>
                <c:pt idx="100">
                  <c:v>107.5</c:v>
                </c:pt>
                <c:pt idx="101">
                  <c:v>107.525</c:v>
                </c:pt>
                <c:pt idx="102">
                  <c:v>107.55</c:v>
                </c:pt>
                <c:pt idx="103">
                  <c:v>107.575</c:v>
                </c:pt>
                <c:pt idx="104">
                  <c:v>107.6</c:v>
                </c:pt>
                <c:pt idx="105">
                  <c:v>107.625</c:v>
                </c:pt>
                <c:pt idx="106">
                  <c:v>107.65</c:v>
                </c:pt>
                <c:pt idx="107">
                  <c:v>107.675</c:v>
                </c:pt>
                <c:pt idx="108">
                  <c:v>107.7</c:v>
                </c:pt>
                <c:pt idx="109">
                  <c:v>107.725</c:v>
                </c:pt>
                <c:pt idx="110">
                  <c:v>107.75</c:v>
                </c:pt>
                <c:pt idx="111">
                  <c:v>107.775</c:v>
                </c:pt>
                <c:pt idx="112">
                  <c:v>107.8</c:v>
                </c:pt>
                <c:pt idx="113">
                  <c:v>107.825</c:v>
                </c:pt>
                <c:pt idx="114">
                  <c:v>107.85</c:v>
                </c:pt>
                <c:pt idx="115">
                  <c:v>107.875</c:v>
                </c:pt>
                <c:pt idx="116">
                  <c:v>107.9</c:v>
                </c:pt>
                <c:pt idx="117">
                  <c:v>107.925</c:v>
                </c:pt>
                <c:pt idx="118">
                  <c:v>107.95</c:v>
                </c:pt>
                <c:pt idx="119">
                  <c:v>107.975</c:v>
                </c:pt>
                <c:pt idx="120">
                  <c:v>108</c:v>
                </c:pt>
                <c:pt idx="121">
                  <c:v>108.025</c:v>
                </c:pt>
                <c:pt idx="122">
                  <c:v>108.05</c:v>
                </c:pt>
                <c:pt idx="123">
                  <c:v>108.075</c:v>
                </c:pt>
                <c:pt idx="124">
                  <c:v>108.1</c:v>
                </c:pt>
                <c:pt idx="125">
                  <c:v>108.125</c:v>
                </c:pt>
                <c:pt idx="126">
                  <c:v>108.15</c:v>
                </c:pt>
                <c:pt idx="127">
                  <c:v>108.175</c:v>
                </c:pt>
                <c:pt idx="128">
                  <c:v>108.2</c:v>
                </c:pt>
                <c:pt idx="129">
                  <c:v>108.225</c:v>
                </c:pt>
                <c:pt idx="130">
                  <c:v>108.25</c:v>
                </c:pt>
                <c:pt idx="131">
                  <c:v>108.275</c:v>
                </c:pt>
                <c:pt idx="132">
                  <c:v>108.3</c:v>
                </c:pt>
                <c:pt idx="133">
                  <c:v>108.325</c:v>
                </c:pt>
                <c:pt idx="134">
                  <c:v>108.35</c:v>
                </c:pt>
                <c:pt idx="135">
                  <c:v>108.375</c:v>
                </c:pt>
                <c:pt idx="136">
                  <c:v>108.4</c:v>
                </c:pt>
                <c:pt idx="137">
                  <c:v>108.425</c:v>
                </c:pt>
                <c:pt idx="138">
                  <c:v>108.45</c:v>
                </c:pt>
                <c:pt idx="139">
                  <c:v>108.475</c:v>
                </c:pt>
                <c:pt idx="140">
                  <c:v>108.5</c:v>
                </c:pt>
                <c:pt idx="141">
                  <c:v>108.525</c:v>
                </c:pt>
                <c:pt idx="142">
                  <c:v>108.55</c:v>
                </c:pt>
                <c:pt idx="143">
                  <c:v>108.575</c:v>
                </c:pt>
                <c:pt idx="144">
                  <c:v>108.6</c:v>
                </c:pt>
                <c:pt idx="145">
                  <c:v>108.625</c:v>
                </c:pt>
                <c:pt idx="146">
                  <c:v>108.65</c:v>
                </c:pt>
                <c:pt idx="147">
                  <c:v>108.675</c:v>
                </c:pt>
                <c:pt idx="148">
                  <c:v>108.7</c:v>
                </c:pt>
                <c:pt idx="149">
                  <c:v>108.725</c:v>
                </c:pt>
                <c:pt idx="150">
                  <c:v>108.75</c:v>
                </c:pt>
                <c:pt idx="151">
                  <c:v>108.775</c:v>
                </c:pt>
                <c:pt idx="152">
                  <c:v>108.8</c:v>
                </c:pt>
                <c:pt idx="153">
                  <c:v>108.825</c:v>
                </c:pt>
                <c:pt idx="154">
                  <c:v>108.85</c:v>
                </c:pt>
                <c:pt idx="155">
                  <c:v>108.875</c:v>
                </c:pt>
                <c:pt idx="156">
                  <c:v>108.9</c:v>
                </c:pt>
                <c:pt idx="157">
                  <c:v>108.925</c:v>
                </c:pt>
                <c:pt idx="158">
                  <c:v>108.95</c:v>
                </c:pt>
                <c:pt idx="159">
                  <c:v>108.975</c:v>
                </c:pt>
                <c:pt idx="160">
                  <c:v>109</c:v>
                </c:pt>
                <c:pt idx="161">
                  <c:v>109.025</c:v>
                </c:pt>
                <c:pt idx="162">
                  <c:v>109.05</c:v>
                </c:pt>
                <c:pt idx="163">
                  <c:v>109.075</c:v>
                </c:pt>
                <c:pt idx="164">
                  <c:v>109.1</c:v>
                </c:pt>
                <c:pt idx="165">
                  <c:v>109.125</c:v>
                </c:pt>
                <c:pt idx="166">
                  <c:v>109.15</c:v>
                </c:pt>
                <c:pt idx="167">
                  <c:v>109.175</c:v>
                </c:pt>
                <c:pt idx="168">
                  <c:v>109.2</c:v>
                </c:pt>
                <c:pt idx="169">
                  <c:v>109.225</c:v>
                </c:pt>
                <c:pt idx="170">
                  <c:v>109.25</c:v>
                </c:pt>
                <c:pt idx="171">
                  <c:v>109.275</c:v>
                </c:pt>
                <c:pt idx="172">
                  <c:v>109.3</c:v>
                </c:pt>
                <c:pt idx="173">
                  <c:v>109.325</c:v>
                </c:pt>
                <c:pt idx="174">
                  <c:v>109.35</c:v>
                </c:pt>
                <c:pt idx="175">
                  <c:v>109.375</c:v>
                </c:pt>
                <c:pt idx="176">
                  <c:v>109.4</c:v>
                </c:pt>
                <c:pt idx="177">
                  <c:v>109.425</c:v>
                </c:pt>
                <c:pt idx="178">
                  <c:v>109.45</c:v>
                </c:pt>
                <c:pt idx="179">
                  <c:v>109.475</c:v>
                </c:pt>
                <c:pt idx="180">
                  <c:v>109.5</c:v>
                </c:pt>
                <c:pt idx="181">
                  <c:v>109.525</c:v>
                </c:pt>
                <c:pt idx="182">
                  <c:v>109.55</c:v>
                </c:pt>
                <c:pt idx="183">
                  <c:v>109.575</c:v>
                </c:pt>
                <c:pt idx="184">
                  <c:v>109.6</c:v>
                </c:pt>
                <c:pt idx="185">
                  <c:v>109.625</c:v>
                </c:pt>
                <c:pt idx="186">
                  <c:v>109.65</c:v>
                </c:pt>
                <c:pt idx="187">
                  <c:v>109.675</c:v>
                </c:pt>
                <c:pt idx="188">
                  <c:v>109.7</c:v>
                </c:pt>
                <c:pt idx="189">
                  <c:v>109.725</c:v>
                </c:pt>
                <c:pt idx="190">
                  <c:v>109.75</c:v>
                </c:pt>
                <c:pt idx="191">
                  <c:v>109.775</c:v>
                </c:pt>
                <c:pt idx="192">
                  <c:v>109.8</c:v>
                </c:pt>
                <c:pt idx="193">
                  <c:v>109.825</c:v>
                </c:pt>
                <c:pt idx="194">
                  <c:v>109.85</c:v>
                </c:pt>
                <c:pt idx="195">
                  <c:v>109.875</c:v>
                </c:pt>
                <c:pt idx="196">
                  <c:v>109.9</c:v>
                </c:pt>
                <c:pt idx="197">
                  <c:v>109.925</c:v>
                </c:pt>
                <c:pt idx="198">
                  <c:v>109.95</c:v>
                </c:pt>
                <c:pt idx="199">
                  <c:v>109.975</c:v>
                </c:pt>
                <c:pt idx="200">
                  <c:v>110</c:v>
                </c:pt>
                <c:pt idx="201">
                  <c:v>110.025</c:v>
                </c:pt>
                <c:pt idx="202">
                  <c:v>110.05</c:v>
                </c:pt>
                <c:pt idx="203">
                  <c:v>110.075</c:v>
                </c:pt>
                <c:pt idx="204">
                  <c:v>110.1</c:v>
                </c:pt>
                <c:pt idx="205">
                  <c:v>110.125</c:v>
                </c:pt>
                <c:pt idx="206">
                  <c:v>110.15</c:v>
                </c:pt>
                <c:pt idx="207">
                  <c:v>110.175</c:v>
                </c:pt>
                <c:pt idx="208">
                  <c:v>110.2</c:v>
                </c:pt>
                <c:pt idx="209">
                  <c:v>110.225</c:v>
                </c:pt>
                <c:pt idx="210">
                  <c:v>110.25</c:v>
                </c:pt>
                <c:pt idx="211">
                  <c:v>110.275</c:v>
                </c:pt>
                <c:pt idx="212">
                  <c:v>110.3</c:v>
                </c:pt>
                <c:pt idx="213">
                  <c:v>110.325</c:v>
                </c:pt>
                <c:pt idx="214">
                  <c:v>110.35</c:v>
                </c:pt>
                <c:pt idx="215">
                  <c:v>110.375</c:v>
                </c:pt>
                <c:pt idx="216">
                  <c:v>110.4</c:v>
                </c:pt>
                <c:pt idx="217">
                  <c:v>110.425</c:v>
                </c:pt>
                <c:pt idx="218">
                  <c:v>110.45</c:v>
                </c:pt>
                <c:pt idx="219">
                  <c:v>110.475</c:v>
                </c:pt>
                <c:pt idx="220">
                  <c:v>110.5</c:v>
                </c:pt>
                <c:pt idx="221">
                  <c:v>110.525</c:v>
                </c:pt>
                <c:pt idx="222">
                  <c:v>110.55</c:v>
                </c:pt>
                <c:pt idx="223">
                  <c:v>110.575</c:v>
                </c:pt>
                <c:pt idx="224">
                  <c:v>110.6</c:v>
                </c:pt>
                <c:pt idx="225">
                  <c:v>110.625</c:v>
                </c:pt>
                <c:pt idx="226">
                  <c:v>110.65</c:v>
                </c:pt>
                <c:pt idx="227">
                  <c:v>110.675</c:v>
                </c:pt>
                <c:pt idx="228">
                  <c:v>110.7</c:v>
                </c:pt>
                <c:pt idx="229">
                  <c:v>110.725</c:v>
                </c:pt>
                <c:pt idx="230">
                  <c:v>110.75</c:v>
                </c:pt>
                <c:pt idx="231">
                  <c:v>110.775</c:v>
                </c:pt>
                <c:pt idx="232">
                  <c:v>110.8</c:v>
                </c:pt>
                <c:pt idx="233">
                  <c:v>110.825</c:v>
                </c:pt>
                <c:pt idx="234">
                  <c:v>110.85</c:v>
                </c:pt>
                <c:pt idx="235">
                  <c:v>110.875</c:v>
                </c:pt>
                <c:pt idx="236">
                  <c:v>110.9</c:v>
                </c:pt>
                <c:pt idx="237">
                  <c:v>110.925</c:v>
                </c:pt>
                <c:pt idx="238">
                  <c:v>110.95</c:v>
                </c:pt>
                <c:pt idx="239">
                  <c:v>110.975</c:v>
                </c:pt>
                <c:pt idx="240">
                  <c:v>111</c:v>
                </c:pt>
                <c:pt idx="241">
                  <c:v>111.025</c:v>
                </c:pt>
                <c:pt idx="242">
                  <c:v>111.05</c:v>
                </c:pt>
                <c:pt idx="243">
                  <c:v>111.075</c:v>
                </c:pt>
                <c:pt idx="244">
                  <c:v>111.1</c:v>
                </c:pt>
                <c:pt idx="245">
                  <c:v>111.125</c:v>
                </c:pt>
                <c:pt idx="246">
                  <c:v>111.15</c:v>
                </c:pt>
                <c:pt idx="247">
                  <c:v>111.175</c:v>
                </c:pt>
                <c:pt idx="248">
                  <c:v>111.2</c:v>
                </c:pt>
                <c:pt idx="249">
                  <c:v>111.225</c:v>
                </c:pt>
                <c:pt idx="250">
                  <c:v>111.25</c:v>
                </c:pt>
                <c:pt idx="251">
                  <c:v>111.275</c:v>
                </c:pt>
                <c:pt idx="252">
                  <c:v>111.3</c:v>
                </c:pt>
                <c:pt idx="253">
                  <c:v>111.325</c:v>
                </c:pt>
                <c:pt idx="254">
                  <c:v>111.35</c:v>
                </c:pt>
                <c:pt idx="255">
                  <c:v>111.375</c:v>
                </c:pt>
                <c:pt idx="256">
                  <c:v>111.4</c:v>
                </c:pt>
                <c:pt idx="257">
                  <c:v>111.425</c:v>
                </c:pt>
                <c:pt idx="258">
                  <c:v>111.45</c:v>
                </c:pt>
                <c:pt idx="259">
                  <c:v>111.475</c:v>
                </c:pt>
                <c:pt idx="260">
                  <c:v>111.5</c:v>
                </c:pt>
                <c:pt idx="261">
                  <c:v>111.525</c:v>
                </c:pt>
                <c:pt idx="262">
                  <c:v>111.55</c:v>
                </c:pt>
                <c:pt idx="263">
                  <c:v>111.575</c:v>
                </c:pt>
                <c:pt idx="264">
                  <c:v>111.6</c:v>
                </c:pt>
                <c:pt idx="265">
                  <c:v>111.625</c:v>
                </c:pt>
                <c:pt idx="266">
                  <c:v>111.65</c:v>
                </c:pt>
                <c:pt idx="267">
                  <c:v>111.675</c:v>
                </c:pt>
                <c:pt idx="268">
                  <c:v>111.7</c:v>
                </c:pt>
                <c:pt idx="269">
                  <c:v>111.725</c:v>
                </c:pt>
                <c:pt idx="270">
                  <c:v>111.75</c:v>
                </c:pt>
                <c:pt idx="271">
                  <c:v>111.775</c:v>
                </c:pt>
                <c:pt idx="272">
                  <c:v>111.8</c:v>
                </c:pt>
                <c:pt idx="273">
                  <c:v>111.825</c:v>
                </c:pt>
                <c:pt idx="274">
                  <c:v>111.85</c:v>
                </c:pt>
                <c:pt idx="275">
                  <c:v>111.875</c:v>
                </c:pt>
                <c:pt idx="276">
                  <c:v>111.9</c:v>
                </c:pt>
                <c:pt idx="277">
                  <c:v>111.925</c:v>
                </c:pt>
                <c:pt idx="278">
                  <c:v>111.95</c:v>
                </c:pt>
                <c:pt idx="279">
                  <c:v>111.975</c:v>
                </c:pt>
                <c:pt idx="280">
                  <c:v>112</c:v>
                </c:pt>
                <c:pt idx="281">
                  <c:v>112.025</c:v>
                </c:pt>
                <c:pt idx="282">
                  <c:v>112.05</c:v>
                </c:pt>
                <c:pt idx="283">
                  <c:v>112.075</c:v>
                </c:pt>
                <c:pt idx="284">
                  <c:v>112.1</c:v>
                </c:pt>
                <c:pt idx="285">
                  <c:v>112.125</c:v>
                </c:pt>
                <c:pt idx="286">
                  <c:v>112.15</c:v>
                </c:pt>
                <c:pt idx="287">
                  <c:v>112.175</c:v>
                </c:pt>
                <c:pt idx="288">
                  <c:v>112.2</c:v>
                </c:pt>
                <c:pt idx="289">
                  <c:v>112.225</c:v>
                </c:pt>
                <c:pt idx="290">
                  <c:v>112.25</c:v>
                </c:pt>
                <c:pt idx="291">
                  <c:v>112.275</c:v>
                </c:pt>
                <c:pt idx="292">
                  <c:v>112.3</c:v>
                </c:pt>
                <c:pt idx="293">
                  <c:v>112.325</c:v>
                </c:pt>
                <c:pt idx="294">
                  <c:v>112.35</c:v>
                </c:pt>
                <c:pt idx="295">
                  <c:v>112.375</c:v>
                </c:pt>
                <c:pt idx="296">
                  <c:v>112.4</c:v>
                </c:pt>
                <c:pt idx="297">
                  <c:v>112.425</c:v>
                </c:pt>
                <c:pt idx="298">
                  <c:v>112.45</c:v>
                </c:pt>
                <c:pt idx="299">
                  <c:v>112.475</c:v>
                </c:pt>
                <c:pt idx="300">
                  <c:v>112.5</c:v>
                </c:pt>
                <c:pt idx="301">
                  <c:v>112.525</c:v>
                </c:pt>
                <c:pt idx="302">
                  <c:v>112.55</c:v>
                </c:pt>
                <c:pt idx="303">
                  <c:v>112.575</c:v>
                </c:pt>
                <c:pt idx="304">
                  <c:v>112.6</c:v>
                </c:pt>
                <c:pt idx="305">
                  <c:v>112.625</c:v>
                </c:pt>
                <c:pt idx="306">
                  <c:v>112.65</c:v>
                </c:pt>
                <c:pt idx="307">
                  <c:v>112.675</c:v>
                </c:pt>
                <c:pt idx="308">
                  <c:v>112.7</c:v>
                </c:pt>
                <c:pt idx="309">
                  <c:v>112.725</c:v>
                </c:pt>
                <c:pt idx="310">
                  <c:v>112.75</c:v>
                </c:pt>
                <c:pt idx="311">
                  <c:v>112.775</c:v>
                </c:pt>
                <c:pt idx="312">
                  <c:v>112.8</c:v>
                </c:pt>
                <c:pt idx="313">
                  <c:v>112.825</c:v>
                </c:pt>
                <c:pt idx="314">
                  <c:v>112.85</c:v>
                </c:pt>
                <c:pt idx="315">
                  <c:v>112.875</c:v>
                </c:pt>
                <c:pt idx="316">
                  <c:v>112.9</c:v>
                </c:pt>
                <c:pt idx="317">
                  <c:v>112.925</c:v>
                </c:pt>
                <c:pt idx="318">
                  <c:v>112.95</c:v>
                </c:pt>
                <c:pt idx="319">
                  <c:v>112.975</c:v>
                </c:pt>
                <c:pt idx="320">
                  <c:v>113</c:v>
                </c:pt>
                <c:pt idx="321">
                  <c:v>113.025</c:v>
                </c:pt>
                <c:pt idx="322">
                  <c:v>113.05</c:v>
                </c:pt>
                <c:pt idx="323">
                  <c:v>113.075</c:v>
                </c:pt>
                <c:pt idx="324">
                  <c:v>113.1</c:v>
                </c:pt>
                <c:pt idx="325">
                  <c:v>113.125</c:v>
                </c:pt>
                <c:pt idx="326">
                  <c:v>113.15</c:v>
                </c:pt>
                <c:pt idx="327">
                  <c:v>113.175</c:v>
                </c:pt>
                <c:pt idx="328">
                  <c:v>113.2</c:v>
                </c:pt>
                <c:pt idx="329">
                  <c:v>113.225</c:v>
                </c:pt>
                <c:pt idx="330">
                  <c:v>113.25</c:v>
                </c:pt>
                <c:pt idx="331">
                  <c:v>113.275</c:v>
                </c:pt>
                <c:pt idx="332">
                  <c:v>113.3</c:v>
                </c:pt>
                <c:pt idx="333">
                  <c:v>113.325</c:v>
                </c:pt>
                <c:pt idx="334">
                  <c:v>113.35</c:v>
                </c:pt>
                <c:pt idx="335">
                  <c:v>113.375</c:v>
                </c:pt>
                <c:pt idx="336">
                  <c:v>113.4</c:v>
                </c:pt>
                <c:pt idx="337">
                  <c:v>113.425</c:v>
                </c:pt>
                <c:pt idx="338">
                  <c:v>113.45</c:v>
                </c:pt>
                <c:pt idx="339">
                  <c:v>113.475</c:v>
                </c:pt>
                <c:pt idx="340">
                  <c:v>113.5</c:v>
                </c:pt>
                <c:pt idx="341">
                  <c:v>113.525</c:v>
                </c:pt>
                <c:pt idx="342">
                  <c:v>113.55</c:v>
                </c:pt>
                <c:pt idx="343">
                  <c:v>113.575</c:v>
                </c:pt>
                <c:pt idx="344">
                  <c:v>113.6</c:v>
                </c:pt>
                <c:pt idx="345">
                  <c:v>113.625</c:v>
                </c:pt>
                <c:pt idx="346">
                  <c:v>113.65</c:v>
                </c:pt>
                <c:pt idx="347">
                  <c:v>113.675</c:v>
                </c:pt>
                <c:pt idx="348">
                  <c:v>113.7</c:v>
                </c:pt>
                <c:pt idx="349">
                  <c:v>113.725</c:v>
                </c:pt>
                <c:pt idx="350">
                  <c:v>113.75</c:v>
                </c:pt>
                <c:pt idx="351">
                  <c:v>113.775</c:v>
                </c:pt>
                <c:pt idx="352">
                  <c:v>113.8</c:v>
                </c:pt>
                <c:pt idx="353">
                  <c:v>113.825</c:v>
                </c:pt>
                <c:pt idx="354">
                  <c:v>113.85</c:v>
                </c:pt>
                <c:pt idx="355">
                  <c:v>113.875</c:v>
                </c:pt>
                <c:pt idx="356">
                  <c:v>113.9</c:v>
                </c:pt>
                <c:pt idx="357">
                  <c:v>113.925</c:v>
                </c:pt>
                <c:pt idx="358">
                  <c:v>113.95</c:v>
                </c:pt>
                <c:pt idx="359">
                  <c:v>113.975</c:v>
                </c:pt>
                <c:pt idx="360">
                  <c:v>114</c:v>
                </c:pt>
                <c:pt idx="361">
                  <c:v>114.025</c:v>
                </c:pt>
                <c:pt idx="362">
                  <c:v>114.05</c:v>
                </c:pt>
                <c:pt idx="363">
                  <c:v>114.075</c:v>
                </c:pt>
                <c:pt idx="364">
                  <c:v>114.1</c:v>
                </c:pt>
                <c:pt idx="365">
                  <c:v>114.125</c:v>
                </c:pt>
                <c:pt idx="366">
                  <c:v>114.15</c:v>
                </c:pt>
                <c:pt idx="367">
                  <c:v>114.175</c:v>
                </c:pt>
                <c:pt idx="368">
                  <c:v>114.2</c:v>
                </c:pt>
                <c:pt idx="369">
                  <c:v>114.225</c:v>
                </c:pt>
                <c:pt idx="370">
                  <c:v>114.25</c:v>
                </c:pt>
                <c:pt idx="371">
                  <c:v>114.275</c:v>
                </c:pt>
                <c:pt idx="372">
                  <c:v>114.3</c:v>
                </c:pt>
                <c:pt idx="373">
                  <c:v>114.325</c:v>
                </c:pt>
                <c:pt idx="374">
                  <c:v>114.35</c:v>
                </c:pt>
                <c:pt idx="375">
                  <c:v>114.375</c:v>
                </c:pt>
                <c:pt idx="376">
                  <c:v>114.4</c:v>
                </c:pt>
                <c:pt idx="377">
                  <c:v>114.425</c:v>
                </c:pt>
                <c:pt idx="378">
                  <c:v>114.45</c:v>
                </c:pt>
                <c:pt idx="379">
                  <c:v>114.475</c:v>
                </c:pt>
                <c:pt idx="380">
                  <c:v>114.5</c:v>
                </c:pt>
                <c:pt idx="381">
                  <c:v>114.525</c:v>
                </c:pt>
                <c:pt idx="382">
                  <c:v>114.55</c:v>
                </c:pt>
                <c:pt idx="383">
                  <c:v>114.575</c:v>
                </c:pt>
                <c:pt idx="384">
                  <c:v>114.6</c:v>
                </c:pt>
                <c:pt idx="385">
                  <c:v>114.625</c:v>
                </c:pt>
                <c:pt idx="386">
                  <c:v>114.65</c:v>
                </c:pt>
                <c:pt idx="387">
                  <c:v>114.675</c:v>
                </c:pt>
                <c:pt idx="388">
                  <c:v>114.7</c:v>
                </c:pt>
                <c:pt idx="389">
                  <c:v>114.725</c:v>
                </c:pt>
                <c:pt idx="390">
                  <c:v>114.75</c:v>
                </c:pt>
                <c:pt idx="391">
                  <c:v>114.775</c:v>
                </c:pt>
                <c:pt idx="392">
                  <c:v>114.8</c:v>
                </c:pt>
                <c:pt idx="393">
                  <c:v>114.825</c:v>
                </c:pt>
                <c:pt idx="394">
                  <c:v>114.85</c:v>
                </c:pt>
                <c:pt idx="395">
                  <c:v>114.875</c:v>
                </c:pt>
                <c:pt idx="396">
                  <c:v>114.9</c:v>
                </c:pt>
                <c:pt idx="397">
                  <c:v>114.925</c:v>
                </c:pt>
                <c:pt idx="398">
                  <c:v>114.95</c:v>
                </c:pt>
                <c:pt idx="399">
                  <c:v>114.975</c:v>
                </c:pt>
                <c:pt idx="400">
                  <c:v>115</c:v>
                </c:pt>
                <c:pt idx="401">
                  <c:v>115.025</c:v>
                </c:pt>
                <c:pt idx="402">
                  <c:v>115.05</c:v>
                </c:pt>
                <c:pt idx="403">
                  <c:v>115.075</c:v>
                </c:pt>
                <c:pt idx="404">
                  <c:v>115.1</c:v>
                </c:pt>
                <c:pt idx="405">
                  <c:v>115.125</c:v>
                </c:pt>
                <c:pt idx="406">
                  <c:v>115.15</c:v>
                </c:pt>
                <c:pt idx="407">
                  <c:v>115.175</c:v>
                </c:pt>
                <c:pt idx="408">
                  <c:v>115.2</c:v>
                </c:pt>
                <c:pt idx="409">
                  <c:v>115.225</c:v>
                </c:pt>
                <c:pt idx="410">
                  <c:v>115.25</c:v>
                </c:pt>
                <c:pt idx="411">
                  <c:v>115.275</c:v>
                </c:pt>
                <c:pt idx="412">
                  <c:v>115.3</c:v>
                </c:pt>
                <c:pt idx="413">
                  <c:v>115.325</c:v>
                </c:pt>
                <c:pt idx="414">
                  <c:v>115.35</c:v>
                </c:pt>
                <c:pt idx="415">
                  <c:v>115.375</c:v>
                </c:pt>
                <c:pt idx="416">
                  <c:v>115.4</c:v>
                </c:pt>
                <c:pt idx="417">
                  <c:v>115.425</c:v>
                </c:pt>
                <c:pt idx="418">
                  <c:v>115.45</c:v>
                </c:pt>
                <c:pt idx="419">
                  <c:v>115.475</c:v>
                </c:pt>
                <c:pt idx="420">
                  <c:v>115.5</c:v>
                </c:pt>
                <c:pt idx="421">
                  <c:v>115.525</c:v>
                </c:pt>
                <c:pt idx="422">
                  <c:v>115.55</c:v>
                </c:pt>
                <c:pt idx="423">
                  <c:v>115.575</c:v>
                </c:pt>
                <c:pt idx="424">
                  <c:v>115.6</c:v>
                </c:pt>
                <c:pt idx="425">
                  <c:v>115.625</c:v>
                </c:pt>
                <c:pt idx="426">
                  <c:v>115.65</c:v>
                </c:pt>
                <c:pt idx="427">
                  <c:v>115.675</c:v>
                </c:pt>
                <c:pt idx="428">
                  <c:v>115.7</c:v>
                </c:pt>
                <c:pt idx="429">
                  <c:v>115.725</c:v>
                </c:pt>
                <c:pt idx="430">
                  <c:v>115.75</c:v>
                </c:pt>
                <c:pt idx="431">
                  <c:v>115.775</c:v>
                </c:pt>
                <c:pt idx="432">
                  <c:v>115.8</c:v>
                </c:pt>
                <c:pt idx="433">
                  <c:v>115.825</c:v>
                </c:pt>
                <c:pt idx="434">
                  <c:v>115.85</c:v>
                </c:pt>
                <c:pt idx="435">
                  <c:v>115.875</c:v>
                </c:pt>
                <c:pt idx="436">
                  <c:v>115.9</c:v>
                </c:pt>
                <c:pt idx="437">
                  <c:v>115.925</c:v>
                </c:pt>
                <c:pt idx="438">
                  <c:v>115.95</c:v>
                </c:pt>
                <c:pt idx="439">
                  <c:v>115.975</c:v>
                </c:pt>
                <c:pt idx="440">
                  <c:v>116</c:v>
                </c:pt>
                <c:pt idx="441">
                  <c:v>116.025</c:v>
                </c:pt>
                <c:pt idx="442">
                  <c:v>116.05</c:v>
                </c:pt>
                <c:pt idx="443">
                  <c:v>116.075</c:v>
                </c:pt>
                <c:pt idx="444">
                  <c:v>116.1</c:v>
                </c:pt>
                <c:pt idx="445">
                  <c:v>116.125</c:v>
                </c:pt>
                <c:pt idx="446">
                  <c:v>116.15</c:v>
                </c:pt>
                <c:pt idx="447">
                  <c:v>116.175</c:v>
                </c:pt>
                <c:pt idx="448">
                  <c:v>116.2</c:v>
                </c:pt>
                <c:pt idx="449">
                  <c:v>116.225</c:v>
                </c:pt>
                <c:pt idx="450">
                  <c:v>116.25</c:v>
                </c:pt>
                <c:pt idx="451">
                  <c:v>116.275</c:v>
                </c:pt>
                <c:pt idx="452">
                  <c:v>116.3</c:v>
                </c:pt>
                <c:pt idx="453">
                  <c:v>116.325</c:v>
                </c:pt>
                <c:pt idx="454">
                  <c:v>116.35</c:v>
                </c:pt>
                <c:pt idx="455">
                  <c:v>116.375</c:v>
                </c:pt>
                <c:pt idx="456">
                  <c:v>116.4</c:v>
                </c:pt>
                <c:pt idx="457">
                  <c:v>116.425</c:v>
                </c:pt>
                <c:pt idx="458">
                  <c:v>116.45</c:v>
                </c:pt>
                <c:pt idx="459">
                  <c:v>116.475</c:v>
                </c:pt>
                <c:pt idx="460">
                  <c:v>116.5</c:v>
                </c:pt>
                <c:pt idx="461">
                  <c:v>116.525</c:v>
                </c:pt>
                <c:pt idx="462">
                  <c:v>116.55</c:v>
                </c:pt>
                <c:pt idx="463">
                  <c:v>116.575</c:v>
                </c:pt>
                <c:pt idx="464">
                  <c:v>116.6</c:v>
                </c:pt>
                <c:pt idx="465">
                  <c:v>116.625</c:v>
                </c:pt>
                <c:pt idx="466">
                  <c:v>116.65</c:v>
                </c:pt>
                <c:pt idx="467">
                  <c:v>116.675</c:v>
                </c:pt>
                <c:pt idx="468">
                  <c:v>116.7</c:v>
                </c:pt>
                <c:pt idx="469">
                  <c:v>116.725</c:v>
                </c:pt>
                <c:pt idx="470">
                  <c:v>116.75</c:v>
                </c:pt>
                <c:pt idx="471">
                  <c:v>116.775</c:v>
                </c:pt>
                <c:pt idx="472">
                  <c:v>116.8</c:v>
                </c:pt>
                <c:pt idx="473">
                  <c:v>116.825</c:v>
                </c:pt>
                <c:pt idx="474">
                  <c:v>116.85</c:v>
                </c:pt>
                <c:pt idx="475">
                  <c:v>116.875</c:v>
                </c:pt>
                <c:pt idx="476">
                  <c:v>116.9</c:v>
                </c:pt>
                <c:pt idx="477">
                  <c:v>116.925</c:v>
                </c:pt>
                <c:pt idx="478">
                  <c:v>116.95</c:v>
                </c:pt>
                <c:pt idx="479">
                  <c:v>116.975</c:v>
                </c:pt>
                <c:pt idx="480">
                  <c:v>117</c:v>
                </c:pt>
                <c:pt idx="481">
                  <c:v>117.025</c:v>
                </c:pt>
                <c:pt idx="482">
                  <c:v>117.05</c:v>
                </c:pt>
                <c:pt idx="483">
                  <c:v>117.075</c:v>
                </c:pt>
                <c:pt idx="484">
                  <c:v>117.1</c:v>
                </c:pt>
                <c:pt idx="485">
                  <c:v>117.125</c:v>
                </c:pt>
                <c:pt idx="486">
                  <c:v>117.15</c:v>
                </c:pt>
                <c:pt idx="487">
                  <c:v>117.175</c:v>
                </c:pt>
                <c:pt idx="488">
                  <c:v>117.2</c:v>
                </c:pt>
                <c:pt idx="489">
                  <c:v>117.225</c:v>
                </c:pt>
                <c:pt idx="490">
                  <c:v>117.25</c:v>
                </c:pt>
                <c:pt idx="491">
                  <c:v>117.275</c:v>
                </c:pt>
                <c:pt idx="492">
                  <c:v>117.3</c:v>
                </c:pt>
                <c:pt idx="493">
                  <c:v>117.325</c:v>
                </c:pt>
                <c:pt idx="494">
                  <c:v>117.35</c:v>
                </c:pt>
                <c:pt idx="495">
                  <c:v>117.375</c:v>
                </c:pt>
                <c:pt idx="496">
                  <c:v>117.4</c:v>
                </c:pt>
                <c:pt idx="497">
                  <c:v>117.425</c:v>
                </c:pt>
                <c:pt idx="498">
                  <c:v>117.45</c:v>
                </c:pt>
                <c:pt idx="499">
                  <c:v>117.475</c:v>
                </c:pt>
                <c:pt idx="500">
                  <c:v>117.5</c:v>
                </c:pt>
                <c:pt idx="501">
                  <c:v>117.525</c:v>
                </c:pt>
                <c:pt idx="502">
                  <c:v>117.55</c:v>
                </c:pt>
                <c:pt idx="503">
                  <c:v>117.575</c:v>
                </c:pt>
                <c:pt idx="504">
                  <c:v>117.6</c:v>
                </c:pt>
                <c:pt idx="505">
                  <c:v>117.625</c:v>
                </c:pt>
                <c:pt idx="506">
                  <c:v>117.65</c:v>
                </c:pt>
                <c:pt idx="507">
                  <c:v>117.675</c:v>
                </c:pt>
                <c:pt idx="508">
                  <c:v>117.7</c:v>
                </c:pt>
                <c:pt idx="509">
                  <c:v>117.725</c:v>
                </c:pt>
                <c:pt idx="510">
                  <c:v>117.75</c:v>
                </c:pt>
                <c:pt idx="511">
                  <c:v>117.775</c:v>
                </c:pt>
                <c:pt idx="512">
                  <c:v>117.8</c:v>
                </c:pt>
                <c:pt idx="513">
                  <c:v>117.825</c:v>
                </c:pt>
                <c:pt idx="514">
                  <c:v>117.85</c:v>
                </c:pt>
                <c:pt idx="515">
                  <c:v>117.875</c:v>
                </c:pt>
                <c:pt idx="516">
                  <c:v>117.9</c:v>
                </c:pt>
                <c:pt idx="517">
                  <c:v>117.925</c:v>
                </c:pt>
                <c:pt idx="518">
                  <c:v>117.95</c:v>
                </c:pt>
                <c:pt idx="519">
                  <c:v>117.975</c:v>
                </c:pt>
                <c:pt idx="520">
                  <c:v>118</c:v>
                </c:pt>
                <c:pt idx="521">
                  <c:v>118.025</c:v>
                </c:pt>
                <c:pt idx="522">
                  <c:v>118.05</c:v>
                </c:pt>
                <c:pt idx="523">
                  <c:v>118.075</c:v>
                </c:pt>
                <c:pt idx="524">
                  <c:v>118.1</c:v>
                </c:pt>
                <c:pt idx="525">
                  <c:v>118.125</c:v>
                </c:pt>
                <c:pt idx="526">
                  <c:v>118.15</c:v>
                </c:pt>
                <c:pt idx="527">
                  <c:v>118.175</c:v>
                </c:pt>
                <c:pt idx="528">
                  <c:v>118.2</c:v>
                </c:pt>
                <c:pt idx="529">
                  <c:v>118.225</c:v>
                </c:pt>
                <c:pt idx="530">
                  <c:v>118.25</c:v>
                </c:pt>
                <c:pt idx="531">
                  <c:v>118.275</c:v>
                </c:pt>
                <c:pt idx="532">
                  <c:v>118.3</c:v>
                </c:pt>
                <c:pt idx="533">
                  <c:v>118.325</c:v>
                </c:pt>
                <c:pt idx="534">
                  <c:v>118.35</c:v>
                </c:pt>
                <c:pt idx="535">
                  <c:v>118.375</c:v>
                </c:pt>
                <c:pt idx="536">
                  <c:v>118.4</c:v>
                </c:pt>
                <c:pt idx="537">
                  <c:v>118.425</c:v>
                </c:pt>
                <c:pt idx="538">
                  <c:v>118.45</c:v>
                </c:pt>
                <c:pt idx="539">
                  <c:v>118.475</c:v>
                </c:pt>
                <c:pt idx="540">
                  <c:v>118.5</c:v>
                </c:pt>
                <c:pt idx="541">
                  <c:v>118.525</c:v>
                </c:pt>
                <c:pt idx="542">
                  <c:v>118.55</c:v>
                </c:pt>
                <c:pt idx="543">
                  <c:v>118.575</c:v>
                </c:pt>
                <c:pt idx="544">
                  <c:v>118.6</c:v>
                </c:pt>
                <c:pt idx="545">
                  <c:v>118.625</c:v>
                </c:pt>
                <c:pt idx="546">
                  <c:v>118.65</c:v>
                </c:pt>
                <c:pt idx="547">
                  <c:v>118.675</c:v>
                </c:pt>
                <c:pt idx="548">
                  <c:v>118.7</c:v>
                </c:pt>
                <c:pt idx="549">
                  <c:v>118.725</c:v>
                </c:pt>
                <c:pt idx="550">
                  <c:v>118.75</c:v>
                </c:pt>
                <c:pt idx="551">
                  <c:v>118.775</c:v>
                </c:pt>
                <c:pt idx="552">
                  <c:v>118.8</c:v>
                </c:pt>
                <c:pt idx="553">
                  <c:v>118.825</c:v>
                </c:pt>
                <c:pt idx="554">
                  <c:v>118.85</c:v>
                </c:pt>
                <c:pt idx="555">
                  <c:v>118.875</c:v>
                </c:pt>
                <c:pt idx="556">
                  <c:v>118.9</c:v>
                </c:pt>
                <c:pt idx="557">
                  <c:v>118.925</c:v>
                </c:pt>
                <c:pt idx="558">
                  <c:v>118.95</c:v>
                </c:pt>
                <c:pt idx="559">
                  <c:v>118.975</c:v>
                </c:pt>
                <c:pt idx="560">
                  <c:v>119</c:v>
                </c:pt>
                <c:pt idx="561">
                  <c:v>119.025</c:v>
                </c:pt>
                <c:pt idx="562">
                  <c:v>119.05</c:v>
                </c:pt>
                <c:pt idx="563">
                  <c:v>119.075</c:v>
                </c:pt>
                <c:pt idx="564">
                  <c:v>119.1</c:v>
                </c:pt>
                <c:pt idx="565">
                  <c:v>119.125</c:v>
                </c:pt>
                <c:pt idx="566">
                  <c:v>119.15</c:v>
                </c:pt>
                <c:pt idx="567">
                  <c:v>119.175</c:v>
                </c:pt>
                <c:pt idx="568">
                  <c:v>119.2</c:v>
                </c:pt>
                <c:pt idx="569">
                  <c:v>119.225</c:v>
                </c:pt>
                <c:pt idx="570">
                  <c:v>119.25</c:v>
                </c:pt>
                <c:pt idx="571">
                  <c:v>119.275</c:v>
                </c:pt>
                <c:pt idx="572">
                  <c:v>119.3</c:v>
                </c:pt>
                <c:pt idx="573">
                  <c:v>119.325</c:v>
                </c:pt>
                <c:pt idx="574">
                  <c:v>119.35</c:v>
                </c:pt>
                <c:pt idx="575">
                  <c:v>119.375</c:v>
                </c:pt>
                <c:pt idx="576">
                  <c:v>119.4</c:v>
                </c:pt>
                <c:pt idx="577">
                  <c:v>119.425</c:v>
                </c:pt>
                <c:pt idx="578">
                  <c:v>119.45</c:v>
                </c:pt>
                <c:pt idx="579">
                  <c:v>119.475</c:v>
                </c:pt>
                <c:pt idx="580">
                  <c:v>119.5</c:v>
                </c:pt>
                <c:pt idx="581">
                  <c:v>119.525</c:v>
                </c:pt>
                <c:pt idx="582">
                  <c:v>119.55</c:v>
                </c:pt>
                <c:pt idx="583">
                  <c:v>119.575</c:v>
                </c:pt>
                <c:pt idx="584">
                  <c:v>119.6</c:v>
                </c:pt>
                <c:pt idx="585">
                  <c:v>119.625</c:v>
                </c:pt>
                <c:pt idx="586">
                  <c:v>119.65</c:v>
                </c:pt>
                <c:pt idx="587">
                  <c:v>119.675</c:v>
                </c:pt>
                <c:pt idx="588">
                  <c:v>119.7</c:v>
                </c:pt>
                <c:pt idx="589">
                  <c:v>119.725</c:v>
                </c:pt>
                <c:pt idx="590">
                  <c:v>119.75</c:v>
                </c:pt>
                <c:pt idx="591">
                  <c:v>119.775</c:v>
                </c:pt>
                <c:pt idx="592">
                  <c:v>119.8</c:v>
                </c:pt>
                <c:pt idx="593">
                  <c:v>119.825</c:v>
                </c:pt>
                <c:pt idx="594">
                  <c:v>119.85</c:v>
                </c:pt>
                <c:pt idx="595">
                  <c:v>119.875</c:v>
                </c:pt>
                <c:pt idx="596">
                  <c:v>119.9</c:v>
                </c:pt>
                <c:pt idx="597">
                  <c:v>119.925</c:v>
                </c:pt>
                <c:pt idx="598">
                  <c:v>119.95</c:v>
                </c:pt>
                <c:pt idx="599">
                  <c:v>119.975</c:v>
                </c:pt>
                <c:pt idx="600">
                  <c:v>120</c:v>
                </c:pt>
                <c:pt idx="601">
                  <c:v>120.025</c:v>
                </c:pt>
                <c:pt idx="602">
                  <c:v>120.05</c:v>
                </c:pt>
                <c:pt idx="603">
                  <c:v>120.075</c:v>
                </c:pt>
                <c:pt idx="604">
                  <c:v>120.1</c:v>
                </c:pt>
                <c:pt idx="605">
                  <c:v>120.125</c:v>
                </c:pt>
                <c:pt idx="606">
                  <c:v>120.15</c:v>
                </c:pt>
                <c:pt idx="607">
                  <c:v>120.175</c:v>
                </c:pt>
                <c:pt idx="608">
                  <c:v>120.2</c:v>
                </c:pt>
                <c:pt idx="609">
                  <c:v>120.225</c:v>
                </c:pt>
                <c:pt idx="610">
                  <c:v>120.25</c:v>
                </c:pt>
                <c:pt idx="611">
                  <c:v>120.275</c:v>
                </c:pt>
                <c:pt idx="612">
                  <c:v>120.3</c:v>
                </c:pt>
                <c:pt idx="613">
                  <c:v>120.325</c:v>
                </c:pt>
                <c:pt idx="614">
                  <c:v>120.35</c:v>
                </c:pt>
                <c:pt idx="615">
                  <c:v>120.375</c:v>
                </c:pt>
                <c:pt idx="616">
                  <c:v>120.4</c:v>
                </c:pt>
                <c:pt idx="617">
                  <c:v>120.425</c:v>
                </c:pt>
                <c:pt idx="618">
                  <c:v>120.45</c:v>
                </c:pt>
                <c:pt idx="619">
                  <c:v>120.475</c:v>
                </c:pt>
                <c:pt idx="620">
                  <c:v>120.5</c:v>
                </c:pt>
                <c:pt idx="621">
                  <c:v>120.525</c:v>
                </c:pt>
                <c:pt idx="622">
                  <c:v>120.55</c:v>
                </c:pt>
                <c:pt idx="623">
                  <c:v>120.575</c:v>
                </c:pt>
                <c:pt idx="624">
                  <c:v>120.6</c:v>
                </c:pt>
                <c:pt idx="625">
                  <c:v>120.625</c:v>
                </c:pt>
                <c:pt idx="626">
                  <c:v>120.65</c:v>
                </c:pt>
                <c:pt idx="627">
                  <c:v>120.675</c:v>
                </c:pt>
                <c:pt idx="628">
                  <c:v>120.7</c:v>
                </c:pt>
                <c:pt idx="629">
                  <c:v>120.725</c:v>
                </c:pt>
                <c:pt idx="630">
                  <c:v>120.75</c:v>
                </c:pt>
                <c:pt idx="631">
                  <c:v>120.775</c:v>
                </c:pt>
                <c:pt idx="632">
                  <c:v>120.8</c:v>
                </c:pt>
                <c:pt idx="633">
                  <c:v>120.825</c:v>
                </c:pt>
                <c:pt idx="634">
                  <c:v>120.85</c:v>
                </c:pt>
                <c:pt idx="635">
                  <c:v>120.875</c:v>
                </c:pt>
                <c:pt idx="636">
                  <c:v>120.9</c:v>
                </c:pt>
                <c:pt idx="637">
                  <c:v>120.925</c:v>
                </c:pt>
                <c:pt idx="638">
                  <c:v>120.95</c:v>
                </c:pt>
                <c:pt idx="639">
                  <c:v>120.975</c:v>
                </c:pt>
                <c:pt idx="640">
                  <c:v>121</c:v>
                </c:pt>
                <c:pt idx="641">
                  <c:v>121.025</c:v>
                </c:pt>
                <c:pt idx="642">
                  <c:v>121.05</c:v>
                </c:pt>
                <c:pt idx="643">
                  <c:v>121.075</c:v>
                </c:pt>
                <c:pt idx="644">
                  <c:v>121.1</c:v>
                </c:pt>
                <c:pt idx="645">
                  <c:v>121.125</c:v>
                </c:pt>
                <c:pt idx="646">
                  <c:v>121.15</c:v>
                </c:pt>
                <c:pt idx="647">
                  <c:v>121.175</c:v>
                </c:pt>
                <c:pt idx="648">
                  <c:v>121.2</c:v>
                </c:pt>
                <c:pt idx="649">
                  <c:v>121.225</c:v>
                </c:pt>
                <c:pt idx="650">
                  <c:v>121.25</c:v>
                </c:pt>
                <c:pt idx="651">
                  <c:v>121.275</c:v>
                </c:pt>
                <c:pt idx="652">
                  <c:v>121.3</c:v>
                </c:pt>
                <c:pt idx="653">
                  <c:v>121.325</c:v>
                </c:pt>
                <c:pt idx="654">
                  <c:v>121.35</c:v>
                </c:pt>
                <c:pt idx="655">
                  <c:v>121.375</c:v>
                </c:pt>
                <c:pt idx="656">
                  <c:v>121.4</c:v>
                </c:pt>
                <c:pt idx="657">
                  <c:v>121.425</c:v>
                </c:pt>
                <c:pt idx="658">
                  <c:v>121.45</c:v>
                </c:pt>
                <c:pt idx="659">
                  <c:v>121.475</c:v>
                </c:pt>
                <c:pt idx="660">
                  <c:v>121.5</c:v>
                </c:pt>
                <c:pt idx="661">
                  <c:v>121.525</c:v>
                </c:pt>
                <c:pt idx="662">
                  <c:v>121.55</c:v>
                </c:pt>
                <c:pt idx="663">
                  <c:v>121.575</c:v>
                </c:pt>
                <c:pt idx="664">
                  <c:v>121.6</c:v>
                </c:pt>
                <c:pt idx="665">
                  <c:v>121.625</c:v>
                </c:pt>
                <c:pt idx="666">
                  <c:v>121.65</c:v>
                </c:pt>
                <c:pt idx="667">
                  <c:v>121.675</c:v>
                </c:pt>
                <c:pt idx="668">
                  <c:v>121.7</c:v>
                </c:pt>
                <c:pt idx="669">
                  <c:v>121.725</c:v>
                </c:pt>
                <c:pt idx="670">
                  <c:v>121.75</c:v>
                </c:pt>
                <c:pt idx="671">
                  <c:v>121.775</c:v>
                </c:pt>
                <c:pt idx="672">
                  <c:v>121.8</c:v>
                </c:pt>
                <c:pt idx="673">
                  <c:v>121.825</c:v>
                </c:pt>
                <c:pt idx="674">
                  <c:v>121.85</c:v>
                </c:pt>
                <c:pt idx="675">
                  <c:v>121.875</c:v>
                </c:pt>
                <c:pt idx="676">
                  <c:v>121.9</c:v>
                </c:pt>
                <c:pt idx="677">
                  <c:v>121.925</c:v>
                </c:pt>
                <c:pt idx="678">
                  <c:v>121.95</c:v>
                </c:pt>
                <c:pt idx="679">
                  <c:v>121.975</c:v>
                </c:pt>
                <c:pt idx="680">
                  <c:v>122</c:v>
                </c:pt>
                <c:pt idx="681">
                  <c:v>122.025</c:v>
                </c:pt>
                <c:pt idx="682">
                  <c:v>122.05</c:v>
                </c:pt>
                <c:pt idx="683">
                  <c:v>122.075</c:v>
                </c:pt>
                <c:pt idx="684">
                  <c:v>122.1</c:v>
                </c:pt>
                <c:pt idx="685">
                  <c:v>122.125</c:v>
                </c:pt>
                <c:pt idx="686">
                  <c:v>122.15</c:v>
                </c:pt>
                <c:pt idx="687">
                  <c:v>122.175</c:v>
                </c:pt>
                <c:pt idx="688">
                  <c:v>122.2</c:v>
                </c:pt>
                <c:pt idx="689">
                  <c:v>122.225</c:v>
                </c:pt>
                <c:pt idx="690">
                  <c:v>122.25</c:v>
                </c:pt>
                <c:pt idx="691">
                  <c:v>122.275</c:v>
                </c:pt>
                <c:pt idx="692">
                  <c:v>122.3</c:v>
                </c:pt>
                <c:pt idx="693">
                  <c:v>122.325</c:v>
                </c:pt>
                <c:pt idx="694">
                  <c:v>122.35</c:v>
                </c:pt>
                <c:pt idx="695">
                  <c:v>122.375</c:v>
                </c:pt>
                <c:pt idx="696">
                  <c:v>122.4</c:v>
                </c:pt>
                <c:pt idx="697">
                  <c:v>122.425</c:v>
                </c:pt>
                <c:pt idx="698">
                  <c:v>122.45</c:v>
                </c:pt>
                <c:pt idx="699">
                  <c:v>122.475</c:v>
                </c:pt>
                <c:pt idx="700">
                  <c:v>122.5</c:v>
                </c:pt>
                <c:pt idx="701">
                  <c:v>122.525</c:v>
                </c:pt>
                <c:pt idx="702">
                  <c:v>122.55</c:v>
                </c:pt>
                <c:pt idx="703">
                  <c:v>122.575</c:v>
                </c:pt>
                <c:pt idx="704">
                  <c:v>122.6</c:v>
                </c:pt>
                <c:pt idx="705">
                  <c:v>122.625</c:v>
                </c:pt>
                <c:pt idx="706">
                  <c:v>122.65</c:v>
                </c:pt>
                <c:pt idx="707">
                  <c:v>122.675</c:v>
                </c:pt>
                <c:pt idx="708">
                  <c:v>122.7</c:v>
                </c:pt>
                <c:pt idx="709">
                  <c:v>122.725</c:v>
                </c:pt>
                <c:pt idx="710">
                  <c:v>122.75</c:v>
                </c:pt>
                <c:pt idx="711">
                  <c:v>122.775</c:v>
                </c:pt>
                <c:pt idx="712">
                  <c:v>122.8</c:v>
                </c:pt>
                <c:pt idx="713">
                  <c:v>122.825</c:v>
                </c:pt>
                <c:pt idx="714">
                  <c:v>122.85</c:v>
                </c:pt>
                <c:pt idx="715">
                  <c:v>122.875</c:v>
                </c:pt>
                <c:pt idx="716">
                  <c:v>122.9</c:v>
                </c:pt>
                <c:pt idx="717">
                  <c:v>122.925</c:v>
                </c:pt>
                <c:pt idx="718">
                  <c:v>122.95</c:v>
                </c:pt>
                <c:pt idx="719">
                  <c:v>122.975</c:v>
                </c:pt>
                <c:pt idx="720">
                  <c:v>123</c:v>
                </c:pt>
                <c:pt idx="721">
                  <c:v>123.025</c:v>
                </c:pt>
                <c:pt idx="722">
                  <c:v>123.05</c:v>
                </c:pt>
                <c:pt idx="723">
                  <c:v>123.075</c:v>
                </c:pt>
                <c:pt idx="724">
                  <c:v>123.1</c:v>
                </c:pt>
                <c:pt idx="725">
                  <c:v>123.125</c:v>
                </c:pt>
                <c:pt idx="726">
                  <c:v>123.15</c:v>
                </c:pt>
                <c:pt idx="727">
                  <c:v>123.175</c:v>
                </c:pt>
                <c:pt idx="728">
                  <c:v>123.2</c:v>
                </c:pt>
                <c:pt idx="729">
                  <c:v>123.225</c:v>
                </c:pt>
                <c:pt idx="730">
                  <c:v>123.25</c:v>
                </c:pt>
                <c:pt idx="731">
                  <c:v>123.275</c:v>
                </c:pt>
                <c:pt idx="732">
                  <c:v>123.3</c:v>
                </c:pt>
                <c:pt idx="733">
                  <c:v>123.325</c:v>
                </c:pt>
                <c:pt idx="734">
                  <c:v>123.35</c:v>
                </c:pt>
                <c:pt idx="735">
                  <c:v>123.375</c:v>
                </c:pt>
                <c:pt idx="736">
                  <c:v>123.4</c:v>
                </c:pt>
                <c:pt idx="737">
                  <c:v>123.425</c:v>
                </c:pt>
                <c:pt idx="738">
                  <c:v>123.45</c:v>
                </c:pt>
                <c:pt idx="739">
                  <c:v>123.475</c:v>
                </c:pt>
                <c:pt idx="740">
                  <c:v>123.5</c:v>
                </c:pt>
                <c:pt idx="741">
                  <c:v>123.525</c:v>
                </c:pt>
                <c:pt idx="742">
                  <c:v>123.55</c:v>
                </c:pt>
                <c:pt idx="743">
                  <c:v>123.575</c:v>
                </c:pt>
                <c:pt idx="744">
                  <c:v>123.6</c:v>
                </c:pt>
                <c:pt idx="745">
                  <c:v>123.625</c:v>
                </c:pt>
                <c:pt idx="746">
                  <c:v>123.65</c:v>
                </c:pt>
                <c:pt idx="747">
                  <c:v>123.675</c:v>
                </c:pt>
                <c:pt idx="748">
                  <c:v>123.7</c:v>
                </c:pt>
                <c:pt idx="749">
                  <c:v>123.725</c:v>
                </c:pt>
                <c:pt idx="750">
                  <c:v>123.75</c:v>
                </c:pt>
                <c:pt idx="751">
                  <c:v>123.775</c:v>
                </c:pt>
                <c:pt idx="752">
                  <c:v>123.8</c:v>
                </c:pt>
                <c:pt idx="753">
                  <c:v>123.825</c:v>
                </c:pt>
                <c:pt idx="754">
                  <c:v>123.85</c:v>
                </c:pt>
                <c:pt idx="755">
                  <c:v>123.875</c:v>
                </c:pt>
                <c:pt idx="756">
                  <c:v>123.9</c:v>
                </c:pt>
                <c:pt idx="757">
                  <c:v>123.925</c:v>
                </c:pt>
                <c:pt idx="758">
                  <c:v>123.95</c:v>
                </c:pt>
                <c:pt idx="759">
                  <c:v>123.975</c:v>
                </c:pt>
                <c:pt idx="760">
                  <c:v>124</c:v>
                </c:pt>
                <c:pt idx="761">
                  <c:v>124.025</c:v>
                </c:pt>
                <c:pt idx="762">
                  <c:v>124.05</c:v>
                </c:pt>
                <c:pt idx="763">
                  <c:v>124.075</c:v>
                </c:pt>
                <c:pt idx="764">
                  <c:v>124.1</c:v>
                </c:pt>
                <c:pt idx="765">
                  <c:v>124.125</c:v>
                </c:pt>
                <c:pt idx="766">
                  <c:v>124.15</c:v>
                </c:pt>
                <c:pt idx="767">
                  <c:v>124.175</c:v>
                </c:pt>
                <c:pt idx="768">
                  <c:v>124.2</c:v>
                </c:pt>
                <c:pt idx="769">
                  <c:v>124.225</c:v>
                </c:pt>
                <c:pt idx="770">
                  <c:v>124.25</c:v>
                </c:pt>
                <c:pt idx="771">
                  <c:v>124.275</c:v>
                </c:pt>
                <c:pt idx="772">
                  <c:v>124.3</c:v>
                </c:pt>
                <c:pt idx="773">
                  <c:v>124.325</c:v>
                </c:pt>
                <c:pt idx="774">
                  <c:v>124.35</c:v>
                </c:pt>
                <c:pt idx="775">
                  <c:v>124.375</c:v>
                </c:pt>
                <c:pt idx="776">
                  <c:v>124.4</c:v>
                </c:pt>
                <c:pt idx="777">
                  <c:v>124.425</c:v>
                </c:pt>
                <c:pt idx="778">
                  <c:v>124.45</c:v>
                </c:pt>
                <c:pt idx="779">
                  <c:v>124.475</c:v>
                </c:pt>
                <c:pt idx="780">
                  <c:v>124.5</c:v>
                </c:pt>
                <c:pt idx="781">
                  <c:v>124.525</c:v>
                </c:pt>
                <c:pt idx="782">
                  <c:v>124.55</c:v>
                </c:pt>
                <c:pt idx="783">
                  <c:v>124.575</c:v>
                </c:pt>
                <c:pt idx="784">
                  <c:v>124.6</c:v>
                </c:pt>
                <c:pt idx="785">
                  <c:v>124.625</c:v>
                </c:pt>
                <c:pt idx="786">
                  <c:v>124.65</c:v>
                </c:pt>
                <c:pt idx="787">
                  <c:v>124.675</c:v>
                </c:pt>
                <c:pt idx="788">
                  <c:v>124.7</c:v>
                </c:pt>
                <c:pt idx="789">
                  <c:v>124.725</c:v>
                </c:pt>
                <c:pt idx="790">
                  <c:v>124.75</c:v>
                </c:pt>
                <c:pt idx="791">
                  <c:v>124.775</c:v>
                </c:pt>
                <c:pt idx="792">
                  <c:v>124.8</c:v>
                </c:pt>
                <c:pt idx="793">
                  <c:v>124.825</c:v>
                </c:pt>
                <c:pt idx="794">
                  <c:v>124.85</c:v>
                </c:pt>
                <c:pt idx="795">
                  <c:v>124.875</c:v>
                </c:pt>
                <c:pt idx="796">
                  <c:v>124.9</c:v>
                </c:pt>
                <c:pt idx="797">
                  <c:v>124.925</c:v>
                </c:pt>
                <c:pt idx="798">
                  <c:v>124.95</c:v>
                </c:pt>
                <c:pt idx="799">
                  <c:v>124.975</c:v>
                </c:pt>
                <c:pt idx="800">
                  <c:v>125</c:v>
                </c:pt>
              </c:numCache>
            </c:numRef>
          </c:xVal>
          <c:yVal>
            <c:numRef>
              <c:f>'Chart Data'!$B$2:$B$802</c:f>
              <c:numCache>
                <c:formatCode>0.00</c:formatCode>
                <c:ptCount val="801"/>
                <c:pt idx="0">
                  <c:v>0.0069035423572512</c:v>
                </c:pt>
                <c:pt idx="1">
                  <c:v>0.0069355475101601</c:v>
                </c:pt>
                <c:pt idx="2">
                  <c:v>0.006967771601693</c:v>
                </c:pt>
                <c:pt idx="3">
                  <c:v>0.0070002165938535</c:v>
                </c:pt>
                <c:pt idx="4">
                  <c:v>0.007032884470199</c:v>
                </c:pt>
                <c:pt idx="5">
                  <c:v>0.0070657772361184</c:v>
                </c:pt>
                <c:pt idx="6">
                  <c:v>0.0070988969191142</c:v>
                </c:pt>
                <c:pt idx="7">
                  <c:v>0.0071322455690885</c:v>
                </c:pt>
                <c:pt idx="8">
                  <c:v>0.0071658252586333</c:v>
                </c:pt>
                <c:pt idx="9">
                  <c:v>0.0071996380833252</c:v>
                </c:pt>
                <c:pt idx="10">
                  <c:v>0.0072336861620242</c:v>
                </c:pt>
                <c:pt idx="11">
                  <c:v>0.007267971637177</c:v>
                </c:pt>
                <c:pt idx="12">
                  <c:v>0.0073024966751248</c:v>
                </c:pt>
                <c:pt idx="13">
                  <c:v>0.007337263466416</c:v>
                </c:pt>
                <c:pt idx="14">
                  <c:v>0.0073722742261228</c:v>
                </c:pt>
                <c:pt idx="15">
                  <c:v>0.0074075311941631</c:v>
                </c:pt>
                <c:pt idx="16">
                  <c:v>0.0074430366356269</c:v>
                </c:pt>
                <c:pt idx="17">
                  <c:v>0.0074787928411078</c:v>
                </c:pt>
                <c:pt idx="18">
                  <c:v>0.0075148021270394</c:v>
                </c:pt>
                <c:pt idx="19">
                  <c:v>0.0075510668360362</c:v>
                </c:pt>
                <c:pt idx="20">
                  <c:v>0.0075875893372406</c:v>
                </c:pt>
                <c:pt idx="21">
                  <c:v>0.0076243720266741</c:v>
                </c:pt>
                <c:pt idx="22">
                  <c:v>0.0076614173275945</c:v>
                </c:pt>
                <c:pt idx="23">
                  <c:v>0.0076987276908579</c:v>
                </c:pt>
                <c:pt idx="24">
                  <c:v>0.0077363055952866</c:v>
                </c:pt>
                <c:pt idx="25">
                  <c:v>0.0077741535480428</c:v>
                </c:pt>
                <c:pt idx="26">
                  <c:v>0.0078122740850065</c:v>
                </c:pt>
                <c:pt idx="27">
                  <c:v>0.0078506697711611</c:v>
                </c:pt>
                <c:pt idx="28">
                  <c:v>0.0078893432009835</c:v>
                </c:pt>
                <c:pt idx="29">
                  <c:v>0.0079282969988402</c:v>
                </c:pt>
                <c:pt idx="30">
                  <c:v>0.0079675338193905</c:v>
                </c:pt>
                <c:pt idx="31">
                  <c:v>0.008007056347994</c:v>
                </c:pt>
                <c:pt idx="32">
                  <c:v>0.0080468673011263</c:v>
                </c:pt>
                <c:pt idx="33">
                  <c:v>0.0080869694267995</c:v>
                </c:pt>
                <c:pt idx="34">
                  <c:v>0.0081273655049899</c:v>
                </c:pt>
                <c:pt idx="35">
                  <c:v>0.0081680583480723</c:v>
                </c:pt>
                <c:pt idx="36">
                  <c:v>0.00820905080126</c:v>
                </c:pt>
                <c:pt idx="37">
                  <c:v>0.0082503457430531</c:v>
                </c:pt>
                <c:pt idx="38">
                  <c:v>0.0082919460856922</c:v>
                </c:pt>
                <c:pt idx="39">
                  <c:v>0.0083338547756202</c:v>
                </c:pt>
                <c:pt idx="40">
                  <c:v>0.0083760747939504</c:v>
                </c:pt>
                <c:pt idx="41">
                  <c:v>0.0084186091569424</c:v>
                </c:pt>
                <c:pt idx="42">
                  <c:v>0.0084614609164848</c:v>
                </c:pt>
                <c:pt idx="43">
                  <c:v>0.0085046331605862</c:v>
                </c:pt>
                <c:pt idx="44">
                  <c:v>0.0085481290138726</c:v>
                </c:pt>
                <c:pt idx="45">
                  <c:v>0.0085919516380939</c:v>
                </c:pt>
                <c:pt idx="46">
                  <c:v>0.0086361042326371</c:v>
                </c:pt>
                <c:pt idx="47">
                  <c:v>0.0086805900350482</c:v>
                </c:pt>
                <c:pt idx="48">
                  <c:v>0.0087254123215618</c:v>
                </c:pt>
                <c:pt idx="49">
                  <c:v>0.0087705744076394</c:v>
                </c:pt>
                <c:pt idx="50">
                  <c:v>0.0088160796485156</c:v>
                </c:pt>
                <c:pt idx="51">
                  <c:v>0.0088619314397532</c:v>
                </c:pt>
                <c:pt idx="52">
                  <c:v>0.0089081332178069</c:v>
                </c:pt>
                <c:pt idx="53">
                  <c:v>0.008954688460596</c:v>
                </c:pt>
                <c:pt idx="54">
                  <c:v>0.0090016006880856</c:v>
                </c:pt>
                <c:pt idx="55">
                  <c:v>0.0090488734628774</c:v>
                </c:pt>
                <c:pt idx="56">
                  <c:v>0.0090965103908098</c:v>
                </c:pt>
                <c:pt idx="57">
                  <c:v>0.009144515121567</c:v>
                </c:pt>
                <c:pt idx="58">
                  <c:v>0.0091928913492984</c:v>
                </c:pt>
                <c:pt idx="59">
                  <c:v>0.0092416428132473</c:v>
                </c:pt>
                <c:pt idx="60">
                  <c:v>0.0092907732983895</c:v>
                </c:pt>
                <c:pt idx="61">
                  <c:v>0.0093402866360823</c:v>
                </c:pt>
                <c:pt idx="62">
                  <c:v>0.0093901867047236</c:v>
                </c:pt>
                <c:pt idx="63">
                  <c:v>0.009440477430422</c:v>
                </c:pt>
                <c:pt idx="64">
                  <c:v>0.0094911627876764</c:v>
                </c:pt>
                <c:pt idx="65">
                  <c:v>0.0095422468000675</c:v>
                </c:pt>
                <c:pt idx="66">
                  <c:v>0.0095937335409599</c:v>
                </c:pt>
                <c:pt idx="67">
                  <c:v>0.0096456271342155</c:v>
                </c:pt>
                <c:pt idx="68">
                  <c:v>0.0096979317549182</c:v>
                </c:pt>
                <c:pt idx="69">
                  <c:v>0.0097506516301099</c:v>
                </c:pt>
                <c:pt idx="70">
                  <c:v>0.0098037910395393</c:v>
                </c:pt>
                <c:pt idx="71">
                  <c:v>0.0098573543164214</c:v>
                </c:pt>
                <c:pt idx="72">
                  <c:v>0.0099113458482101</c:v>
                </c:pt>
                <c:pt idx="73">
                  <c:v>0.0099657700773828</c:v>
                </c:pt>
                <c:pt idx="74">
                  <c:v>0.010020631502238</c:v>
                </c:pt>
                <c:pt idx="75">
                  <c:v>0.010075934677704</c:v>
                </c:pt>
                <c:pt idx="76">
                  <c:v>0.010131684216166</c:v>
                </c:pt>
                <c:pt idx="77">
                  <c:v>0.010187884788298</c:v>
                </c:pt>
                <c:pt idx="78">
                  <c:v>0.010244541123914</c:v>
                </c:pt>
                <c:pt idx="79">
                  <c:v>0.010301658012835</c:v>
                </c:pt>
                <c:pt idx="80">
                  <c:v>0.010359240305763</c:v>
                </c:pt>
                <c:pt idx="81">
                  <c:v>0.010417292915173</c:v>
                </c:pt>
                <c:pt idx="82">
                  <c:v>0.010475820816224</c:v>
                </c:pt>
                <c:pt idx="83">
                  <c:v>0.010534829047673</c:v>
                </c:pt>
                <c:pt idx="84">
                  <c:v>0.010594322712818</c:v>
                </c:pt>
                <c:pt idx="85">
                  <c:v>0.010654306980444</c:v>
                </c:pt>
                <c:pt idx="86">
                  <c:v>0.010714787085794</c:v>
                </c:pt>
                <c:pt idx="87">
                  <c:v>0.010775768331547</c:v>
                </c:pt>
                <c:pt idx="88">
                  <c:v>0.010837256088821</c:v>
                </c:pt>
                <c:pt idx="89">
                  <c:v>0.010899255798185</c:v>
                </c:pt>
                <c:pt idx="90">
                  <c:v>0.010961772970693</c:v>
                </c:pt>
                <c:pt idx="91">
                  <c:v>0.011024813188929</c:v>
                </c:pt>
                <c:pt idx="92">
                  <c:v>0.011088382108073</c:v>
                </c:pt>
                <c:pt idx="93">
                  <c:v>0.011152485456987</c:v>
                </c:pt>
                <c:pt idx="94">
                  <c:v>0.011217129039313</c:v>
                </c:pt>
                <c:pt idx="95">
                  <c:v>0.011282318734591</c:v>
                </c:pt>
                <c:pt idx="96">
                  <c:v>0.011348060499399</c:v>
                </c:pt>
                <c:pt idx="97">
                  <c:v>0.011414360368503</c:v>
                </c:pt>
                <c:pt idx="98">
                  <c:v>0.01148122445604</c:v>
                </c:pt>
                <c:pt idx="99">
                  <c:v>0.011548658956703</c:v>
                </c:pt>
                <c:pt idx="100">
                  <c:v>0.01161667014696</c:v>
                </c:pt>
                <c:pt idx="101">
                  <c:v>0.011685264386287</c:v>
                </c:pt>
                <c:pt idx="102">
                  <c:v>0.011754448118421</c:v>
                </c:pt>
                <c:pt idx="103">
                  <c:v>0.011824227872632</c:v>
                </c:pt>
                <c:pt idx="104">
                  <c:v>0.011894610265022</c:v>
                </c:pt>
                <c:pt idx="105">
                  <c:v>0.011965601999841</c:v>
                </c:pt>
                <c:pt idx="106">
                  <c:v>0.012037209870825</c:v>
                </c:pt>
                <c:pt idx="107">
                  <c:v>0.012109440762554</c:v>
                </c:pt>
                <c:pt idx="108">
                  <c:v>0.012182301651841</c:v>
                </c:pt>
                <c:pt idx="109">
                  <c:v>0.012255799609132</c:v>
                </c:pt>
                <c:pt idx="110">
                  <c:v>0.012329941799936</c:v>
                </c:pt>
                <c:pt idx="111">
                  <c:v>0.012404735486281</c:v>
                </c:pt>
                <c:pt idx="112">
                  <c:v>0.012480188028188</c:v>
                </c:pt>
                <c:pt idx="113">
                  <c:v>0.01255630688517</c:v>
                </c:pt>
                <c:pt idx="114">
                  <c:v>0.012633099617763</c:v>
                </c:pt>
                <c:pt idx="115">
                  <c:v>0.012710573889072</c:v>
                </c:pt>
                <c:pt idx="116">
                  <c:v>0.01278873746635</c:v>
                </c:pt>
                <c:pt idx="117">
                  <c:v>0.012867598222598</c:v>
                </c:pt>
                <c:pt idx="118">
                  <c:v>0.012947164138199</c:v>
                </c:pt>
                <c:pt idx="119">
                  <c:v>0.01302744330257</c:v>
                </c:pt>
                <c:pt idx="120">
                  <c:v>0.013108443915844</c:v>
                </c:pt>
                <c:pt idx="121">
                  <c:v>0.013190174290586</c:v>
                </c:pt>
                <c:pt idx="122">
                  <c:v>0.013272642853528</c:v>
                </c:pt>
                <c:pt idx="123">
                  <c:v>0.013355858147338</c:v>
                </c:pt>
                <c:pt idx="124">
                  <c:v>0.01343982883242</c:v>
                </c:pt>
                <c:pt idx="125">
                  <c:v>0.013524563688735</c:v>
                </c:pt>
                <c:pt idx="126">
                  <c:v>0.013610071617662</c:v>
                </c:pt>
                <c:pt idx="127">
                  <c:v>0.013696361643886</c:v>
                </c:pt>
                <c:pt idx="128">
                  <c:v>0.013783442917312</c:v>
                </c:pt>
                <c:pt idx="129">
                  <c:v>0.013871324715021</c:v>
                </c:pt>
                <c:pt idx="130">
                  <c:v>0.013960016443246</c:v>
                </c:pt>
                <c:pt idx="131">
                  <c:v>0.014049527639391</c:v>
                </c:pt>
                <c:pt idx="132">
                  <c:v>0.014139867974075</c:v>
                </c:pt>
                <c:pt idx="133">
                  <c:v>0.014231047253218</c:v>
                </c:pt>
                <c:pt idx="134">
                  <c:v>0.014323075420148</c:v>
                </c:pt>
                <c:pt idx="135">
                  <c:v>0.014415962557762</c:v>
                </c:pt>
                <c:pt idx="136">
                  <c:v>0.014509718890699</c:v>
                </c:pt>
                <c:pt idx="137">
                  <c:v>0.01460435478757</c:v>
                </c:pt>
                <c:pt idx="138">
                  <c:v>0.014699880763208</c:v>
                </c:pt>
                <c:pt idx="139">
                  <c:v>0.014796307480967</c:v>
                </c:pt>
                <c:pt idx="140">
                  <c:v>0.014893645755047</c:v>
                </c:pt>
                <c:pt idx="141">
                  <c:v>0.014991906552865</c:v>
                </c:pt>
                <c:pt idx="142">
                  <c:v>0.015091100997463</c:v>
                </c:pt>
                <c:pt idx="143">
                  <c:v>0.015191240369951</c:v>
                </c:pt>
                <c:pt idx="144">
                  <c:v>0.015292336111993</c:v>
                </c:pt>
                <c:pt idx="145">
                  <c:v>0.015394399828333</c:v>
                </c:pt>
                <c:pt idx="146">
                  <c:v>0.015497443289356</c:v>
                </c:pt>
                <c:pt idx="147">
                  <c:v>0.015601478433702</c:v>
                </c:pt>
                <c:pt idx="148">
                  <c:v>0.015706517370906</c:v>
                </c:pt>
                <c:pt idx="149">
                  <c:v>0.015812572384095</c:v>
                </c:pt>
                <c:pt idx="150">
                  <c:v>0.015919655932715</c:v>
                </c:pt>
                <c:pt idx="151">
                  <c:v>0.016027780655313</c:v>
                </c:pt>
                <c:pt idx="152">
                  <c:v>0.016136959372354</c:v>
                </c:pt>
                <c:pt idx="153">
                  <c:v>0.016247205089086</c:v>
                </c:pt>
                <c:pt idx="154">
                  <c:v>0.016358530998449</c:v>
                </c:pt>
                <c:pt idx="155">
                  <c:v>0.016470950484031</c:v>
                </c:pt>
                <c:pt idx="156">
                  <c:v>0.01658447712307</c:v>
                </c:pt>
                <c:pt idx="157">
                  <c:v>0.016699124689499</c:v>
                </c:pt>
                <c:pt idx="158">
                  <c:v>0.016814907157042</c:v>
                </c:pt>
                <c:pt idx="159">
                  <c:v>0.016931838702359</c:v>
                </c:pt>
                <c:pt idx="160">
                  <c:v>0.01704993370823</c:v>
                </c:pt>
                <c:pt idx="161">
                  <c:v>0.017169206766802</c:v>
                </c:pt>
                <c:pt idx="162">
                  <c:v>0.017289672682872</c:v>
                </c:pt>
                <c:pt idx="163">
                  <c:v>0.017411346477226</c:v>
                </c:pt>
                <c:pt idx="164">
                  <c:v>0.01753424339003</c:v>
                </c:pt>
                <c:pt idx="165">
                  <c:v>0.017658378884265</c:v>
                </c:pt>
                <c:pt idx="166">
                  <c:v>0.017783768649218</c:v>
                </c:pt>
                <c:pt idx="167">
                  <c:v>0.017910428604024</c:v>
                </c:pt>
                <c:pt idx="168">
                  <c:v>0.018038374901259</c:v>
                </c:pt>
                <c:pt idx="169">
                  <c:v>0.018167623930585</c:v>
                </c:pt>
                <c:pt idx="170">
                  <c:v>0.018298192322448</c:v>
                </c:pt>
                <c:pt idx="171">
                  <c:v>0.018430096951831</c:v>
                </c:pt>
                <c:pt idx="172">
                  <c:v>0.018563354942056</c:v>
                </c:pt>
                <c:pt idx="173">
                  <c:v>0.018697983668641</c:v>
                </c:pt>
                <c:pt idx="174">
                  <c:v>0.018834000763219</c:v>
                </c:pt>
                <c:pt idx="175">
                  <c:v>0.018971424117496</c:v>
                </c:pt>
                <c:pt idx="176">
                  <c:v>0.019110271887277</c:v>
                </c:pt>
                <c:pt idx="177">
                  <c:v>0.01925056249654</c:v>
                </c:pt>
                <c:pt idx="178">
                  <c:v>0.019392314641565</c:v>
                </c:pt>
                <c:pt idx="179">
                  <c:v>0.019535547295122</c:v>
                </c:pt>
                <c:pt idx="180">
                  <c:v>0.019680279710706</c:v>
                </c:pt>
                <c:pt idx="181">
                  <c:v>0.019826531426837</c:v>
                </c:pt>
                <c:pt idx="182">
                  <c:v>0.019974322271407</c:v>
                </c:pt>
                <c:pt idx="183">
                  <c:v>0.020123672366081</c:v>
                </c:pt>
                <c:pt idx="184">
                  <c:v>0.020274602130765</c:v>
                </c:pt>
                <c:pt idx="185">
                  <c:v>0.020427132288111</c:v>
                </c:pt>
                <c:pt idx="186">
                  <c:v>0.020581283868088</c:v>
                </c:pt>
                <c:pt idx="187">
                  <c:v>0.020737078212605</c:v>
                </c:pt>
                <c:pt idx="188">
                  <c:v>0.020894536980182</c:v>
                </c:pt>
                <c:pt idx="189">
                  <c:v>0.021053682150681</c:v>
                </c:pt>
                <c:pt idx="190">
                  <c:v>0.021214536030088</c:v>
                </c:pt>
                <c:pt idx="191">
                  <c:v>0.021377121255339</c:v>
                </c:pt>
                <c:pt idx="192">
                  <c:v>0.021541460799208</c:v>
                </c:pt>
                <c:pt idx="193">
                  <c:v>0.021707577975239</c:v>
                </c:pt>
                <c:pt idx="194">
                  <c:v>0.021875496442727</c:v>
                </c:pt>
                <c:pt idx="195">
                  <c:v>0.022045240211751</c:v>
                </c:pt>
                <c:pt idx="196">
                  <c:v>0.022216833648248</c:v>
                </c:pt>
                <c:pt idx="197">
                  <c:v>0.022390301479139</c:v>
                </c:pt>
                <c:pt idx="198">
                  <c:v>0.022565668797495</c:v>
                </c:pt>
                <c:pt idx="199">
                  <c:v>0.022742961067747</c:v>
                </c:pt>
                <c:pt idx="200">
                  <c:v>0.022922204130939</c:v>
                </c:pt>
                <c:pt idx="201">
                  <c:v>0.023103424210015</c:v>
                </c:pt>
                <c:pt idx="202">
                  <c:v>0.023286647915149</c:v>
                </c:pt>
                <c:pt idx="203">
                  <c:v>0.023471902249108</c:v>
                </c:pt>
                <c:pt idx="204">
                  <c:v>0.023659214612643</c:v>
                </c:pt>
                <c:pt idx="205">
                  <c:v>0.023848612809918</c:v>
                </c:pt>
                <c:pt idx="206">
                  <c:v>0.024040125053959</c:v>
                </c:pt>
                <c:pt idx="207">
                  <c:v>0.024233779972135</c:v>
                </c:pt>
                <c:pt idx="208">
                  <c:v>0.024429606611649</c:v>
                </c:pt>
                <c:pt idx="209">
                  <c:v>0.024627634445061</c:v>
                </c:pt>
                <c:pt idx="210">
                  <c:v>0.024827893375812</c:v>
                </c:pt>
                <c:pt idx="211">
                  <c:v>0.025030413743764</c:v>
                </c:pt>
                <c:pt idx="212">
                  <c:v>0.025235226330748</c:v>
                </c:pt>
                <c:pt idx="213">
                  <c:v>0.025442362366108</c:v>
                </c:pt>
                <c:pt idx="214">
                  <c:v>0.025651853532248</c:v>
                </c:pt>
                <c:pt idx="215">
                  <c:v>0.025863731970162</c:v>
                </c:pt>
                <c:pt idx="216">
                  <c:v>0.026078030284958</c:v>
                </c:pt>
                <c:pt idx="217">
                  <c:v>0.026294781551362</c:v>
                </c:pt>
                <c:pt idx="218">
                  <c:v>0.026514019319186</c:v>
                </c:pt>
                <c:pt idx="219">
                  <c:v>0.026735777618779</c:v>
                </c:pt>
                <c:pt idx="220">
                  <c:v>0.026960090966424</c:v>
                </c:pt>
                <c:pt idx="221">
                  <c:v>0.027186994369699</c:v>
                </c:pt>
                <c:pt idx="222">
                  <c:v>0.027416523332777</c:v>
                </c:pt>
                <c:pt idx="223">
                  <c:v>0.027648713861667</c:v>
                </c:pt>
                <c:pt idx="224">
                  <c:v>0.027883602469378</c:v>
                </c:pt>
                <c:pt idx="225">
                  <c:v>0.02812122618101</c:v>
                </c:pt>
                <c:pt idx="226">
                  <c:v>0.028361622538744</c:v>
                </c:pt>
                <c:pt idx="227">
                  <c:v>0.028604829606739</c:v>
                </c:pt>
                <c:pt idx="228">
                  <c:v>0.028850885975916</c:v>
                </c:pt>
                <c:pt idx="229">
                  <c:v>0.029099830768607</c:v>
                </c:pt>
                <c:pt idx="230">
                  <c:v>0.029351703643086</c:v>
                </c:pt>
                <c:pt idx="231">
                  <c:v>0.029606544797933</c:v>
                </c:pt>
                <c:pt idx="232">
                  <c:v>0.029864394976245</c:v>
                </c:pt>
                <c:pt idx="233">
                  <c:v>0.030125295469667</c:v>
                </c:pt>
                <c:pt idx="234">
                  <c:v>0.030389288122226</c:v>
                </c:pt>
                <c:pt idx="235">
                  <c:v>0.030656415333967</c:v>
                </c:pt>
                <c:pt idx="236">
                  <c:v>0.030926720064344</c:v>
                </c:pt>
                <c:pt idx="237">
                  <c:v>0.031200245835391</c:v>
                </c:pt>
                <c:pt idx="238">
                  <c:v>0.031477036734607</c:v>
                </c:pt>
                <c:pt idx="239">
                  <c:v>0.031757137417576</c:v>
                </c:pt>
                <c:pt idx="240">
                  <c:v>0.032040593110274</c:v>
                </c:pt>
                <c:pt idx="241">
                  <c:v>0.032327449611052</c:v>
                </c:pt>
                <c:pt idx="242">
                  <c:v>0.032617753292276</c:v>
                </c:pt>
                <c:pt idx="243">
                  <c:v>0.032911551101587</c:v>
                </c:pt>
                <c:pt idx="244">
                  <c:v>0.033208890562769</c:v>
                </c:pt>
                <c:pt idx="245">
                  <c:v>0.033509819776189</c:v>
                </c:pt>
                <c:pt idx="246">
                  <c:v>0.033814387418786</c:v>
                </c:pt>
                <c:pt idx="247">
                  <c:v>0.034122642743575</c:v>
                </c:pt>
                <c:pt idx="248">
                  <c:v>0.034434635578645</c:v>
                </c:pt>
                <c:pt idx="249">
                  <c:v>0.034750416325602</c:v>
                </c:pt>
                <c:pt idx="250">
                  <c:v>0.035070035957443</c:v>
                </c:pt>
                <c:pt idx="251">
                  <c:v>0.035393546015806</c:v>
                </c:pt>
                <c:pt idx="252">
                  <c:v>0.035720998607576</c:v>
                </c:pt>
                <c:pt idx="253">
                  <c:v>0.036052446400795</c:v>
                </c:pt>
                <c:pt idx="254">
                  <c:v>0.036387942619842</c:v>
                </c:pt>
                <c:pt idx="255">
                  <c:v>0.036727541039842</c:v>
                </c:pt>
                <c:pt idx="256">
                  <c:v>0.037071295980251</c:v>
                </c:pt>
                <c:pt idx="257">
                  <c:v>0.037419262297577</c:v>
                </c:pt>
                <c:pt idx="258">
                  <c:v>0.037771495377189</c:v>
                </c:pt>
                <c:pt idx="259">
                  <c:v>0.038128051124161</c:v>
                </c:pt>
                <c:pt idx="260">
                  <c:v>0.038488985953095</c:v>
                </c:pt>
                <c:pt idx="261">
                  <c:v>0.038854356776872</c:v>
                </c:pt>
                <c:pt idx="262">
                  <c:v>0.03922422099427</c:v>
                </c:pt>
                <c:pt idx="263">
                  <c:v>0.039598636476395</c:v>
                </c:pt>
                <c:pt idx="264">
                  <c:v>0.039977661551852</c:v>
                </c:pt>
                <c:pt idx="265">
                  <c:v>0.040361354990596</c:v>
                </c:pt>
                <c:pt idx="266">
                  <c:v>0.040749775986396</c:v>
                </c:pt>
                <c:pt idx="267">
                  <c:v>0.041142984137841</c:v>
                </c:pt>
                <c:pt idx="268">
                  <c:v>0.041541039427811</c:v>
                </c:pt>
                <c:pt idx="269">
                  <c:v>0.041944002201334</c:v>
                </c:pt>
                <c:pt idx="270">
                  <c:v>0.042351933141759</c:v>
                </c:pt>
                <c:pt idx="271">
                  <c:v>0.042764893245155</c:v>
                </c:pt>
                <c:pt idx="272">
                  <c:v>0.043182943792842</c:v>
                </c:pt>
                <c:pt idx="273">
                  <c:v>0.04360614632199</c:v>
                </c:pt>
                <c:pt idx="274">
                  <c:v>0.044034562594158</c:v>
                </c:pt>
                <c:pt idx="275">
                  <c:v>0.044468254561713</c:v>
                </c:pt>
                <c:pt idx="276">
                  <c:v>0.044907284332</c:v>
                </c:pt>
                <c:pt idx="277">
                  <c:v>0.045351714129181</c:v>
                </c:pt>
                <c:pt idx="278">
                  <c:v>0.045801606253628</c:v>
                </c:pt>
                <c:pt idx="279">
                  <c:v>0.046257023038751</c:v>
                </c:pt>
                <c:pt idx="280">
                  <c:v>0.046718026805177</c:v>
                </c:pt>
                <c:pt idx="281">
                  <c:v>0.047184679812122</c:v>
                </c:pt>
                <c:pt idx="282">
                  <c:v>0.047657044205878</c:v>
                </c:pt>
                <c:pt idx="283">
                  <c:v>0.048135181965254</c:v>
                </c:pt>
                <c:pt idx="284">
                  <c:v>0.048619154843873</c:v>
                </c:pt>
                <c:pt idx="285">
                  <c:v>0.049109024309175</c:v>
                </c:pt>
                <c:pt idx="286">
                  <c:v>0.049604851477996</c:v>
                </c:pt>
                <c:pt idx="287">
                  <c:v>0.050106697048598</c:v>
                </c:pt>
                <c:pt idx="288">
                  <c:v>0.050614621228986</c:v>
                </c:pt>
                <c:pt idx="289">
                  <c:v>0.051128683661391</c:v>
                </c:pt>
                <c:pt idx="290">
                  <c:v>0.051648943342757</c:v>
                </c:pt>
                <c:pt idx="291">
                  <c:v>0.052175458541085</c:v>
                </c:pt>
                <c:pt idx="292">
                  <c:v>0.05270828670749</c:v>
                </c:pt>
                <c:pt idx="293">
                  <c:v>0.053247484383804</c:v>
                </c:pt>
                <c:pt idx="294">
                  <c:v>0.053793107105575</c:v>
                </c:pt>
                <c:pt idx="295">
                  <c:v>0.054345209300305</c:v>
                </c:pt>
                <c:pt idx="296">
                  <c:v>0.054903844180757</c:v>
                </c:pt>
                <c:pt idx="297">
                  <c:v>0.055469063633181</c:v>
                </c:pt>
                <c:pt idx="298">
                  <c:v>0.056040918100293</c:v>
                </c:pt>
                <c:pt idx="299">
                  <c:v>0.056619456458838</c:v>
                </c:pt>
                <c:pt idx="300">
                  <c:v>0.057204725891582</c:v>
                </c:pt>
                <c:pt idx="301">
                  <c:v>0.05779677175357</c:v>
                </c:pt>
                <c:pt idx="302">
                  <c:v>0.058395637432495</c:v>
                </c:pt>
                <c:pt idx="303">
                  <c:v>0.059001364203003</c:v>
                </c:pt>
                <c:pt idx="304">
                  <c:v>0.059613991074804</c:v>
                </c:pt>
                <c:pt idx="305">
                  <c:v>0.06023355463442</c:v>
                </c:pt>
                <c:pt idx="306">
                  <c:v>0.060860088880423</c:v>
                </c:pt>
                <c:pt idx="307">
                  <c:v>0.061493625052046</c:v>
                </c:pt>
                <c:pt idx="308">
                  <c:v>0.062134191450999</c:v>
                </c:pt>
                <c:pt idx="309">
                  <c:v>0.062781813256386</c:v>
                </c:pt>
                <c:pt idx="310">
                  <c:v>0.063436512332607</c:v>
                </c:pt>
                <c:pt idx="311">
                  <c:v>0.064098307030129</c:v>
                </c:pt>
                <c:pt idx="312">
                  <c:v>0.06476721197903</c:v>
                </c:pt>
                <c:pt idx="313">
                  <c:v>0.065443237875254</c:v>
                </c:pt>
                <c:pt idx="314">
                  <c:v>0.066126391259481</c:v>
                </c:pt>
                <c:pt idx="315">
                  <c:v>0.066816674288599</c:v>
                </c:pt>
                <c:pt idx="316">
                  <c:v>0.067514084499706</c:v>
                </c:pt>
                <c:pt idx="317">
                  <c:v>0.068218614566674</c:v>
                </c:pt>
                <c:pt idx="318">
                  <c:v>0.068930252049257</c:v>
                </c:pt>
                <c:pt idx="319">
                  <c:v>0.06964897913479</c:v>
                </c:pt>
                <c:pt idx="320">
                  <c:v>0.070374772372552</c:v>
                </c:pt>
                <c:pt idx="321">
                  <c:v>0.071107602400873</c:v>
                </c:pt>
                <c:pt idx="322">
                  <c:v>0.071847433667121</c:v>
                </c:pt>
                <c:pt idx="323">
                  <c:v>0.072594224140722</c:v>
                </c:pt>
                <c:pt idx="324">
                  <c:v>0.07334792501942</c:v>
                </c:pt>
                <c:pt idx="325">
                  <c:v>0.074108480429</c:v>
                </c:pt>
                <c:pt idx="326">
                  <c:v>0.074875827116775</c:v>
                </c:pt>
                <c:pt idx="327">
                  <c:v>0.075649894139135</c:v>
                </c:pt>
                <c:pt idx="328">
                  <c:v>0.076430602543565</c:v>
                </c:pt>
                <c:pt idx="329">
                  <c:v>0.077217865045527</c:v>
                </c:pt>
                <c:pt idx="330">
                  <c:v>0.078011585700718</c:v>
                </c:pt>
                <c:pt idx="331">
                  <c:v>0.078811659573212</c:v>
                </c:pt>
                <c:pt idx="332">
                  <c:v>0.079617972400112</c:v>
                </c:pt>
                <c:pt idx="333">
                  <c:v>0.080430400253365</c:v>
                </c:pt>
                <c:pt idx="334">
                  <c:v>0.08124880919947</c:v>
                </c:pt>
                <c:pt idx="335">
                  <c:v>0.082073054957883</c:v>
                </c:pt>
                <c:pt idx="336">
                  <c:v>0.082902982558997</c:v>
                </c:pt>
                <c:pt idx="337">
                  <c:v>0.083738426002635</c:v>
                </c:pt>
                <c:pt idx="338">
                  <c:v>0.084579207918105</c:v>
                </c:pt>
                <c:pt idx="339">
                  <c:v>0.085425139226896</c:v>
                </c:pt>
                <c:pt idx="340">
                  <c:v>0.08627601880923</c:v>
                </c:pt>
                <c:pt idx="341">
                  <c:v>0.087131633175731</c:v>
                </c:pt>
                <c:pt idx="342">
                  <c:v>0.08799175614557</c:v>
                </c:pt>
                <c:pt idx="343">
                  <c:v>0.088856148532543</c:v>
                </c:pt>
                <c:pt idx="344">
                  <c:v>0.089724557840589</c:v>
                </c:pt>
                <c:pt idx="345">
                  <c:v>0.090596717970399</c:v>
                </c:pt>
                <c:pt idx="346">
                  <c:v>0.091472348938782</c:v>
                </c:pt>
                <c:pt idx="347">
                  <c:v>0.092351156612611</c:v>
                </c:pt>
                <c:pt idx="348">
                  <c:v>0.09323283245919</c:v>
                </c:pt>
                <c:pt idx="349">
                  <c:v>0.094117053315011</c:v>
                </c:pt>
                <c:pt idx="350">
                  <c:v>0.095003481174911</c:v>
                </c:pt>
                <c:pt idx="351">
                  <c:v>0.095891763003729</c:v>
                </c:pt>
                <c:pt idx="352">
                  <c:v>0.096781530572636</c:v>
                </c:pt>
                <c:pt idx="353">
                  <c:v>0.097672400322331</c:v>
                </c:pt>
                <c:pt idx="354">
                  <c:v>0.098563973255399</c:v>
                </c:pt>
                <c:pt idx="355">
                  <c:v>0.099455834860125</c:v>
                </c:pt>
                <c:pt idx="356">
                  <c:v>0.10034755506812</c:v>
                </c:pt>
                <c:pt idx="357">
                  <c:v>0.10123868824813</c:v>
                </c:pt>
                <c:pt idx="358">
                  <c:v>0.10212877323837</c:v>
                </c:pt>
                <c:pt idx="359">
                  <c:v>0.1030173334198</c:v>
                </c:pt>
                <c:pt idx="360">
                  <c:v>0.10390387683268</c:v>
                </c:pt>
                <c:pt idx="361">
                  <c:v>0.10478789633862</c:v>
                </c:pt>
                <c:pt idx="362">
                  <c:v>0.10566886983065</c:v>
                </c:pt>
                <c:pt idx="363">
                  <c:v>0.1065462604931</c:v>
                </c:pt>
                <c:pt idx="364">
                  <c:v>0.10741951711379</c:v>
                </c:pt>
                <c:pt idx="365">
                  <c:v>0.10828807445026</c:v>
                </c:pt>
                <c:pt idx="366">
                  <c:v>0.10915135365196</c:v>
                </c:pt>
                <c:pt idx="367">
                  <c:v>0.1100087627401</c:v>
                </c:pt>
                <c:pt idx="368">
                  <c:v>0.11085969714678</c:v>
                </c:pt>
                <c:pt idx="369">
                  <c:v>0.11170354031447</c:v>
                </c:pt>
                <c:pt idx="370">
                  <c:v>0.11253966435721</c:v>
                </c:pt>
                <c:pt idx="371">
                  <c:v>0.11336743078418</c:v>
                </c:pt>
                <c:pt idx="372">
                  <c:v>0.11418619128629</c:v>
                </c:pt>
                <c:pt idx="373">
                  <c:v>0.11499528858609</c:v>
                </c:pt>
                <c:pt idx="374">
                  <c:v>0.11579405735086</c:v>
                </c:pt>
                <c:pt idx="375">
                  <c:v>0.11658182516859</c:v>
                </c:pt>
                <c:pt idx="376">
                  <c:v>0.11735791358607</c:v>
                </c:pt>
                <c:pt idx="377">
                  <c:v>0.11812163920796</c:v>
                </c:pt>
                <c:pt idx="378">
                  <c:v>0.11887231485538</c:v>
                </c:pt>
                <c:pt idx="379">
                  <c:v>0.119609250782</c:v>
                </c:pt>
                <c:pt idx="380">
                  <c:v>0.12033175594541</c:v>
                </c:pt>
                <c:pt idx="381">
                  <c:v>0.12103913933088</c:v>
                </c:pt>
                <c:pt idx="382">
                  <c:v>0.12173071132437</c:v>
                </c:pt>
                <c:pt idx="383">
                  <c:v>0.1224057851312</c:v>
                </c:pt>
                <c:pt idx="384">
                  <c:v>0.1230636782362</c:v>
                </c:pt>
                <c:pt idx="385">
                  <c:v>0.12370371390088</c:v>
                </c:pt>
                <c:pt idx="386">
                  <c:v>0.12432522269272</c:v>
                </c:pt>
                <c:pt idx="387">
                  <c:v>0.12492754404133</c:v>
                </c:pt>
                <c:pt idx="388">
                  <c:v>0.12551002781559</c:v>
                </c:pt>
                <c:pt idx="389">
                  <c:v>0.12607203591588</c:v>
                </c:pt>
                <c:pt idx="390">
                  <c:v>0.12661294387502</c:v>
                </c:pt>
                <c:pt idx="391">
                  <c:v>0.12713214246103</c:v>
                </c:pt>
                <c:pt idx="392">
                  <c:v>0.12762903927503</c:v>
                </c:pt>
                <c:pt idx="393">
                  <c:v>0.12810306033691</c:v>
                </c:pt>
                <c:pt idx="394">
                  <c:v>0.12855365165161</c:v>
                </c:pt>
                <c:pt idx="395">
                  <c:v>0.12898028074833</c:v>
                </c:pt>
                <c:pt idx="396">
                  <c:v>0.12938243818538</c:v>
                </c:pt>
                <c:pt idx="397">
                  <c:v>0.12975963901293</c:v>
                </c:pt>
                <c:pt idx="398">
                  <c:v>0.1301114241863</c:v>
                </c:pt>
                <c:pt idx="399">
                  <c:v>0.13043736192231</c:v>
                </c:pt>
                <c:pt idx="400">
                  <c:v>0.13073704899137</c:v>
                </c:pt>
                <c:pt idx="401">
                  <c:v>0.13101011193854</c:v>
                </c:pt>
                <c:pt idx="402">
                  <c:v>0.13125620822646</c:v>
                </c:pt>
                <c:pt idx="403">
                  <c:v>0.13147502729408</c:v>
                </c:pt>
                <c:pt idx="404">
                  <c:v>0.13166629152492</c:v>
                </c:pt>
                <c:pt idx="405">
                  <c:v>0.13182975711945</c:v>
                </c:pt>
                <c:pt idx="406">
                  <c:v>0.13196521486645</c:v>
                </c:pt>
                <c:pt idx="407">
                  <c:v>0.13207249080884</c:v>
                </c:pt>
                <c:pt idx="408">
                  <c:v>0.13215144680008</c:v>
                </c:pt>
                <c:pt idx="409">
                  <c:v>0.13220198094779</c:v>
                </c:pt>
                <c:pt idx="410">
                  <c:v>0.13222402794191</c:v>
                </c:pt>
                <c:pt idx="411">
                  <c:v>0.13221755926557</c:v>
                </c:pt>
                <c:pt idx="412">
                  <c:v>0.13218258328721</c:v>
                </c:pt>
                <c:pt idx="413">
                  <c:v>0.13211914523355</c:v>
                </c:pt>
                <c:pt idx="414">
                  <c:v>0.13202732704347</c:v>
                </c:pt>
                <c:pt idx="415">
                  <c:v>0.13190724710379</c:v>
                </c:pt>
                <c:pt idx="416">
                  <c:v>0.13175905986834</c:v>
                </c:pt>
                <c:pt idx="417">
                  <c:v>0.13158295536291</c:v>
                </c:pt>
                <c:pt idx="418">
                  <c:v>0.1313791585787</c:v>
                </c:pt>
                <c:pt idx="419">
                  <c:v>0.13114792875811</c:v>
                </c:pt>
                <c:pt idx="420">
                  <c:v>0.13088955857698</c:v>
                </c:pt>
                <c:pt idx="421">
                  <c:v>0.130604373228</c:v>
                </c:pt>
                <c:pt idx="422">
                  <c:v>0.13029272941075</c:v>
                </c:pt>
                <c:pt idx="423">
                  <c:v>0.12995501423396</c:v>
                </c:pt>
                <c:pt idx="424">
                  <c:v>0.12959164403633</c:v>
                </c:pt>
                <c:pt idx="425">
                  <c:v>0.12920306313244</c:v>
                </c:pt>
                <c:pt idx="426">
                  <c:v>0.12878974249052</c:v>
                </c:pt>
                <c:pt idx="427">
                  <c:v>0.12835217834947</c:v>
                </c:pt>
                <c:pt idx="428">
                  <c:v>0.12789089078214</c:v>
                </c:pt>
                <c:pt idx="429">
                  <c:v>0.12740642221257</c:v>
                </c:pt>
                <c:pt idx="430">
                  <c:v>0.12689933589461</c:v>
                </c:pt>
                <c:pt idx="431">
                  <c:v>0.12637021435952</c:v>
                </c:pt>
                <c:pt idx="432">
                  <c:v>0.12581965783993</c:v>
                </c:pt>
                <c:pt idx="433">
                  <c:v>0.12524828267778</c:v>
                </c:pt>
                <c:pt idx="434">
                  <c:v>0.12465671972331</c:v>
                </c:pt>
                <c:pt idx="435">
                  <c:v>0.12404561273225</c:v>
                </c:pt>
                <c:pt idx="436">
                  <c:v>0.12341561676808</c:v>
                </c:pt>
                <c:pt idx="437">
                  <c:v>0.12276739661584</c:v>
                </c:pt>
                <c:pt idx="438">
                  <c:v>0.12210162521375</c:v>
                </c:pt>
                <c:pt idx="439">
                  <c:v>0.12141898210863</c:v>
                </c:pt>
                <c:pt idx="440">
                  <c:v>0.12072015194048</c:v>
                </c:pt>
                <c:pt idx="441">
                  <c:v>0.12000582296155</c:v>
                </c:pt>
                <c:pt idx="442">
                  <c:v>0.11927668559444</c:v>
                </c:pt>
                <c:pt idx="443">
                  <c:v>0.11853343103372</c:v>
                </c:pt>
                <c:pt idx="444">
                  <c:v>0.11777674989482</c:v>
                </c:pt>
                <c:pt idx="445">
                  <c:v>0.11700733091362</c:v>
                </c:pt>
                <c:pt idx="446">
                  <c:v>0.11622585969991</c:v>
                </c:pt>
                <c:pt idx="447">
                  <c:v>0.11543301754706</c:v>
                </c:pt>
                <c:pt idx="448">
                  <c:v>0.11462948030024</c:v>
                </c:pt>
                <c:pt idx="449">
                  <c:v>0.11381591728489</c:v>
                </c:pt>
                <c:pt idx="450">
                  <c:v>0.11299299029662</c:v>
                </c:pt>
                <c:pt idx="451">
                  <c:v>0.11216135265375</c:v>
                </c:pt>
                <c:pt idx="452">
                  <c:v>0.1113216483128</c:v>
                </c:pt>
                <c:pt idx="453">
                  <c:v>0.11047451104738</c:v>
                </c:pt>
                <c:pt idx="454">
                  <c:v>0.10962056369019</c:v>
                </c:pt>
                <c:pt idx="455">
                  <c:v>0.10876041743786</c:v>
                </c:pt>
                <c:pt idx="456">
                  <c:v>0.10789467121788</c:v>
                </c:pt>
                <c:pt idx="457">
                  <c:v>0.10702391111658</c:v>
                </c:pt>
                <c:pt idx="458">
                  <c:v>0.10614870986717</c:v>
                </c:pt>
                <c:pt idx="459">
                  <c:v>0.10526962639618</c:v>
                </c:pt>
                <c:pt idx="460">
                  <c:v>0.10438720542687</c:v>
                </c:pt>
                <c:pt idx="461">
                  <c:v>0.10350197713779</c:v>
                </c:pt>
                <c:pt idx="462">
                  <c:v>0.10261445687457</c:v>
                </c:pt>
                <c:pt idx="463">
                  <c:v>0.10172514491286</c:v>
                </c:pt>
                <c:pt idx="464">
                  <c:v>0.10083452627039</c:v>
                </c:pt>
                <c:pt idx="465">
                  <c:v>0.099943070565775</c:v>
                </c:pt>
                <c:pt idx="466">
                  <c:v>0.099051231921921</c:v>
                </c:pt>
                <c:pt idx="467">
                  <c:v>0.098159448911607</c:v>
                </c:pt>
                <c:pt idx="468">
                  <c:v>0.097268144542916</c:v>
                </c:pt>
                <c:pt idx="469">
                  <c:v>0.096377726282146</c:v>
                </c:pt>
                <c:pt idx="470">
                  <c:v>0.095488586111803</c:v>
                </c:pt>
                <c:pt idx="471">
                  <c:v>0.094601100621357</c:v>
                </c:pt>
                <c:pt idx="472">
                  <c:v>0.093715631128387</c:v>
                </c:pt>
                <c:pt idx="473">
                  <c:v>0.092832523827857</c:v>
                </c:pt>
                <c:pt idx="474">
                  <c:v>0.091952109967254</c:v>
                </c:pt>
                <c:pt idx="475">
                  <c:v>0.091074706045394</c:v>
                </c:pt>
                <c:pt idx="476">
                  <c:v>0.090200614032782</c:v>
                </c:pt>
                <c:pt idx="477">
                  <c:v>0.08933012161144</c:v>
                </c:pt>
                <c:pt idx="478">
                  <c:v>0.088463502432226</c:v>
                </c:pt>
                <c:pt idx="479">
                  <c:v>0.087601016387734</c:v>
                </c:pt>
                <c:pt idx="480">
                  <c:v>0.086742909898925</c:v>
                </c:pt>
                <c:pt idx="481">
                  <c:v>0.08588941621376</c:v>
                </c:pt>
                <c:pt idx="482">
                  <c:v>0.08504075571616</c:v>
                </c:pt>
                <c:pt idx="483">
                  <c:v>0.084197136243704</c:v>
                </c:pt>
                <c:pt idx="484">
                  <c:v>0.083358753412609</c:v>
                </c:pt>
                <c:pt idx="485">
                  <c:v>0.082525790948533</c:v>
                </c:pt>
                <c:pt idx="486">
                  <c:v>0.081698421021933</c:v>
                </c:pt>
                <c:pt idx="487">
                  <c:v>0.080876804586705</c:v>
                </c:pt>
                <c:pt idx="488">
                  <c:v>0.080061091720971</c:v>
                </c:pt>
                <c:pt idx="489">
                  <c:v>0.079251421968946</c:v>
                </c:pt>
                <c:pt idx="490">
                  <c:v>0.07844792468287</c:v>
                </c:pt>
                <c:pt idx="491">
                  <c:v>0.077650719364122</c:v>
                </c:pt>
                <c:pt idx="492">
                  <c:v>0.076859916002652</c:v>
                </c:pt>
                <c:pt idx="493">
                  <c:v>0.076075615413957</c:v>
                </c:pt>
                <c:pt idx="494">
                  <c:v>0.075297909572935</c:v>
                </c:pt>
                <c:pt idx="495">
                  <c:v>0.074526881943941</c:v>
                </c:pt>
                <c:pt idx="496">
                  <c:v>0.073762607806492</c:v>
                </c:pt>
                <c:pt idx="497">
                  <c:v>0.073005154576118</c:v>
                </c:pt>
                <c:pt idx="498">
                  <c:v>0.07225458211988</c:v>
                </c:pt>
                <c:pt idx="499">
                  <c:v>0.07151094306617</c:v>
                </c:pt>
                <c:pt idx="500">
                  <c:v>0.070774283108437</c:v>
                </c:pt>
                <c:pt idx="501">
                  <c:v>0.070044641302524</c:v>
                </c:pt>
                <c:pt idx="502">
                  <c:v>0.069322050357376</c:v>
                </c:pt>
                <c:pt idx="503">
                  <c:v>0.068606536918876</c:v>
                </c:pt>
                <c:pt idx="504">
                  <c:v>0.067898121846647</c:v>
                </c:pt>
                <c:pt idx="505">
                  <c:v>0.067196820483667</c:v>
                </c:pt>
                <c:pt idx="506">
                  <c:v>0.066502642918591</c:v>
                </c:pt>
                <c:pt idx="507">
                  <c:v>0.065815594240691</c:v>
                </c:pt>
                <c:pt idx="508">
                  <c:v>0.065135674787375</c:v>
                </c:pt>
                <c:pt idx="509">
                  <c:v>0.064462880384243</c:v>
                </c:pt>
                <c:pt idx="510">
                  <c:v>0.063797202577698</c:v>
                </c:pt>
                <c:pt idx="511">
                  <c:v>0.063138628860112</c:v>
                </c:pt>
                <c:pt idx="512">
                  <c:v>0.062487142887599</c:v>
                </c:pt>
                <c:pt idx="513">
                  <c:v>0.061842724690441</c:v>
                </c:pt>
                <c:pt idx="514">
                  <c:v>0.06120535087626</c:v>
                </c:pt>
                <c:pt idx="515">
                  <c:v>0.060574994825993</c:v>
                </c:pt>
                <c:pt idx="516">
                  <c:v>0.059951626882802</c:v>
                </c:pt>
                <c:pt idx="517">
                  <c:v>0.059335214534004</c:v>
                </c:pt>
                <c:pt idx="518">
                  <c:v>0.05872572258616</c:v>
                </c:pt>
                <c:pt idx="519">
                  <c:v>0.058123113333444</c:v>
                </c:pt>
                <c:pt idx="520">
                  <c:v>0.057527346719426</c:v>
                </c:pt>
                <c:pt idx="521">
                  <c:v>0.056938380492428</c:v>
                </c:pt>
                <c:pt idx="522">
                  <c:v>0.056356170354577</c:v>
                </c:pt>
                <c:pt idx="523">
                  <c:v>0.055780670104732</c:v>
                </c:pt>
                <c:pt idx="524">
                  <c:v>0.055211831775425</c:v>
                </c:pt>
                <c:pt idx="525">
                  <c:v>0.054649605763982</c:v>
                </c:pt>
                <c:pt idx="526">
                  <c:v>0.054093940957982</c:v>
                </c:pt>
                <c:pt idx="527">
                  <c:v>0.053544784855216</c:v>
                </c:pt>
                <c:pt idx="528">
                  <c:v>0.05300208367831</c:v>
                </c:pt>
                <c:pt idx="529">
                  <c:v>0.052465782484174</c:v>
                </c:pt>
                <c:pt idx="530">
                  <c:v>0.051935825268436</c:v>
                </c:pt>
                <c:pt idx="531">
                  <c:v>0.051412155065027</c:v>
                </c:pt>
                <c:pt idx="532">
                  <c:v>0.05089471404107</c:v>
                </c:pt>
                <c:pt idx="533">
                  <c:v>0.05038344358724</c:v>
                </c:pt>
                <c:pt idx="534">
                  <c:v>0.049878284403744</c:v>
                </c:pt>
                <c:pt idx="535">
                  <c:v>0.049379176582076</c:v>
                </c:pt>
                <c:pt idx="536">
                  <c:v>0.0488860596827</c:v>
                </c:pt>
                <c:pt idx="537">
                  <c:v>0.048398872808811</c:v>
                </c:pt>
                <c:pt idx="538">
                  <c:v>0.047917554676313</c:v>
                </c:pt>
                <c:pt idx="539">
                  <c:v>0.047442043680166</c:v>
                </c:pt>
                <c:pt idx="540">
                  <c:v>0.04697227795723</c:v>
                </c:pt>
                <c:pt idx="541">
                  <c:v>0.046508195445761</c:v>
                </c:pt>
                <c:pt idx="542">
                  <c:v>0.046049733941661</c:v>
                </c:pt>
                <c:pt idx="543">
                  <c:v>0.045596831151648</c:v>
                </c:pt>
                <c:pt idx="544">
                  <c:v>0.045149424743442</c:v>
                </c:pt>
                <c:pt idx="545">
                  <c:v>0.044707452393101</c:v>
                </c:pt>
                <c:pt idx="546">
                  <c:v>0.044270851829636</c:v>
                </c:pt>
                <c:pt idx="547">
                  <c:v>0.043839560876995</c:v>
                </c:pt>
                <c:pt idx="548">
                  <c:v>0.043413517493551</c:v>
                </c:pt>
                <c:pt idx="549">
                  <c:v>0.042992659809195</c:v>
                </c:pt>
                <c:pt idx="550">
                  <c:v>0.042576926160132</c:v>
                </c:pt>
                <c:pt idx="551">
                  <c:v>0.042166255121483</c:v>
                </c:pt>
                <c:pt idx="552">
                  <c:v>0.04176058553781</c:v>
                </c:pt>
                <c:pt idx="553">
                  <c:v>0.041359856551618</c:v>
                </c:pt>
                <c:pt idx="554">
                  <c:v>0.040964007629974</c:v>
                </c:pt>
                <c:pt idx="555">
                  <c:v>0.04057297858929</c:v>
                </c:pt>
                <c:pt idx="556">
                  <c:v>0.040186709618374</c:v>
                </c:pt>
                <c:pt idx="557">
                  <c:v>0.039805141299835</c:v>
                </c:pt>
                <c:pt idx="558">
                  <c:v>0.039428214629901</c:v>
                </c:pt>
                <c:pt idx="559">
                  <c:v>0.039055871036749</c:v>
                </c:pt>
                <c:pt idx="560">
                  <c:v>0.0386880523974</c:v>
                </c:pt>
                <c:pt idx="561">
                  <c:v>0.038324701053259</c:v>
                </c:pt>
                <c:pt idx="562">
                  <c:v>0.037965759824366</c:v>
                </c:pt>
                <c:pt idx="563">
                  <c:v>0.03761117202242</c:v>
                </c:pt>
                <c:pt idx="564">
                  <c:v>0.037260881462639</c:v>
                </c:pt>
                <c:pt idx="565">
                  <c:v>0.036914832474517</c:v>
                </c:pt>
                <c:pt idx="566">
                  <c:v>0.036572969911525</c:v>
                </c:pt>
                <c:pt idx="567">
                  <c:v>0.036235239159832</c:v>
                </c:pt>
                <c:pt idx="568">
                  <c:v>0.03590158614607</c:v>
                </c:pt>
                <c:pt idx="569">
                  <c:v>0.035571957344215</c:v>
                </c:pt>
                <c:pt idx="570">
                  <c:v>0.035246299781627</c:v>
                </c:pt>
                <c:pt idx="571">
                  <c:v>0.034924561044279</c:v>
                </c:pt>
                <c:pt idx="572">
                  <c:v>0.034606689281248</c:v>
                </c:pt>
                <c:pt idx="573">
                  <c:v>0.03429263320848</c:v>
                </c:pt>
                <c:pt idx="574">
                  <c:v>0.033982342111888</c:v>
                </c:pt>
                <c:pt idx="575">
                  <c:v>0.033675765849814</c:v>
                </c:pt>
                <c:pt idx="576">
                  <c:v>0.033372854854893</c:v>
                </c:pt>
                <c:pt idx="577">
                  <c:v>0.033073560135355</c:v>
                </c:pt>
                <c:pt idx="578">
                  <c:v>0.032777833275792</c:v>
                </c:pt>
                <c:pt idx="579">
                  <c:v>0.032485626437432</c:v>
                </c:pt>
                <c:pt idx="580">
                  <c:v>0.032196892357938</c:v>
                </c:pt>
                <c:pt idx="581">
                  <c:v>0.031911584350776</c:v>
                </c:pt>
                <c:pt idx="582">
                  <c:v>0.031629656304163</c:v>
                </c:pt>
                <c:pt idx="583">
                  <c:v>0.031351062679629</c:v>
                </c:pt>
                <c:pt idx="584">
                  <c:v>0.031075758510226</c:v>
                </c:pt>
                <c:pt idx="585">
                  <c:v>0.030803699398384</c:v>
                </c:pt>
                <c:pt idx="586">
                  <c:v>0.030534841513472</c:v>
                </c:pt>
                <c:pt idx="587">
                  <c:v>0.030269141589046</c:v>
                </c:pt>
                <c:pt idx="588">
                  <c:v>0.030006556919834</c:v>
                </c:pt>
                <c:pt idx="589">
                  <c:v>0.029747045358466</c:v>
                </c:pt>
                <c:pt idx="590">
                  <c:v>0.029490565311966</c:v>
                </c:pt>
                <c:pt idx="591">
                  <c:v>0.029237075738026</c:v>
                </c:pt>
                <c:pt idx="592">
                  <c:v>0.02898653614108</c:v>
                </c:pt>
                <c:pt idx="593">
                  <c:v>0.028738906568191</c:v>
                </c:pt>
                <c:pt idx="594">
                  <c:v>0.028494147604767</c:v>
                </c:pt>
                <c:pt idx="595">
                  <c:v>0.028252220370118</c:v>
                </c:pt>
                <c:pt idx="596">
                  <c:v>0.028013086512878</c:v>
                </c:pt>
                <c:pt idx="597">
                  <c:v>0.027776708206281</c:v>
                </c:pt>
                <c:pt idx="598">
                  <c:v>0.027543048143333</c:v>
                </c:pt>
                <c:pt idx="599">
                  <c:v>0.027312069531871</c:v>
                </c:pt>
                <c:pt idx="600">
                  <c:v>0.027083736089521</c:v>
                </c:pt>
                <c:pt idx="601">
                  <c:v>0.02685801203858</c:v>
                </c:pt>
                <c:pt idx="602">
                  <c:v>0.026634862100808</c:v>
                </c:pt>
                <c:pt idx="603">
                  <c:v>0.026414251492163</c:v>
                </c:pt>
                <c:pt idx="604">
                  <c:v>0.026196145917475</c:v>
                </c:pt>
                <c:pt idx="605">
                  <c:v>0.025980511565063</c:v>
                </c:pt>
                <c:pt idx="606">
                  <c:v>0.025767315101315</c:v>
                </c:pt>
                <c:pt idx="607">
                  <c:v>0.025556523665228</c:v>
                </c:pt>
                <c:pt idx="608">
                  <c:v>0.025348104862923</c:v>
                </c:pt>
                <c:pt idx="609">
                  <c:v>0.025142026762132</c:v>
                </c:pt>
                <c:pt idx="610">
                  <c:v>0.024938257886667</c:v>
                </c:pt>
                <c:pt idx="611">
                  <c:v>0.024736767210889</c:v>
                </c:pt>
                <c:pt idx="612">
                  <c:v>0.024537524154152</c:v>
                </c:pt>
                <c:pt idx="613">
                  <c:v>0.024340498575264</c:v>
                </c:pt>
                <c:pt idx="614">
                  <c:v>0.024145660766941</c:v>
                </c:pt>
                <c:pt idx="615">
                  <c:v>0.02395298145027</c:v>
                </c:pt>
                <c:pt idx="616">
                  <c:v>0.02376243176919</c:v>
                </c:pt>
                <c:pt idx="617">
                  <c:v>0.02357398328498</c:v>
                </c:pt>
                <c:pt idx="618">
                  <c:v>0.023387607970769</c:v>
                </c:pt>
                <c:pt idx="619">
                  <c:v>0.023203278206079</c:v>
                </c:pt>
                <c:pt idx="620">
                  <c:v>0.023020966771374</c:v>
                </c:pt>
                <c:pt idx="621">
                  <c:v>0.022840646842655</c:v>
                </c:pt>
                <c:pt idx="622">
                  <c:v>0.022662291986078</c:v>
                </c:pt>
                <c:pt idx="623">
                  <c:v>0.022485876152605</c:v>
                </c:pt>
                <c:pt idx="624">
                  <c:v>0.022311373672698</c:v>
                </c:pt>
                <c:pt idx="625">
                  <c:v>0.022138759251042</c:v>
                </c:pt>
                <c:pt idx="626">
                  <c:v>0.021968007961312</c:v>
                </c:pt>
                <c:pt idx="627">
                  <c:v>0.021799095240988</c:v>
                </c:pt>
                <c:pt idx="628">
                  <c:v>0.021631996886198</c:v>
                </c:pt>
                <c:pt idx="629">
                  <c:v>0.021466689046626</c:v>
                </c:pt>
                <c:pt idx="630">
                  <c:v>0.021303148220445</c:v>
                </c:pt>
                <c:pt idx="631">
                  <c:v>0.02114135124932</c:v>
                </c:pt>
                <c:pt idx="632">
                  <c:v>0.020981275313435</c:v>
                </c:pt>
                <c:pt idx="633">
                  <c:v>0.020822897926594</c:v>
                </c:pt>
                <c:pt idx="634">
                  <c:v>0.020666196931354</c:v>
                </c:pt>
                <c:pt idx="635">
                  <c:v>0.020511150494218</c:v>
                </c:pt>
                <c:pt idx="636">
                  <c:v>0.02035773710088</c:v>
                </c:pt>
                <c:pt idx="637">
                  <c:v>0.020205935551519</c:v>
                </c:pt>
                <c:pt idx="638">
                  <c:v>0.020055724956151</c:v>
                </c:pt>
                <c:pt idx="639">
                  <c:v>0.019907084730028</c:v>
                </c:pt>
                <c:pt idx="640">
                  <c:v>0.019759994589097</c:v>
                </c:pt>
                <c:pt idx="641">
                  <c:v>0.019614434545513</c:v>
                </c:pt>
                <c:pt idx="642">
                  <c:v>0.0194703849032</c:v>
                </c:pt>
                <c:pt idx="643">
                  <c:v>0.019327826253477</c:v>
                </c:pt>
                <c:pt idx="644">
                  <c:v>0.019186739470728</c:v>
                </c:pt>
                <c:pt idx="645">
                  <c:v>0.019047105708136</c:v>
                </c:pt>
                <c:pt idx="646">
                  <c:v>0.018908906393467</c:v>
                </c:pt>
                <c:pt idx="647">
                  <c:v>0.018772123224908</c:v>
                </c:pt>
                <c:pt idx="648">
                  <c:v>0.018636738166963</c:v>
                </c:pt>
                <c:pt idx="649">
                  <c:v>0.018502733446406</c:v>
                </c:pt>
                <c:pt idx="650">
                  <c:v>0.018370091548279</c:v>
                </c:pt>
                <c:pt idx="651">
                  <c:v>0.018238795211953</c:v>
                </c:pt>
                <c:pt idx="652">
                  <c:v>0.018108827427241</c:v>
                </c:pt>
                <c:pt idx="653">
                  <c:v>0.017980171430562</c:v>
                </c:pt>
                <c:pt idx="654">
                  <c:v>0.017852810701166</c:v>
                </c:pt>
                <c:pt idx="655">
                  <c:v>0.017726728957399</c:v>
                </c:pt>
                <c:pt idx="656">
                  <c:v>0.017601910153035</c:v>
                </c:pt>
                <c:pt idx="657">
                  <c:v>0.017478338473651</c:v>
                </c:pt>
                <c:pt idx="658">
                  <c:v>0.01735599833306</c:v>
                </c:pt>
                <c:pt idx="659">
                  <c:v>0.017234874369791</c:v>
                </c:pt>
                <c:pt idx="660">
                  <c:v>0.017114951443624</c:v>
                </c:pt>
                <c:pt idx="661">
                  <c:v>0.016996214632173</c:v>
                </c:pt>
                <c:pt idx="662">
                  <c:v>0.01687864922752</c:v>
                </c:pt>
                <c:pt idx="663">
                  <c:v>0.016762240732903</c:v>
                </c:pt>
                <c:pt idx="664">
                  <c:v>0.016646974859447</c:v>
                </c:pt>
                <c:pt idx="665">
                  <c:v>0.016532837522946</c:v>
                </c:pt>
                <c:pt idx="666">
                  <c:v>0.016419814840698</c:v>
                </c:pt>
                <c:pt idx="667">
                  <c:v>0.016307893128383</c:v>
                </c:pt>
                <c:pt idx="668">
                  <c:v>0.016197058896986</c:v>
                </c:pt>
                <c:pt idx="669">
                  <c:v>0.016087298849777</c:v>
                </c:pt>
                <c:pt idx="670">
                  <c:v>0.015978599879325</c:v>
                </c:pt>
                <c:pt idx="671">
                  <c:v>0.015870949064568</c:v>
                </c:pt>
                <c:pt idx="672">
                  <c:v>0.015764333667921</c:v>
                </c:pt>
                <c:pt idx="673">
                  <c:v>0.015658741132432</c:v>
                </c:pt>
                <c:pt idx="674">
                  <c:v>0.015554159078984</c:v>
                </c:pt>
                <c:pt idx="675">
                  <c:v>0.015450575303537</c:v>
                </c:pt>
                <c:pt idx="676">
                  <c:v>0.015347977774413</c:v>
                </c:pt>
                <c:pt idx="677">
                  <c:v>0.015246354629628</c:v>
                </c:pt>
                <c:pt idx="678">
                  <c:v>0.015145694174259</c:v>
                </c:pt>
                <c:pt idx="679">
                  <c:v>0.01504598487786</c:v>
                </c:pt>
                <c:pt idx="680">
                  <c:v>0.014947215371913</c:v>
                </c:pt>
                <c:pt idx="681">
                  <c:v>0.014849374447321</c:v>
                </c:pt>
                <c:pt idx="682">
                  <c:v>0.014752451051944</c:v>
                </c:pt>
                <c:pt idx="683">
                  <c:v>0.014656434288165</c:v>
                </c:pt>
                <c:pt idx="684">
                  <c:v>0.014561313410508</c:v>
                </c:pt>
                <c:pt idx="685">
                  <c:v>0.014467077823283</c:v>
                </c:pt>
                <c:pt idx="686">
                  <c:v>0.014373717078272</c:v>
                </c:pt>
                <c:pt idx="687">
                  <c:v>0.014281220872455</c:v>
                </c:pt>
                <c:pt idx="688">
                  <c:v>0.014189579045768</c:v>
                </c:pt>
                <c:pt idx="689">
                  <c:v>0.014098781578898</c:v>
                </c:pt>
                <c:pt idx="690">
                  <c:v>0.014008818591115</c:v>
                </c:pt>
                <c:pt idx="691">
                  <c:v>0.01391968033814</c:v>
                </c:pt>
                <c:pt idx="692">
                  <c:v>0.013831357210044</c:v>
                </c:pt>
                <c:pt idx="693">
                  <c:v>0.013743839729179</c:v>
                </c:pt>
                <c:pt idx="694">
                  <c:v>0.01365711854815</c:v>
                </c:pt>
                <c:pt idx="695">
                  <c:v>0.013571184447813</c:v>
                </c:pt>
                <c:pt idx="696">
                  <c:v>0.013486028335311</c:v>
                </c:pt>
                <c:pt idx="697">
                  <c:v>0.013401641242131</c:v>
                </c:pt>
                <c:pt idx="698">
                  <c:v>0.013318014322207</c:v>
                </c:pt>
                <c:pt idx="699">
                  <c:v>0.013235138850044</c:v>
                </c:pt>
                <c:pt idx="700">
                  <c:v>0.013153006218875</c:v>
                </c:pt>
                <c:pt idx="701">
                  <c:v>0.013071607938846</c:v>
                </c:pt>
                <c:pt idx="702">
                  <c:v>0.012990935635235</c:v>
                </c:pt>
                <c:pt idx="703">
                  <c:v>0.012910981046696</c:v>
                </c:pt>
                <c:pt idx="704">
                  <c:v>0.012831736023531</c:v>
                </c:pt>
                <c:pt idx="705">
                  <c:v>0.012753192525996</c:v>
                </c:pt>
                <c:pt idx="706">
                  <c:v>0.012675342622625</c:v>
                </c:pt>
                <c:pt idx="707">
                  <c:v>0.012598178488589</c:v>
                </c:pt>
                <c:pt idx="708">
                  <c:v>0.012521692404078</c:v>
                </c:pt>
                <c:pt idx="709">
                  <c:v>0.012445876752714</c:v>
                </c:pt>
                <c:pt idx="710">
                  <c:v>0.012370724019979</c:v>
                </c:pt>
                <c:pt idx="711">
                  <c:v>0.012296226791683</c:v>
                </c:pt>
                <c:pt idx="712">
                  <c:v>0.012222377752444</c:v>
                </c:pt>
                <c:pt idx="713">
                  <c:v>0.012149169684203</c:v>
                </c:pt>
                <c:pt idx="714">
                  <c:v>0.012076595464752</c:v>
                </c:pt>
                <c:pt idx="715">
                  <c:v>0.012004648066299</c:v>
                </c:pt>
                <c:pt idx="716">
                  <c:v>0.011933320554046</c:v>
                </c:pt>
                <c:pt idx="717">
                  <c:v>0.011862606084794</c:v>
                </c:pt>
                <c:pt idx="718">
                  <c:v>0.01179249790557</c:v>
                </c:pt>
                <c:pt idx="719">
                  <c:v>0.011722989352278</c:v>
                </c:pt>
                <c:pt idx="720">
                  <c:v>0.011654073848367</c:v>
                </c:pt>
                <c:pt idx="721">
                  <c:v>0.011585744903529</c:v>
                </c:pt>
                <c:pt idx="722">
                  <c:v>0.01151799611241</c:v>
                </c:pt>
                <c:pt idx="723">
                  <c:v>0.011450821153344</c:v>
                </c:pt>
                <c:pt idx="724">
                  <c:v>0.011384213787113</c:v>
                </c:pt>
                <c:pt idx="725">
                  <c:v>0.011318167855716</c:v>
                </c:pt>
                <c:pt idx="726">
                  <c:v>0.011252677281171</c:v>
                </c:pt>
                <c:pt idx="727">
                  <c:v>0.011187736064325</c:v>
                </c:pt>
                <c:pt idx="728">
                  <c:v>0.011123338283691</c:v>
                </c:pt>
                <c:pt idx="729">
                  <c:v>0.011059478094301</c:v>
                </c:pt>
                <c:pt idx="730">
                  <c:v>0.010996149726575</c:v>
                </c:pt>
                <c:pt idx="731">
                  <c:v>0.01093334748521</c:v>
                </c:pt>
                <c:pt idx="732">
                  <c:v>0.010871065748094</c:v>
                </c:pt>
                <c:pt idx="733">
                  <c:v>0.010809298965223</c:v>
                </c:pt>
                <c:pt idx="734">
                  <c:v>0.010748041657648</c:v>
                </c:pt>
                <c:pt idx="735">
                  <c:v>0.010687288416433</c:v>
                </c:pt>
                <c:pt idx="736">
                  <c:v>0.010627033901633</c:v>
                </c:pt>
                <c:pt idx="737">
                  <c:v>0.010567272841283</c:v>
                </c:pt>
                <c:pt idx="738">
                  <c:v>0.01050800003041</c:v>
                </c:pt>
                <c:pt idx="739">
                  <c:v>0.010449210330057</c:v>
                </c:pt>
                <c:pt idx="740">
                  <c:v>0.010390898666321</c:v>
                </c:pt>
                <c:pt idx="741">
                  <c:v>0.010333060029412</c:v>
                </c:pt>
                <c:pt idx="742">
                  <c:v>0.010275689472721</c:v>
                </c:pt>
                <c:pt idx="743">
                  <c:v>0.010218782111907</c:v>
                </c:pt>
                <c:pt idx="744">
                  <c:v>0.010162333123998</c:v>
                </c:pt>
                <c:pt idx="745">
                  <c:v>0.010106337746502</c:v>
                </c:pt>
                <c:pt idx="746">
                  <c:v>0.01005079127654</c:v>
                </c:pt>
                <c:pt idx="747">
                  <c:v>0.0099956890699862</c:v>
                </c:pt>
                <c:pt idx="748">
                  <c:v>0.0099410265406232</c:v>
                </c:pt>
                <c:pt idx="749">
                  <c:v>0.009886799159314</c:v>
                </c:pt>
                <c:pt idx="750">
                  <c:v>0.0098330024531832</c:v>
                </c:pt>
                <c:pt idx="751">
                  <c:v>0.0097796320048129</c:v>
                </c:pt>
                <c:pt idx="752">
                  <c:v>0.0097266834514512</c:v>
                </c:pt>
                <c:pt idx="753">
                  <c:v>0.0096741524842333</c:v>
                </c:pt>
                <c:pt idx="754">
                  <c:v>0.0096220348474144</c:v>
                </c:pt>
                <c:pt idx="755">
                  <c:v>0.0095703263376153</c:v>
                </c:pt>
                <c:pt idx="756">
                  <c:v>0.0095190228030797</c:v>
                </c:pt>
                <c:pt idx="757">
                  <c:v>0.0094681201429432</c:v>
                </c:pt>
                <c:pt idx="758">
                  <c:v>0.009417614306513</c:v>
                </c:pt>
                <c:pt idx="759">
                  <c:v>0.0093675012925611</c:v>
                </c:pt>
                <c:pt idx="760">
                  <c:v>0.0093177771486258</c:v>
                </c:pt>
                <c:pt idx="761">
                  <c:v>0.0092684379703264</c:v>
                </c:pt>
                <c:pt idx="762">
                  <c:v>0.0092194799006871</c:v>
                </c:pt>
                <c:pt idx="763">
                  <c:v>0.0091708991294729</c:v>
                </c:pt>
                <c:pt idx="764">
                  <c:v>0.0091226918925342</c:v>
                </c:pt>
                <c:pt idx="765">
                  <c:v>0.0090748544711634</c:v>
                </c:pt>
                <c:pt idx="766">
                  <c:v>0.00902738319146</c:v>
                </c:pt>
                <c:pt idx="767">
                  <c:v>0.0089802744237068</c:v>
                </c:pt>
                <c:pt idx="768">
                  <c:v>0.0089335245817545</c:v>
                </c:pt>
                <c:pt idx="769">
                  <c:v>0.0088871301224175</c:v>
                </c:pt>
                <c:pt idx="770">
                  <c:v>0.0088410875448774</c:v>
                </c:pt>
                <c:pt idx="771">
                  <c:v>0.0087953933900971</c:v>
                </c:pt>
                <c:pt idx="772">
                  <c:v>0.0087500442402428</c:v>
                </c:pt>
                <c:pt idx="773">
                  <c:v>0.0087050367181159</c:v>
                </c:pt>
                <c:pt idx="774">
                  <c:v>0.0086603674865934</c:v>
                </c:pt>
                <c:pt idx="775">
                  <c:v>0.0086160332480761</c:v>
                </c:pt>
                <c:pt idx="776">
                  <c:v>0.008572030743947</c:v>
                </c:pt>
                <c:pt idx="777">
                  <c:v>0.008528356754036</c:v>
                </c:pt>
                <c:pt idx="778">
                  <c:v>0.0084850080960944</c:v>
                </c:pt>
                <c:pt idx="779">
                  <c:v>0.0084419816252767</c:v>
                </c:pt>
                <c:pt idx="780">
                  <c:v>0.0083992742336308</c:v>
                </c:pt>
                <c:pt idx="781">
                  <c:v>0.0083568828495952</c:v>
                </c:pt>
                <c:pt idx="782">
                  <c:v>0.0083148044375048</c:v>
                </c:pt>
                <c:pt idx="783">
                  <c:v>0.0082730359971034</c:v>
                </c:pt>
                <c:pt idx="784">
                  <c:v>0.0082315745630648</c:v>
                </c:pt>
                <c:pt idx="785">
                  <c:v>0.0081904172045195</c:v>
                </c:pt>
                <c:pt idx="786">
                  <c:v>0.00814956102459</c:v>
                </c:pt>
                <c:pt idx="787">
                  <c:v>0.0081090031599328</c:v>
                </c:pt>
                <c:pt idx="788">
                  <c:v>0.0080687407802867</c:v>
                </c:pt>
                <c:pt idx="789">
                  <c:v>0.008028771088029</c:v>
                </c:pt>
                <c:pt idx="790">
                  <c:v>0.0079890913177372</c:v>
                </c:pt>
                <c:pt idx="791">
                  <c:v>0.0079496987357585</c:v>
                </c:pt>
                <c:pt idx="792">
                  <c:v>0.0079105906397848</c:v>
                </c:pt>
                <c:pt idx="793">
                  <c:v>0.0078717643584348</c:v>
                </c:pt>
                <c:pt idx="794">
                  <c:v>0.0078332172508419</c:v>
                </c:pt>
                <c:pt idx="795">
                  <c:v>0.0077949467062485</c:v>
                </c:pt>
                <c:pt idx="796">
                  <c:v>0.0077569501436062</c:v>
                </c:pt>
                <c:pt idx="797">
                  <c:v>0.0077192250111824</c:v>
                </c:pt>
                <c:pt idx="798">
                  <c:v>0.0076817687861724</c:v>
                </c:pt>
                <c:pt idx="799">
                  <c:v>0.0076445789743171</c:v>
                </c:pt>
                <c:pt idx="800">
                  <c:v>0.007607653109527</c:v>
                </c:pt>
              </c:numCache>
            </c:numRef>
          </c:yVal>
        </c:ser>
        <c:ser>
          <c:idx val="1"/>
          <c:order val="1"/>
          <c:tx>
            <c:v>0.1 atm</c:v>
          </c:tx>
          <c:spPr>
            <a:ln xmlns:a="http://schemas.openxmlformats.org/drawingml/2006/main" w="28575">
              <a:solidFill>
                <a:srgbClr val="242421"/>
              </a:solidFill>
            </a:ln>
          </c:spPr>
          <c:marker>
            <c:symbol val="none"/>
          </c:marker>
          <c:xVal>
            <c:numRef>
              <c:f>'Chart Data'!$C$2:$C$802</c:f>
              <c:numCache>
                <c:formatCode>General</c:formatCode>
                <c:ptCount val="801"/>
                <c:pt idx="0">
                  <c:v>105</c:v>
                </c:pt>
                <c:pt idx="1">
                  <c:v>105.025</c:v>
                </c:pt>
                <c:pt idx="2">
                  <c:v>105.05</c:v>
                </c:pt>
                <c:pt idx="3">
                  <c:v>105.075</c:v>
                </c:pt>
                <c:pt idx="4">
                  <c:v>105.1</c:v>
                </c:pt>
                <c:pt idx="5">
                  <c:v>105.125</c:v>
                </c:pt>
                <c:pt idx="6">
                  <c:v>105.15</c:v>
                </c:pt>
                <c:pt idx="7">
                  <c:v>105.175</c:v>
                </c:pt>
                <c:pt idx="8">
                  <c:v>105.2</c:v>
                </c:pt>
                <c:pt idx="9">
                  <c:v>105.225</c:v>
                </c:pt>
                <c:pt idx="10">
                  <c:v>105.25</c:v>
                </c:pt>
                <c:pt idx="11">
                  <c:v>105.275</c:v>
                </c:pt>
                <c:pt idx="12">
                  <c:v>105.3</c:v>
                </c:pt>
                <c:pt idx="13">
                  <c:v>105.325</c:v>
                </c:pt>
                <c:pt idx="14">
                  <c:v>105.35</c:v>
                </c:pt>
                <c:pt idx="15">
                  <c:v>105.375</c:v>
                </c:pt>
                <c:pt idx="16">
                  <c:v>105.4</c:v>
                </c:pt>
                <c:pt idx="17">
                  <c:v>105.425</c:v>
                </c:pt>
                <c:pt idx="18">
                  <c:v>105.45</c:v>
                </c:pt>
                <c:pt idx="19">
                  <c:v>105.475</c:v>
                </c:pt>
                <c:pt idx="20">
                  <c:v>105.5</c:v>
                </c:pt>
                <c:pt idx="21">
                  <c:v>105.525</c:v>
                </c:pt>
                <c:pt idx="22">
                  <c:v>105.55</c:v>
                </c:pt>
                <c:pt idx="23">
                  <c:v>105.575</c:v>
                </c:pt>
                <c:pt idx="24">
                  <c:v>105.6</c:v>
                </c:pt>
                <c:pt idx="25">
                  <c:v>105.625</c:v>
                </c:pt>
                <c:pt idx="26">
                  <c:v>105.65</c:v>
                </c:pt>
                <c:pt idx="27">
                  <c:v>105.675</c:v>
                </c:pt>
                <c:pt idx="28">
                  <c:v>105.7</c:v>
                </c:pt>
                <c:pt idx="29">
                  <c:v>105.725</c:v>
                </c:pt>
                <c:pt idx="30">
                  <c:v>105.75</c:v>
                </c:pt>
                <c:pt idx="31">
                  <c:v>105.775</c:v>
                </c:pt>
                <c:pt idx="32">
                  <c:v>105.8</c:v>
                </c:pt>
                <c:pt idx="33">
                  <c:v>105.825</c:v>
                </c:pt>
                <c:pt idx="34">
                  <c:v>105.85</c:v>
                </c:pt>
                <c:pt idx="35">
                  <c:v>105.875</c:v>
                </c:pt>
                <c:pt idx="36">
                  <c:v>105.9</c:v>
                </c:pt>
                <c:pt idx="37">
                  <c:v>105.925</c:v>
                </c:pt>
                <c:pt idx="38">
                  <c:v>105.95</c:v>
                </c:pt>
                <c:pt idx="39">
                  <c:v>105.975</c:v>
                </c:pt>
                <c:pt idx="40">
                  <c:v>106</c:v>
                </c:pt>
                <c:pt idx="41">
                  <c:v>106.025</c:v>
                </c:pt>
                <c:pt idx="42">
                  <c:v>106.05</c:v>
                </c:pt>
                <c:pt idx="43">
                  <c:v>106.075</c:v>
                </c:pt>
                <c:pt idx="44">
                  <c:v>106.1</c:v>
                </c:pt>
                <c:pt idx="45">
                  <c:v>106.125</c:v>
                </c:pt>
                <c:pt idx="46">
                  <c:v>106.15</c:v>
                </c:pt>
                <c:pt idx="47">
                  <c:v>106.175</c:v>
                </c:pt>
                <c:pt idx="48">
                  <c:v>106.2</c:v>
                </c:pt>
                <c:pt idx="49">
                  <c:v>106.225</c:v>
                </c:pt>
                <c:pt idx="50">
                  <c:v>106.25</c:v>
                </c:pt>
                <c:pt idx="51">
                  <c:v>106.275</c:v>
                </c:pt>
                <c:pt idx="52">
                  <c:v>106.3</c:v>
                </c:pt>
                <c:pt idx="53">
                  <c:v>106.325</c:v>
                </c:pt>
                <c:pt idx="54">
                  <c:v>106.35</c:v>
                </c:pt>
                <c:pt idx="55">
                  <c:v>106.375</c:v>
                </c:pt>
                <c:pt idx="56">
                  <c:v>106.4</c:v>
                </c:pt>
                <c:pt idx="57">
                  <c:v>106.425</c:v>
                </c:pt>
                <c:pt idx="58">
                  <c:v>106.45</c:v>
                </c:pt>
                <c:pt idx="59">
                  <c:v>106.475</c:v>
                </c:pt>
                <c:pt idx="60">
                  <c:v>106.5</c:v>
                </c:pt>
                <c:pt idx="61">
                  <c:v>106.525</c:v>
                </c:pt>
                <c:pt idx="62">
                  <c:v>106.55</c:v>
                </c:pt>
                <c:pt idx="63">
                  <c:v>106.575</c:v>
                </c:pt>
                <c:pt idx="64">
                  <c:v>106.6</c:v>
                </c:pt>
                <c:pt idx="65">
                  <c:v>106.625</c:v>
                </c:pt>
                <c:pt idx="66">
                  <c:v>106.65</c:v>
                </c:pt>
                <c:pt idx="67">
                  <c:v>106.675</c:v>
                </c:pt>
                <c:pt idx="68">
                  <c:v>106.7</c:v>
                </c:pt>
                <c:pt idx="69">
                  <c:v>106.725</c:v>
                </c:pt>
                <c:pt idx="70">
                  <c:v>106.75</c:v>
                </c:pt>
                <c:pt idx="71">
                  <c:v>106.775</c:v>
                </c:pt>
                <c:pt idx="72">
                  <c:v>106.8</c:v>
                </c:pt>
                <c:pt idx="73">
                  <c:v>106.825</c:v>
                </c:pt>
                <c:pt idx="74">
                  <c:v>106.85</c:v>
                </c:pt>
                <c:pt idx="75">
                  <c:v>106.875</c:v>
                </c:pt>
                <c:pt idx="76">
                  <c:v>106.9</c:v>
                </c:pt>
                <c:pt idx="77">
                  <c:v>106.925</c:v>
                </c:pt>
                <c:pt idx="78">
                  <c:v>106.95</c:v>
                </c:pt>
                <c:pt idx="79">
                  <c:v>106.975</c:v>
                </c:pt>
                <c:pt idx="80">
                  <c:v>107</c:v>
                </c:pt>
                <c:pt idx="81">
                  <c:v>107.025</c:v>
                </c:pt>
                <c:pt idx="82">
                  <c:v>107.05</c:v>
                </c:pt>
                <c:pt idx="83">
                  <c:v>107.075</c:v>
                </c:pt>
                <c:pt idx="84">
                  <c:v>107.1</c:v>
                </c:pt>
                <c:pt idx="85">
                  <c:v>107.125</c:v>
                </c:pt>
                <c:pt idx="86">
                  <c:v>107.15</c:v>
                </c:pt>
                <c:pt idx="87">
                  <c:v>107.175</c:v>
                </c:pt>
                <c:pt idx="88">
                  <c:v>107.2</c:v>
                </c:pt>
                <c:pt idx="89">
                  <c:v>107.225</c:v>
                </c:pt>
                <c:pt idx="90">
                  <c:v>107.25</c:v>
                </c:pt>
                <c:pt idx="91">
                  <c:v>107.275</c:v>
                </c:pt>
                <c:pt idx="92">
                  <c:v>107.3</c:v>
                </c:pt>
                <c:pt idx="93">
                  <c:v>107.325</c:v>
                </c:pt>
                <c:pt idx="94">
                  <c:v>107.35</c:v>
                </c:pt>
                <c:pt idx="95">
                  <c:v>107.375</c:v>
                </c:pt>
                <c:pt idx="96">
                  <c:v>107.4</c:v>
                </c:pt>
                <c:pt idx="97">
                  <c:v>107.425</c:v>
                </c:pt>
                <c:pt idx="98">
                  <c:v>107.45</c:v>
                </c:pt>
                <c:pt idx="99">
                  <c:v>107.475</c:v>
                </c:pt>
                <c:pt idx="100">
                  <c:v>107.5</c:v>
                </c:pt>
                <c:pt idx="101">
                  <c:v>107.525</c:v>
                </c:pt>
                <c:pt idx="102">
                  <c:v>107.55</c:v>
                </c:pt>
                <c:pt idx="103">
                  <c:v>107.575</c:v>
                </c:pt>
                <c:pt idx="104">
                  <c:v>107.6</c:v>
                </c:pt>
                <c:pt idx="105">
                  <c:v>107.625</c:v>
                </c:pt>
                <c:pt idx="106">
                  <c:v>107.65</c:v>
                </c:pt>
                <c:pt idx="107">
                  <c:v>107.675</c:v>
                </c:pt>
                <c:pt idx="108">
                  <c:v>107.7</c:v>
                </c:pt>
                <c:pt idx="109">
                  <c:v>107.725</c:v>
                </c:pt>
                <c:pt idx="110">
                  <c:v>107.75</c:v>
                </c:pt>
                <c:pt idx="111">
                  <c:v>107.775</c:v>
                </c:pt>
                <c:pt idx="112">
                  <c:v>107.8</c:v>
                </c:pt>
                <c:pt idx="113">
                  <c:v>107.825</c:v>
                </c:pt>
                <c:pt idx="114">
                  <c:v>107.85</c:v>
                </c:pt>
                <c:pt idx="115">
                  <c:v>107.875</c:v>
                </c:pt>
                <c:pt idx="116">
                  <c:v>107.9</c:v>
                </c:pt>
                <c:pt idx="117">
                  <c:v>107.925</c:v>
                </c:pt>
                <c:pt idx="118">
                  <c:v>107.95</c:v>
                </c:pt>
                <c:pt idx="119">
                  <c:v>107.975</c:v>
                </c:pt>
                <c:pt idx="120">
                  <c:v>108</c:v>
                </c:pt>
                <c:pt idx="121">
                  <c:v>108.025</c:v>
                </c:pt>
                <c:pt idx="122">
                  <c:v>108.05</c:v>
                </c:pt>
                <c:pt idx="123">
                  <c:v>108.075</c:v>
                </c:pt>
                <c:pt idx="124">
                  <c:v>108.1</c:v>
                </c:pt>
                <c:pt idx="125">
                  <c:v>108.125</c:v>
                </c:pt>
                <c:pt idx="126">
                  <c:v>108.15</c:v>
                </c:pt>
                <c:pt idx="127">
                  <c:v>108.175</c:v>
                </c:pt>
                <c:pt idx="128">
                  <c:v>108.2</c:v>
                </c:pt>
                <c:pt idx="129">
                  <c:v>108.225</c:v>
                </c:pt>
                <c:pt idx="130">
                  <c:v>108.25</c:v>
                </c:pt>
                <c:pt idx="131">
                  <c:v>108.275</c:v>
                </c:pt>
                <c:pt idx="132">
                  <c:v>108.3</c:v>
                </c:pt>
                <c:pt idx="133">
                  <c:v>108.325</c:v>
                </c:pt>
                <c:pt idx="134">
                  <c:v>108.35</c:v>
                </c:pt>
                <c:pt idx="135">
                  <c:v>108.375</c:v>
                </c:pt>
                <c:pt idx="136">
                  <c:v>108.4</c:v>
                </c:pt>
                <c:pt idx="137">
                  <c:v>108.425</c:v>
                </c:pt>
                <c:pt idx="138">
                  <c:v>108.45</c:v>
                </c:pt>
                <c:pt idx="139">
                  <c:v>108.475</c:v>
                </c:pt>
                <c:pt idx="140">
                  <c:v>108.5</c:v>
                </c:pt>
                <c:pt idx="141">
                  <c:v>108.525</c:v>
                </c:pt>
                <c:pt idx="142">
                  <c:v>108.55</c:v>
                </c:pt>
                <c:pt idx="143">
                  <c:v>108.575</c:v>
                </c:pt>
                <c:pt idx="144">
                  <c:v>108.6</c:v>
                </c:pt>
                <c:pt idx="145">
                  <c:v>108.625</c:v>
                </c:pt>
                <c:pt idx="146">
                  <c:v>108.65</c:v>
                </c:pt>
                <c:pt idx="147">
                  <c:v>108.675</c:v>
                </c:pt>
                <c:pt idx="148">
                  <c:v>108.7</c:v>
                </c:pt>
                <c:pt idx="149">
                  <c:v>108.725</c:v>
                </c:pt>
                <c:pt idx="150">
                  <c:v>108.75</c:v>
                </c:pt>
                <c:pt idx="151">
                  <c:v>108.775</c:v>
                </c:pt>
                <c:pt idx="152">
                  <c:v>108.8</c:v>
                </c:pt>
                <c:pt idx="153">
                  <c:v>108.825</c:v>
                </c:pt>
                <c:pt idx="154">
                  <c:v>108.85</c:v>
                </c:pt>
                <c:pt idx="155">
                  <c:v>108.875</c:v>
                </c:pt>
                <c:pt idx="156">
                  <c:v>108.9</c:v>
                </c:pt>
                <c:pt idx="157">
                  <c:v>108.925</c:v>
                </c:pt>
                <c:pt idx="158">
                  <c:v>108.95</c:v>
                </c:pt>
                <c:pt idx="159">
                  <c:v>108.975</c:v>
                </c:pt>
                <c:pt idx="160">
                  <c:v>109</c:v>
                </c:pt>
                <c:pt idx="161">
                  <c:v>109.025</c:v>
                </c:pt>
                <c:pt idx="162">
                  <c:v>109.05</c:v>
                </c:pt>
                <c:pt idx="163">
                  <c:v>109.075</c:v>
                </c:pt>
                <c:pt idx="164">
                  <c:v>109.1</c:v>
                </c:pt>
                <c:pt idx="165">
                  <c:v>109.125</c:v>
                </c:pt>
                <c:pt idx="166">
                  <c:v>109.15</c:v>
                </c:pt>
                <c:pt idx="167">
                  <c:v>109.175</c:v>
                </c:pt>
                <c:pt idx="168">
                  <c:v>109.2</c:v>
                </c:pt>
                <c:pt idx="169">
                  <c:v>109.225</c:v>
                </c:pt>
                <c:pt idx="170">
                  <c:v>109.25</c:v>
                </c:pt>
                <c:pt idx="171">
                  <c:v>109.275</c:v>
                </c:pt>
                <c:pt idx="172">
                  <c:v>109.3</c:v>
                </c:pt>
                <c:pt idx="173">
                  <c:v>109.325</c:v>
                </c:pt>
                <c:pt idx="174">
                  <c:v>109.35</c:v>
                </c:pt>
                <c:pt idx="175">
                  <c:v>109.375</c:v>
                </c:pt>
                <c:pt idx="176">
                  <c:v>109.4</c:v>
                </c:pt>
                <c:pt idx="177">
                  <c:v>109.425</c:v>
                </c:pt>
                <c:pt idx="178">
                  <c:v>109.45</c:v>
                </c:pt>
                <c:pt idx="179">
                  <c:v>109.475</c:v>
                </c:pt>
                <c:pt idx="180">
                  <c:v>109.5</c:v>
                </c:pt>
                <c:pt idx="181">
                  <c:v>109.525</c:v>
                </c:pt>
                <c:pt idx="182">
                  <c:v>109.55</c:v>
                </c:pt>
                <c:pt idx="183">
                  <c:v>109.575</c:v>
                </c:pt>
                <c:pt idx="184">
                  <c:v>109.6</c:v>
                </c:pt>
                <c:pt idx="185">
                  <c:v>109.625</c:v>
                </c:pt>
                <c:pt idx="186">
                  <c:v>109.65</c:v>
                </c:pt>
                <c:pt idx="187">
                  <c:v>109.675</c:v>
                </c:pt>
                <c:pt idx="188">
                  <c:v>109.7</c:v>
                </c:pt>
                <c:pt idx="189">
                  <c:v>109.725</c:v>
                </c:pt>
                <c:pt idx="190">
                  <c:v>109.75</c:v>
                </c:pt>
                <c:pt idx="191">
                  <c:v>109.775</c:v>
                </c:pt>
                <c:pt idx="192">
                  <c:v>109.8</c:v>
                </c:pt>
                <c:pt idx="193">
                  <c:v>109.825</c:v>
                </c:pt>
                <c:pt idx="194">
                  <c:v>109.85</c:v>
                </c:pt>
                <c:pt idx="195">
                  <c:v>109.875</c:v>
                </c:pt>
                <c:pt idx="196">
                  <c:v>109.9</c:v>
                </c:pt>
                <c:pt idx="197">
                  <c:v>109.925</c:v>
                </c:pt>
                <c:pt idx="198">
                  <c:v>109.95</c:v>
                </c:pt>
                <c:pt idx="199">
                  <c:v>109.975</c:v>
                </c:pt>
                <c:pt idx="200">
                  <c:v>110</c:v>
                </c:pt>
                <c:pt idx="201">
                  <c:v>110.025</c:v>
                </c:pt>
                <c:pt idx="202">
                  <c:v>110.05</c:v>
                </c:pt>
                <c:pt idx="203">
                  <c:v>110.075</c:v>
                </c:pt>
                <c:pt idx="204">
                  <c:v>110.1</c:v>
                </c:pt>
                <c:pt idx="205">
                  <c:v>110.125</c:v>
                </c:pt>
                <c:pt idx="206">
                  <c:v>110.15</c:v>
                </c:pt>
                <c:pt idx="207">
                  <c:v>110.175</c:v>
                </c:pt>
                <c:pt idx="208">
                  <c:v>110.2</c:v>
                </c:pt>
                <c:pt idx="209">
                  <c:v>110.225</c:v>
                </c:pt>
                <c:pt idx="210">
                  <c:v>110.25</c:v>
                </c:pt>
                <c:pt idx="211">
                  <c:v>110.275</c:v>
                </c:pt>
                <c:pt idx="212">
                  <c:v>110.3</c:v>
                </c:pt>
                <c:pt idx="213">
                  <c:v>110.325</c:v>
                </c:pt>
                <c:pt idx="214">
                  <c:v>110.35</c:v>
                </c:pt>
                <c:pt idx="215">
                  <c:v>110.375</c:v>
                </c:pt>
                <c:pt idx="216">
                  <c:v>110.4</c:v>
                </c:pt>
                <c:pt idx="217">
                  <c:v>110.425</c:v>
                </c:pt>
                <c:pt idx="218">
                  <c:v>110.45</c:v>
                </c:pt>
                <c:pt idx="219">
                  <c:v>110.475</c:v>
                </c:pt>
                <c:pt idx="220">
                  <c:v>110.5</c:v>
                </c:pt>
                <c:pt idx="221">
                  <c:v>110.525</c:v>
                </c:pt>
                <c:pt idx="222">
                  <c:v>110.55</c:v>
                </c:pt>
                <c:pt idx="223">
                  <c:v>110.575</c:v>
                </c:pt>
                <c:pt idx="224">
                  <c:v>110.6</c:v>
                </c:pt>
                <c:pt idx="225">
                  <c:v>110.625</c:v>
                </c:pt>
                <c:pt idx="226">
                  <c:v>110.65</c:v>
                </c:pt>
                <c:pt idx="227">
                  <c:v>110.675</c:v>
                </c:pt>
                <c:pt idx="228">
                  <c:v>110.7</c:v>
                </c:pt>
                <c:pt idx="229">
                  <c:v>110.725</c:v>
                </c:pt>
                <c:pt idx="230">
                  <c:v>110.75</c:v>
                </c:pt>
                <c:pt idx="231">
                  <c:v>110.775</c:v>
                </c:pt>
                <c:pt idx="232">
                  <c:v>110.8</c:v>
                </c:pt>
                <c:pt idx="233">
                  <c:v>110.825</c:v>
                </c:pt>
                <c:pt idx="234">
                  <c:v>110.85</c:v>
                </c:pt>
                <c:pt idx="235">
                  <c:v>110.875</c:v>
                </c:pt>
                <c:pt idx="236">
                  <c:v>110.9</c:v>
                </c:pt>
                <c:pt idx="237">
                  <c:v>110.925</c:v>
                </c:pt>
                <c:pt idx="238">
                  <c:v>110.95</c:v>
                </c:pt>
                <c:pt idx="239">
                  <c:v>110.975</c:v>
                </c:pt>
                <c:pt idx="240">
                  <c:v>111</c:v>
                </c:pt>
                <c:pt idx="241">
                  <c:v>111.025</c:v>
                </c:pt>
                <c:pt idx="242">
                  <c:v>111.05</c:v>
                </c:pt>
                <c:pt idx="243">
                  <c:v>111.075</c:v>
                </c:pt>
                <c:pt idx="244">
                  <c:v>111.1</c:v>
                </c:pt>
                <c:pt idx="245">
                  <c:v>111.125</c:v>
                </c:pt>
                <c:pt idx="246">
                  <c:v>111.15</c:v>
                </c:pt>
                <c:pt idx="247">
                  <c:v>111.175</c:v>
                </c:pt>
                <c:pt idx="248">
                  <c:v>111.2</c:v>
                </c:pt>
                <c:pt idx="249">
                  <c:v>111.225</c:v>
                </c:pt>
                <c:pt idx="250">
                  <c:v>111.25</c:v>
                </c:pt>
                <c:pt idx="251">
                  <c:v>111.275</c:v>
                </c:pt>
                <c:pt idx="252">
                  <c:v>111.3</c:v>
                </c:pt>
                <c:pt idx="253">
                  <c:v>111.325</c:v>
                </c:pt>
                <c:pt idx="254">
                  <c:v>111.35</c:v>
                </c:pt>
                <c:pt idx="255">
                  <c:v>111.375</c:v>
                </c:pt>
                <c:pt idx="256">
                  <c:v>111.4</c:v>
                </c:pt>
                <c:pt idx="257">
                  <c:v>111.425</c:v>
                </c:pt>
                <c:pt idx="258">
                  <c:v>111.45</c:v>
                </c:pt>
                <c:pt idx="259">
                  <c:v>111.475</c:v>
                </c:pt>
                <c:pt idx="260">
                  <c:v>111.5</c:v>
                </c:pt>
                <c:pt idx="261">
                  <c:v>111.525</c:v>
                </c:pt>
                <c:pt idx="262">
                  <c:v>111.55</c:v>
                </c:pt>
                <c:pt idx="263">
                  <c:v>111.575</c:v>
                </c:pt>
                <c:pt idx="264">
                  <c:v>111.6</c:v>
                </c:pt>
                <c:pt idx="265">
                  <c:v>111.625</c:v>
                </c:pt>
                <c:pt idx="266">
                  <c:v>111.65</c:v>
                </c:pt>
                <c:pt idx="267">
                  <c:v>111.675</c:v>
                </c:pt>
                <c:pt idx="268">
                  <c:v>111.7</c:v>
                </c:pt>
                <c:pt idx="269">
                  <c:v>111.725</c:v>
                </c:pt>
                <c:pt idx="270">
                  <c:v>111.75</c:v>
                </c:pt>
                <c:pt idx="271">
                  <c:v>111.775</c:v>
                </c:pt>
                <c:pt idx="272">
                  <c:v>111.8</c:v>
                </c:pt>
                <c:pt idx="273">
                  <c:v>111.825</c:v>
                </c:pt>
                <c:pt idx="274">
                  <c:v>111.85</c:v>
                </c:pt>
                <c:pt idx="275">
                  <c:v>111.875</c:v>
                </c:pt>
                <c:pt idx="276">
                  <c:v>111.9</c:v>
                </c:pt>
                <c:pt idx="277">
                  <c:v>111.925</c:v>
                </c:pt>
                <c:pt idx="278">
                  <c:v>111.95</c:v>
                </c:pt>
                <c:pt idx="279">
                  <c:v>111.975</c:v>
                </c:pt>
                <c:pt idx="280">
                  <c:v>112</c:v>
                </c:pt>
                <c:pt idx="281">
                  <c:v>112.025</c:v>
                </c:pt>
                <c:pt idx="282">
                  <c:v>112.05</c:v>
                </c:pt>
                <c:pt idx="283">
                  <c:v>112.075</c:v>
                </c:pt>
                <c:pt idx="284">
                  <c:v>112.1</c:v>
                </c:pt>
                <c:pt idx="285">
                  <c:v>112.125</c:v>
                </c:pt>
                <c:pt idx="286">
                  <c:v>112.15</c:v>
                </c:pt>
                <c:pt idx="287">
                  <c:v>112.175</c:v>
                </c:pt>
                <c:pt idx="288">
                  <c:v>112.2</c:v>
                </c:pt>
                <c:pt idx="289">
                  <c:v>112.225</c:v>
                </c:pt>
                <c:pt idx="290">
                  <c:v>112.25</c:v>
                </c:pt>
                <c:pt idx="291">
                  <c:v>112.275</c:v>
                </c:pt>
                <c:pt idx="292">
                  <c:v>112.3</c:v>
                </c:pt>
                <c:pt idx="293">
                  <c:v>112.325</c:v>
                </c:pt>
                <c:pt idx="294">
                  <c:v>112.35</c:v>
                </c:pt>
                <c:pt idx="295">
                  <c:v>112.375</c:v>
                </c:pt>
                <c:pt idx="296">
                  <c:v>112.4</c:v>
                </c:pt>
                <c:pt idx="297">
                  <c:v>112.425</c:v>
                </c:pt>
                <c:pt idx="298">
                  <c:v>112.45</c:v>
                </c:pt>
                <c:pt idx="299">
                  <c:v>112.475</c:v>
                </c:pt>
                <c:pt idx="300">
                  <c:v>112.5</c:v>
                </c:pt>
                <c:pt idx="301">
                  <c:v>112.525</c:v>
                </c:pt>
                <c:pt idx="302">
                  <c:v>112.55</c:v>
                </c:pt>
                <c:pt idx="303">
                  <c:v>112.575</c:v>
                </c:pt>
                <c:pt idx="304">
                  <c:v>112.6</c:v>
                </c:pt>
                <c:pt idx="305">
                  <c:v>112.625</c:v>
                </c:pt>
                <c:pt idx="306">
                  <c:v>112.65</c:v>
                </c:pt>
                <c:pt idx="307">
                  <c:v>112.675</c:v>
                </c:pt>
                <c:pt idx="308">
                  <c:v>112.7</c:v>
                </c:pt>
                <c:pt idx="309">
                  <c:v>112.725</c:v>
                </c:pt>
                <c:pt idx="310">
                  <c:v>112.75</c:v>
                </c:pt>
                <c:pt idx="311">
                  <c:v>112.775</c:v>
                </c:pt>
                <c:pt idx="312">
                  <c:v>112.8</c:v>
                </c:pt>
                <c:pt idx="313">
                  <c:v>112.825</c:v>
                </c:pt>
                <c:pt idx="314">
                  <c:v>112.85</c:v>
                </c:pt>
                <c:pt idx="315">
                  <c:v>112.875</c:v>
                </c:pt>
                <c:pt idx="316">
                  <c:v>112.9</c:v>
                </c:pt>
                <c:pt idx="317">
                  <c:v>112.925</c:v>
                </c:pt>
                <c:pt idx="318">
                  <c:v>112.95</c:v>
                </c:pt>
                <c:pt idx="319">
                  <c:v>112.975</c:v>
                </c:pt>
                <c:pt idx="320">
                  <c:v>113</c:v>
                </c:pt>
                <c:pt idx="321">
                  <c:v>113.025</c:v>
                </c:pt>
                <c:pt idx="322">
                  <c:v>113.05</c:v>
                </c:pt>
                <c:pt idx="323">
                  <c:v>113.075</c:v>
                </c:pt>
                <c:pt idx="324">
                  <c:v>113.1</c:v>
                </c:pt>
                <c:pt idx="325">
                  <c:v>113.125</c:v>
                </c:pt>
                <c:pt idx="326">
                  <c:v>113.15</c:v>
                </c:pt>
                <c:pt idx="327">
                  <c:v>113.175</c:v>
                </c:pt>
                <c:pt idx="328">
                  <c:v>113.2</c:v>
                </c:pt>
                <c:pt idx="329">
                  <c:v>113.225</c:v>
                </c:pt>
                <c:pt idx="330">
                  <c:v>113.25</c:v>
                </c:pt>
                <c:pt idx="331">
                  <c:v>113.275</c:v>
                </c:pt>
                <c:pt idx="332">
                  <c:v>113.3</c:v>
                </c:pt>
                <c:pt idx="333">
                  <c:v>113.325</c:v>
                </c:pt>
                <c:pt idx="334">
                  <c:v>113.35</c:v>
                </c:pt>
                <c:pt idx="335">
                  <c:v>113.375</c:v>
                </c:pt>
                <c:pt idx="336">
                  <c:v>113.4</c:v>
                </c:pt>
                <c:pt idx="337">
                  <c:v>113.425</c:v>
                </c:pt>
                <c:pt idx="338">
                  <c:v>113.45</c:v>
                </c:pt>
                <c:pt idx="339">
                  <c:v>113.475</c:v>
                </c:pt>
                <c:pt idx="340">
                  <c:v>113.5</c:v>
                </c:pt>
                <c:pt idx="341">
                  <c:v>113.525</c:v>
                </c:pt>
                <c:pt idx="342">
                  <c:v>113.55</c:v>
                </c:pt>
                <c:pt idx="343">
                  <c:v>113.575</c:v>
                </c:pt>
                <c:pt idx="344">
                  <c:v>113.6</c:v>
                </c:pt>
                <c:pt idx="345">
                  <c:v>113.625</c:v>
                </c:pt>
                <c:pt idx="346">
                  <c:v>113.65</c:v>
                </c:pt>
                <c:pt idx="347">
                  <c:v>113.675</c:v>
                </c:pt>
                <c:pt idx="348">
                  <c:v>113.7</c:v>
                </c:pt>
                <c:pt idx="349">
                  <c:v>113.725</c:v>
                </c:pt>
                <c:pt idx="350">
                  <c:v>113.75</c:v>
                </c:pt>
                <c:pt idx="351">
                  <c:v>113.775</c:v>
                </c:pt>
                <c:pt idx="352">
                  <c:v>113.8</c:v>
                </c:pt>
                <c:pt idx="353">
                  <c:v>113.825</c:v>
                </c:pt>
                <c:pt idx="354">
                  <c:v>113.85</c:v>
                </c:pt>
                <c:pt idx="355">
                  <c:v>113.875</c:v>
                </c:pt>
                <c:pt idx="356">
                  <c:v>113.9</c:v>
                </c:pt>
                <c:pt idx="357">
                  <c:v>113.925</c:v>
                </c:pt>
                <c:pt idx="358">
                  <c:v>113.95</c:v>
                </c:pt>
                <c:pt idx="359">
                  <c:v>113.975</c:v>
                </c:pt>
                <c:pt idx="360">
                  <c:v>114</c:v>
                </c:pt>
                <c:pt idx="361">
                  <c:v>114.025</c:v>
                </c:pt>
                <c:pt idx="362">
                  <c:v>114.05</c:v>
                </c:pt>
                <c:pt idx="363">
                  <c:v>114.075</c:v>
                </c:pt>
                <c:pt idx="364">
                  <c:v>114.1</c:v>
                </c:pt>
                <c:pt idx="365">
                  <c:v>114.125</c:v>
                </c:pt>
                <c:pt idx="366">
                  <c:v>114.15</c:v>
                </c:pt>
                <c:pt idx="367">
                  <c:v>114.175</c:v>
                </c:pt>
                <c:pt idx="368">
                  <c:v>114.2</c:v>
                </c:pt>
                <c:pt idx="369">
                  <c:v>114.225</c:v>
                </c:pt>
                <c:pt idx="370">
                  <c:v>114.25</c:v>
                </c:pt>
                <c:pt idx="371">
                  <c:v>114.275</c:v>
                </c:pt>
                <c:pt idx="372">
                  <c:v>114.3</c:v>
                </c:pt>
                <c:pt idx="373">
                  <c:v>114.325</c:v>
                </c:pt>
                <c:pt idx="374">
                  <c:v>114.35</c:v>
                </c:pt>
                <c:pt idx="375">
                  <c:v>114.375</c:v>
                </c:pt>
                <c:pt idx="376">
                  <c:v>114.4</c:v>
                </c:pt>
                <c:pt idx="377">
                  <c:v>114.425</c:v>
                </c:pt>
                <c:pt idx="378">
                  <c:v>114.45</c:v>
                </c:pt>
                <c:pt idx="379">
                  <c:v>114.475</c:v>
                </c:pt>
                <c:pt idx="380">
                  <c:v>114.5</c:v>
                </c:pt>
                <c:pt idx="381">
                  <c:v>114.525</c:v>
                </c:pt>
                <c:pt idx="382">
                  <c:v>114.55</c:v>
                </c:pt>
                <c:pt idx="383">
                  <c:v>114.575</c:v>
                </c:pt>
                <c:pt idx="384">
                  <c:v>114.6</c:v>
                </c:pt>
                <c:pt idx="385">
                  <c:v>114.625</c:v>
                </c:pt>
                <c:pt idx="386">
                  <c:v>114.65</c:v>
                </c:pt>
                <c:pt idx="387">
                  <c:v>114.675</c:v>
                </c:pt>
                <c:pt idx="388">
                  <c:v>114.7</c:v>
                </c:pt>
                <c:pt idx="389">
                  <c:v>114.725</c:v>
                </c:pt>
                <c:pt idx="390">
                  <c:v>114.75</c:v>
                </c:pt>
                <c:pt idx="391">
                  <c:v>114.775</c:v>
                </c:pt>
                <c:pt idx="392">
                  <c:v>114.8</c:v>
                </c:pt>
                <c:pt idx="393">
                  <c:v>114.825</c:v>
                </c:pt>
                <c:pt idx="394">
                  <c:v>114.85</c:v>
                </c:pt>
                <c:pt idx="395">
                  <c:v>114.875</c:v>
                </c:pt>
                <c:pt idx="396">
                  <c:v>114.9</c:v>
                </c:pt>
                <c:pt idx="397">
                  <c:v>114.925</c:v>
                </c:pt>
                <c:pt idx="398">
                  <c:v>114.95</c:v>
                </c:pt>
                <c:pt idx="399">
                  <c:v>114.975</c:v>
                </c:pt>
                <c:pt idx="400">
                  <c:v>115</c:v>
                </c:pt>
                <c:pt idx="401">
                  <c:v>115.025</c:v>
                </c:pt>
                <c:pt idx="402">
                  <c:v>115.05</c:v>
                </c:pt>
                <c:pt idx="403">
                  <c:v>115.075</c:v>
                </c:pt>
                <c:pt idx="404">
                  <c:v>115.1</c:v>
                </c:pt>
                <c:pt idx="405">
                  <c:v>115.125</c:v>
                </c:pt>
                <c:pt idx="406">
                  <c:v>115.15</c:v>
                </c:pt>
                <c:pt idx="407">
                  <c:v>115.175</c:v>
                </c:pt>
                <c:pt idx="408">
                  <c:v>115.2</c:v>
                </c:pt>
                <c:pt idx="409">
                  <c:v>115.225</c:v>
                </c:pt>
                <c:pt idx="410">
                  <c:v>115.25</c:v>
                </c:pt>
                <c:pt idx="411">
                  <c:v>115.275</c:v>
                </c:pt>
                <c:pt idx="412">
                  <c:v>115.3</c:v>
                </c:pt>
                <c:pt idx="413">
                  <c:v>115.325</c:v>
                </c:pt>
                <c:pt idx="414">
                  <c:v>115.35</c:v>
                </c:pt>
                <c:pt idx="415">
                  <c:v>115.375</c:v>
                </c:pt>
                <c:pt idx="416">
                  <c:v>115.4</c:v>
                </c:pt>
                <c:pt idx="417">
                  <c:v>115.425</c:v>
                </c:pt>
                <c:pt idx="418">
                  <c:v>115.45</c:v>
                </c:pt>
                <c:pt idx="419">
                  <c:v>115.475</c:v>
                </c:pt>
                <c:pt idx="420">
                  <c:v>115.5</c:v>
                </c:pt>
                <c:pt idx="421">
                  <c:v>115.525</c:v>
                </c:pt>
                <c:pt idx="422">
                  <c:v>115.55</c:v>
                </c:pt>
                <c:pt idx="423">
                  <c:v>115.575</c:v>
                </c:pt>
                <c:pt idx="424">
                  <c:v>115.6</c:v>
                </c:pt>
                <c:pt idx="425">
                  <c:v>115.625</c:v>
                </c:pt>
                <c:pt idx="426">
                  <c:v>115.65</c:v>
                </c:pt>
                <c:pt idx="427">
                  <c:v>115.675</c:v>
                </c:pt>
                <c:pt idx="428">
                  <c:v>115.7</c:v>
                </c:pt>
                <c:pt idx="429">
                  <c:v>115.725</c:v>
                </c:pt>
                <c:pt idx="430">
                  <c:v>115.75</c:v>
                </c:pt>
                <c:pt idx="431">
                  <c:v>115.775</c:v>
                </c:pt>
                <c:pt idx="432">
                  <c:v>115.8</c:v>
                </c:pt>
                <c:pt idx="433">
                  <c:v>115.825</c:v>
                </c:pt>
                <c:pt idx="434">
                  <c:v>115.85</c:v>
                </c:pt>
                <c:pt idx="435">
                  <c:v>115.875</c:v>
                </c:pt>
                <c:pt idx="436">
                  <c:v>115.9</c:v>
                </c:pt>
                <c:pt idx="437">
                  <c:v>115.925</c:v>
                </c:pt>
                <c:pt idx="438">
                  <c:v>115.95</c:v>
                </c:pt>
                <c:pt idx="439">
                  <c:v>115.975</c:v>
                </c:pt>
                <c:pt idx="440">
                  <c:v>116</c:v>
                </c:pt>
                <c:pt idx="441">
                  <c:v>116.025</c:v>
                </c:pt>
                <c:pt idx="442">
                  <c:v>116.05</c:v>
                </c:pt>
                <c:pt idx="443">
                  <c:v>116.075</c:v>
                </c:pt>
                <c:pt idx="444">
                  <c:v>116.1</c:v>
                </c:pt>
                <c:pt idx="445">
                  <c:v>116.125</c:v>
                </c:pt>
                <c:pt idx="446">
                  <c:v>116.15</c:v>
                </c:pt>
                <c:pt idx="447">
                  <c:v>116.175</c:v>
                </c:pt>
                <c:pt idx="448">
                  <c:v>116.2</c:v>
                </c:pt>
                <c:pt idx="449">
                  <c:v>116.225</c:v>
                </c:pt>
                <c:pt idx="450">
                  <c:v>116.25</c:v>
                </c:pt>
                <c:pt idx="451">
                  <c:v>116.275</c:v>
                </c:pt>
                <c:pt idx="452">
                  <c:v>116.3</c:v>
                </c:pt>
                <c:pt idx="453">
                  <c:v>116.325</c:v>
                </c:pt>
                <c:pt idx="454">
                  <c:v>116.35</c:v>
                </c:pt>
                <c:pt idx="455">
                  <c:v>116.375</c:v>
                </c:pt>
                <c:pt idx="456">
                  <c:v>116.4</c:v>
                </c:pt>
                <c:pt idx="457">
                  <c:v>116.425</c:v>
                </c:pt>
                <c:pt idx="458">
                  <c:v>116.45</c:v>
                </c:pt>
                <c:pt idx="459">
                  <c:v>116.475</c:v>
                </c:pt>
                <c:pt idx="460">
                  <c:v>116.5</c:v>
                </c:pt>
                <c:pt idx="461">
                  <c:v>116.525</c:v>
                </c:pt>
                <c:pt idx="462">
                  <c:v>116.55</c:v>
                </c:pt>
                <c:pt idx="463">
                  <c:v>116.575</c:v>
                </c:pt>
                <c:pt idx="464">
                  <c:v>116.6</c:v>
                </c:pt>
                <c:pt idx="465">
                  <c:v>116.625</c:v>
                </c:pt>
                <c:pt idx="466">
                  <c:v>116.65</c:v>
                </c:pt>
                <c:pt idx="467">
                  <c:v>116.675</c:v>
                </c:pt>
                <c:pt idx="468">
                  <c:v>116.7</c:v>
                </c:pt>
                <c:pt idx="469">
                  <c:v>116.725</c:v>
                </c:pt>
                <c:pt idx="470">
                  <c:v>116.75</c:v>
                </c:pt>
                <c:pt idx="471">
                  <c:v>116.775</c:v>
                </c:pt>
                <c:pt idx="472">
                  <c:v>116.8</c:v>
                </c:pt>
                <c:pt idx="473">
                  <c:v>116.825</c:v>
                </c:pt>
                <c:pt idx="474">
                  <c:v>116.85</c:v>
                </c:pt>
                <c:pt idx="475">
                  <c:v>116.875</c:v>
                </c:pt>
                <c:pt idx="476">
                  <c:v>116.9</c:v>
                </c:pt>
                <c:pt idx="477">
                  <c:v>116.925</c:v>
                </c:pt>
                <c:pt idx="478">
                  <c:v>116.95</c:v>
                </c:pt>
                <c:pt idx="479">
                  <c:v>116.975</c:v>
                </c:pt>
                <c:pt idx="480">
                  <c:v>117</c:v>
                </c:pt>
                <c:pt idx="481">
                  <c:v>117.025</c:v>
                </c:pt>
                <c:pt idx="482">
                  <c:v>117.05</c:v>
                </c:pt>
                <c:pt idx="483">
                  <c:v>117.075</c:v>
                </c:pt>
                <c:pt idx="484">
                  <c:v>117.1</c:v>
                </c:pt>
                <c:pt idx="485">
                  <c:v>117.125</c:v>
                </c:pt>
                <c:pt idx="486">
                  <c:v>117.15</c:v>
                </c:pt>
                <c:pt idx="487">
                  <c:v>117.175</c:v>
                </c:pt>
                <c:pt idx="488">
                  <c:v>117.2</c:v>
                </c:pt>
                <c:pt idx="489">
                  <c:v>117.225</c:v>
                </c:pt>
                <c:pt idx="490">
                  <c:v>117.25</c:v>
                </c:pt>
                <c:pt idx="491">
                  <c:v>117.275</c:v>
                </c:pt>
                <c:pt idx="492">
                  <c:v>117.3</c:v>
                </c:pt>
                <c:pt idx="493">
                  <c:v>117.325</c:v>
                </c:pt>
                <c:pt idx="494">
                  <c:v>117.35</c:v>
                </c:pt>
                <c:pt idx="495">
                  <c:v>117.375</c:v>
                </c:pt>
                <c:pt idx="496">
                  <c:v>117.4</c:v>
                </c:pt>
                <c:pt idx="497">
                  <c:v>117.425</c:v>
                </c:pt>
                <c:pt idx="498">
                  <c:v>117.45</c:v>
                </c:pt>
                <c:pt idx="499">
                  <c:v>117.475</c:v>
                </c:pt>
                <c:pt idx="500">
                  <c:v>117.5</c:v>
                </c:pt>
                <c:pt idx="501">
                  <c:v>117.525</c:v>
                </c:pt>
                <c:pt idx="502">
                  <c:v>117.55</c:v>
                </c:pt>
                <c:pt idx="503">
                  <c:v>117.575</c:v>
                </c:pt>
                <c:pt idx="504">
                  <c:v>117.6</c:v>
                </c:pt>
                <c:pt idx="505">
                  <c:v>117.625</c:v>
                </c:pt>
                <c:pt idx="506">
                  <c:v>117.65</c:v>
                </c:pt>
                <c:pt idx="507">
                  <c:v>117.675</c:v>
                </c:pt>
                <c:pt idx="508">
                  <c:v>117.7</c:v>
                </c:pt>
                <c:pt idx="509">
                  <c:v>117.725</c:v>
                </c:pt>
                <c:pt idx="510">
                  <c:v>117.75</c:v>
                </c:pt>
                <c:pt idx="511">
                  <c:v>117.775</c:v>
                </c:pt>
                <c:pt idx="512">
                  <c:v>117.8</c:v>
                </c:pt>
                <c:pt idx="513">
                  <c:v>117.825</c:v>
                </c:pt>
                <c:pt idx="514">
                  <c:v>117.85</c:v>
                </c:pt>
                <c:pt idx="515">
                  <c:v>117.875</c:v>
                </c:pt>
                <c:pt idx="516">
                  <c:v>117.9</c:v>
                </c:pt>
                <c:pt idx="517">
                  <c:v>117.925</c:v>
                </c:pt>
                <c:pt idx="518">
                  <c:v>117.95</c:v>
                </c:pt>
                <c:pt idx="519">
                  <c:v>117.975</c:v>
                </c:pt>
                <c:pt idx="520">
                  <c:v>118</c:v>
                </c:pt>
                <c:pt idx="521">
                  <c:v>118.025</c:v>
                </c:pt>
                <c:pt idx="522">
                  <c:v>118.05</c:v>
                </c:pt>
                <c:pt idx="523">
                  <c:v>118.075</c:v>
                </c:pt>
                <c:pt idx="524">
                  <c:v>118.1</c:v>
                </c:pt>
                <c:pt idx="525">
                  <c:v>118.125</c:v>
                </c:pt>
                <c:pt idx="526">
                  <c:v>118.15</c:v>
                </c:pt>
                <c:pt idx="527">
                  <c:v>118.175</c:v>
                </c:pt>
                <c:pt idx="528">
                  <c:v>118.2</c:v>
                </c:pt>
                <c:pt idx="529">
                  <c:v>118.225</c:v>
                </c:pt>
                <c:pt idx="530">
                  <c:v>118.25</c:v>
                </c:pt>
                <c:pt idx="531">
                  <c:v>118.275</c:v>
                </c:pt>
                <c:pt idx="532">
                  <c:v>118.3</c:v>
                </c:pt>
                <c:pt idx="533">
                  <c:v>118.325</c:v>
                </c:pt>
                <c:pt idx="534">
                  <c:v>118.35</c:v>
                </c:pt>
                <c:pt idx="535">
                  <c:v>118.375</c:v>
                </c:pt>
                <c:pt idx="536">
                  <c:v>118.4</c:v>
                </c:pt>
                <c:pt idx="537">
                  <c:v>118.425</c:v>
                </c:pt>
                <c:pt idx="538">
                  <c:v>118.45</c:v>
                </c:pt>
                <c:pt idx="539">
                  <c:v>118.475</c:v>
                </c:pt>
                <c:pt idx="540">
                  <c:v>118.5</c:v>
                </c:pt>
                <c:pt idx="541">
                  <c:v>118.525</c:v>
                </c:pt>
                <c:pt idx="542">
                  <c:v>118.55</c:v>
                </c:pt>
                <c:pt idx="543">
                  <c:v>118.575</c:v>
                </c:pt>
                <c:pt idx="544">
                  <c:v>118.6</c:v>
                </c:pt>
                <c:pt idx="545">
                  <c:v>118.625</c:v>
                </c:pt>
                <c:pt idx="546">
                  <c:v>118.65</c:v>
                </c:pt>
                <c:pt idx="547">
                  <c:v>118.675</c:v>
                </c:pt>
                <c:pt idx="548">
                  <c:v>118.7</c:v>
                </c:pt>
                <c:pt idx="549">
                  <c:v>118.725</c:v>
                </c:pt>
                <c:pt idx="550">
                  <c:v>118.75</c:v>
                </c:pt>
                <c:pt idx="551">
                  <c:v>118.775</c:v>
                </c:pt>
                <c:pt idx="552">
                  <c:v>118.8</c:v>
                </c:pt>
                <c:pt idx="553">
                  <c:v>118.825</c:v>
                </c:pt>
                <c:pt idx="554">
                  <c:v>118.85</c:v>
                </c:pt>
                <c:pt idx="555">
                  <c:v>118.875</c:v>
                </c:pt>
                <c:pt idx="556">
                  <c:v>118.9</c:v>
                </c:pt>
                <c:pt idx="557">
                  <c:v>118.925</c:v>
                </c:pt>
                <c:pt idx="558">
                  <c:v>118.95</c:v>
                </c:pt>
                <c:pt idx="559">
                  <c:v>118.975</c:v>
                </c:pt>
                <c:pt idx="560">
                  <c:v>119</c:v>
                </c:pt>
                <c:pt idx="561">
                  <c:v>119.025</c:v>
                </c:pt>
                <c:pt idx="562">
                  <c:v>119.05</c:v>
                </c:pt>
                <c:pt idx="563">
                  <c:v>119.075</c:v>
                </c:pt>
                <c:pt idx="564">
                  <c:v>119.1</c:v>
                </c:pt>
                <c:pt idx="565">
                  <c:v>119.125</c:v>
                </c:pt>
                <c:pt idx="566">
                  <c:v>119.15</c:v>
                </c:pt>
                <c:pt idx="567">
                  <c:v>119.175</c:v>
                </c:pt>
                <c:pt idx="568">
                  <c:v>119.2</c:v>
                </c:pt>
                <c:pt idx="569">
                  <c:v>119.225</c:v>
                </c:pt>
                <c:pt idx="570">
                  <c:v>119.25</c:v>
                </c:pt>
                <c:pt idx="571">
                  <c:v>119.275</c:v>
                </c:pt>
                <c:pt idx="572">
                  <c:v>119.3</c:v>
                </c:pt>
                <c:pt idx="573">
                  <c:v>119.325</c:v>
                </c:pt>
                <c:pt idx="574">
                  <c:v>119.35</c:v>
                </c:pt>
                <c:pt idx="575">
                  <c:v>119.375</c:v>
                </c:pt>
                <c:pt idx="576">
                  <c:v>119.4</c:v>
                </c:pt>
                <c:pt idx="577">
                  <c:v>119.425</c:v>
                </c:pt>
                <c:pt idx="578">
                  <c:v>119.45</c:v>
                </c:pt>
                <c:pt idx="579">
                  <c:v>119.475</c:v>
                </c:pt>
                <c:pt idx="580">
                  <c:v>119.5</c:v>
                </c:pt>
                <c:pt idx="581">
                  <c:v>119.525</c:v>
                </c:pt>
                <c:pt idx="582">
                  <c:v>119.55</c:v>
                </c:pt>
                <c:pt idx="583">
                  <c:v>119.575</c:v>
                </c:pt>
                <c:pt idx="584">
                  <c:v>119.6</c:v>
                </c:pt>
                <c:pt idx="585">
                  <c:v>119.625</c:v>
                </c:pt>
                <c:pt idx="586">
                  <c:v>119.65</c:v>
                </c:pt>
                <c:pt idx="587">
                  <c:v>119.675</c:v>
                </c:pt>
                <c:pt idx="588">
                  <c:v>119.7</c:v>
                </c:pt>
                <c:pt idx="589">
                  <c:v>119.725</c:v>
                </c:pt>
                <c:pt idx="590">
                  <c:v>119.75</c:v>
                </c:pt>
                <c:pt idx="591">
                  <c:v>119.775</c:v>
                </c:pt>
                <c:pt idx="592">
                  <c:v>119.8</c:v>
                </c:pt>
                <c:pt idx="593">
                  <c:v>119.825</c:v>
                </c:pt>
                <c:pt idx="594">
                  <c:v>119.85</c:v>
                </c:pt>
                <c:pt idx="595">
                  <c:v>119.875</c:v>
                </c:pt>
                <c:pt idx="596">
                  <c:v>119.9</c:v>
                </c:pt>
                <c:pt idx="597">
                  <c:v>119.925</c:v>
                </c:pt>
                <c:pt idx="598">
                  <c:v>119.95</c:v>
                </c:pt>
                <c:pt idx="599">
                  <c:v>119.975</c:v>
                </c:pt>
                <c:pt idx="600">
                  <c:v>120</c:v>
                </c:pt>
                <c:pt idx="601">
                  <c:v>120.025</c:v>
                </c:pt>
                <c:pt idx="602">
                  <c:v>120.05</c:v>
                </c:pt>
                <c:pt idx="603">
                  <c:v>120.075</c:v>
                </c:pt>
                <c:pt idx="604">
                  <c:v>120.1</c:v>
                </c:pt>
                <c:pt idx="605">
                  <c:v>120.125</c:v>
                </c:pt>
                <c:pt idx="606">
                  <c:v>120.15</c:v>
                </c:pt>
                <c:pt idx="607">
                  <c:v>120.175</c:v>
                </c:pt>
                <c:pt idx="608">
                  <c:v>120.2</c:v>
                </c:pt>
                <c:pt idx="609">
                  <c:v>120.225</c:v>
                </c:pt>
                <c:pt idx="610">
                  <c:v>120.25</c:v>
                </c:pt>
                <c:pt idx="611">
                  <c:v>120.275</c:v>
                </c:pt>
                <c:pt idx="612">
                  <c:v>120.3</c:v>
                </c:pt>
                <c:pt idx="613">
                  <c:v>120.325</c:v>
                </c:pt>
                <c:pt idx="614">
                  <c:v>120.35</c:v>
                </c:pt>
                <c:pt idx="615">
                  <c:v>120.375</c:v>
                </c:pt>
                <c:pt idx="616">
                  <c:v>120.4</c:v>
                </c:pt>
                <c:pt idx="617">
                  <c:v>120.425</c:v>
                </c:pt>
                <c:pt idx="618">
                  <c:v>120.45</c:v>
                </c:pt>
                <c:pt idx="619">
                  <c:v>120.475</c:v>
                </c:pt>
                <c:pt idx="620">
                  <c:v>120.5</c:v>
                </c:pt>
                <c:pt idx="621">
                  <c:v>120.525</c:v>
                </c:pt>
                <c:pt idx="622">
                  <c:v>120.55</c:v>
                </c:pt>
                <c:pt idx="623">
                  <c:v>120.575</c:v>
                </c:pt>
                <c:pt idx="624">
                  <c:v>120.6</c:v>
                </c:pt>
                <c:pt idx="625">
                  <c:v>120.625</c:v>
                </c:pt>
                <c:pt idx="626">
                  <c:v>120.65</c:v>
                </c:pt>
                <c:pt idx="627">
                  <c:v>120.675</c:v>
                </c:pt>
                <c:pt idx="628">
                  <c:v>120.7</c:v>
                </c:pt>
                <c:pt idx="629">
                  <c:v>120.725</c:v>
                </c:pt>
                <c:pt idx="630">
                  <c:v>120.75</c:v>
                </c:pt>
                <c:pt idx="631">
                  <c:v>120.775</c:v>
                </c:pt>
                <c:pt idx="632">
                  <c:v>120.8</c:v>
                </c:pt>
                <c:pt idx="633">
                  <c:v>120.825</c:v>
                </c:pt>
                <c:pt idx="634">
                  <c:v>120.85</c:v>
                </c:pt>
                <c:pt idx="635">
                  <c:v>120.875</c:v>
                </c:pt>
                <c:pt idx="636">
                  <c:v>120.9</c:v>
                </c:pt>
                <c:pt idx="637">
                  <c:v>120.925</c:v>
                </c:pt>
                <c:pt idx="638">
                  <c:v>120.95</c:v>
                </c:pt>
                <c:pt idx="639">
                  <c:v>120.975</c:v>
                </c:pt>
                <c:pt idx="640">
                  <c:v>121</c:v>
                </c:pt>
                <c:pt idx="641">
                  <c:v>121.025</c:v>
                </c:pt>
                <c:pt idx="642">
                  <c:v>121.05</c:v>
                </c:pt>
                <c:pt idx="643">
                  <c:v>121.075</c:v>
                </c:pt>
                <c:pt idx="644">
                  <c:v>121.1</c:v>
                </c:pt>
                <c:pt idx="645">
                  <c:v>121.125</c:v>
                </c:pt>
                <c:pt idx="646">
                  <c:v>121.15</c:v>
                </c:pt>
                <c:pt idx="647">
                  <c:v>121.175</c:v>
                </c:pt>
                <c:pt idx="648">
                  <c:v>121.2</c:v>
                </c:pt>
                <c:pt idx="649">
                  <c:v>121.225</c:v>
                </c:pt>
                <c:pt idx="650">
                  <c:v>121.25</c:v>
                </c:pt>
                <c:pt idx="651">
                  <c:v>121.275</c:v>
                </c:pt>
                <c:pt idx="652">
                  <c:v>121.3</c:v>
                </c:pt>
                <c:pt idx="653">
                  <c:v>121.325</c:v>
                </c:pt>
                <c:pt idx="654">
                  <c:v>121.35</c:v>
                </c:pt>
                <c:pt idx="655">
                  <c:v>121.375</c:v>
                </c:pt>
                <c:pt idx="656">
                  <c:v>121.4</c:v>
                </c:pt>
                <c:pt idx="657">
                  <c:v>121.425</c:v>
                </c:pt>
                <c:pt idx="658">
                  <c:v>121.45</c:v>
                </c:pt>
                <c:pt idx="659">
                  <c:v>121.475</c:v>
                </c:pt>
                <c:pt idx="660">
                  <c:v>121.5</c:v>
                </c:pt>
                <c:pt idx="661">
                  <c:v>121.525</c:v>
                </c:pt>
                <c:pt idx="662">
                  <c:v>121.55</c:v>
                </c:pt>
                <c:pt idx="663">
                  <c:v>121.575</c:v>
                </c:pt>
                <c:pt idx="664">
                  <c:v>121.6</c:v>
                </c:pt>
                <c:pt idx="665">
                  <c:v>121.625</c:v>
                </c:pt>
                <c:pt idx="666">
                  <c:v>121.65</c:v>
                </c:pt>
                <c:pt idx="667">
                  <c:v>121.675</c:v>
                </c:pt>
                <c:pt idx="668">
                  <c:v>121.7</c:v>
                </c:pt>
                <c:pt idx="669">
                  <c:v>121.725</c:v>
                </c:pt>
                <c:pt idx="670">
                  <c:v>121.75</c:v>
                </c:pt>
                <c:pt idx="671">
                  <c:v>121.775</c:v>
                </c:pt>
                <c:pt idx="672">
                  <c:v>121.8</c:v>
                </c:pt>
                <c:pt idx="673">
                  <c:v>121.825</c:v>
                </c:pt>
                <c:pt idx="674">
                  <c:v>121.85</c:v>
                </c:pt>
                <c:pt idx="675">
                  <c:v>121.875</c:v>
                </c:pt>
                <c:pt idx="676">
                  <c:v>121.9</c:v>
                </c:pt>
                <c:pt idx="677">
                  <c:v>121.925</c:v>
                </c:pt>
                <c:pt idx="678">
                  <c:v>121.95</c:v>
                </c:pt>
                <c:pt idx="679">
                  <c:v>121.975</c:v>
                </c:pt>
                <c:pt idx="680">
                  <c:v>122</c:v>
                </c:pt>
                <c:pt idx="681">
                  <c:v>122.025</c:v>
                </c:pt>
                <c:pt idx="682">
                  <c:v>122.05</c:v>
                </c:pt>
                <c:pt idx="683">
                  <c:v>122.075</c:v>
                </c:pt>
                <c:pt idx="684">
                  <c:v>122.1</c:v>
                </c:pt>
                <c:pt idx="685">
                  <c:v>122.125</c:v>
                </c:pt>
                <c:pt idx="686">
                  <c:v>122.15</c:v>
                </c:pt>
                <c:pt idx="687">
                  <c:v>122.175</c:v>
                </c:pt>
                <c:pt idx="688">
                  <c:v>122.2</c:v>
                </c:pt>
                <c:pt idx="689">
                  <c:v>122.225</c:v>
                </c:pt>
                <c:pt idx="690">
                  <c:v>122.25</c:v>
                </c:pt>
                <c:pt idx="691">
                  <c:v>122.275</c:v>
                </c:pt>
                <c:pt idx="692">
                  <c:v>122.3</c:v>
                </c:pt>
                <c:pt idx="693">
                  <c:v>122.325</c:v>
                </c:pt>
                <c:pt idx="694">
                  <c:v>122.35</c:v>
                </c:pt>
                <c:pt idx="695">
                  <c:v>122.375</c:v>
                </c:pt>
                <c:pt idx="696">
                  <c:v>122.4</c:v>
                </c:pt>
                <c:pt idx="697">
                  <c:v>122.425</c:v>
                </c:pt>
                <c:pt idx="698">
                  <c:v>122.45</c:v>
                </c:pt>
                <c:pt idx="699">
                  <c:v>122.475</c:v>
                </c:pt>
                <c:pt idx="700">
                  <c:v>122.5</c:v>
                </c:pt>
                <c:pt idx="701">
                  <c:v>122.525</c:v>
                </c:pt>
                <c:pt idx="702">
                  <c:v>122.55</c:v>
                </c:pt>
                <c:pt idx="703">
                  <c:v>122.575</c:v>
                </c:pt>
                <c:pt idx="704">
                  <c:v>122.6</c:v>
                </c:pt>
                <c:pt idx="705">
                  <c:v>122.625</c:v>
                </c:pt>
                <c:pt idx="706">
                  <c:v>122.65</c:v>
                </c:pt>
                <c:pt idx="707">
                  <c:v>122.675</c:v>
                </c:pt>
                <c:pt idx="708">
                  <c:v>122.7</c:v>
                </c:pt>
                <c:pt idx="709">
                  <c:v>122.725</c:v>
                </c:pt>
                <c:pt idx="710">
                  <c:v>122.75</c:v>
                </c:pt>
                <c:pt idx="711">
                  <c:v>122.775</c:v>
                </c:pt>
                <c:pt idx="712">
                  <c:v>122.8</c:v>
                </c:pt>
                <c:pt idx="713">
                  <c:v>122.825</c:v>
                </c:pt>
                <c:pt idx="714">
                  <c:v>122.85</c:v>
                </c:pt>
                <c:pt idx="715">
                  <c:v>122.875</c:v>
                </c:pt>
                <c:pt idx="716">
                  <c:v>122.9</c:v>
                </c:pt>
                <c:pt idx="717">
                  <c:v>122.925</c:v>
                </c:pt>
                <c:pt idx="718">
                  <c:v>122.95</c:v>
                </c:pt>
                <c:pt idx="719">
                  <c:v>122.975</c:v>
                </c:pt>
                <c:pt idx="720">
                  <c:v>123</c:v>
                </c:pt>
                <c:pt idx="721">
                  <c:v>123.025</c:v>
                </c:pt>
                <c:pt idx="722">
                  <c:v>123.05</c:v>
                </c:pt>
                <c:pt idx="723">
                  <c:v>123.075</c:v>
                </c:pt>
                <c:pt idx="724">
                  <c:v>123.1</c:v>
                </c:pt>
                <c:pt idx="725">
                  <c:v>123.125</c:v>
                </c:pt>
                <c:pt idx="726">
                  <c:v>123.15</c:v>
                </c:pt>
                <c:pt idx="727">
                  <c:v>123.175</c:v>
                </c:pt>
                <c:pt idx="728">
                  <c:v>123.2</c:v>
                </c:pt>
                <c:pt idx="729">
                  <c:v>123.225</c:v>
                </c:pt>
                <c:pt idx="730">
                  <c:v>123.25</c:v>
                </c:pt>
                <c:pt idx="731">
                  <c:v>123.275</c:v>
                </c:pt>
                <c:pt idx="732">
                  <c:v>123.3</c:v>
                </c:pt>
                <c:pt idx="733">
                  <c:v>123.325</c:v>
                </c:pt>
                <c:pt idx="734">
                  <c:v>123.35</c:v>
                </c:pt>
                <c:pt idx="735">
                  <c:v>123.375</c:v>
                </c:pt>
                <c:pt idx="736">
                  <c:v>123.4</c:v>
                </c:pt>
                <c:pt idx="737">
                  <c:v>123.425</c:v>
                </c:pt>
                <c:pt idx="738">
                  <c:v>123.45</c:v>
                </c:pt>
                <c:pt idx="739">
                  <c:v>123.475</c:v>
                </c:pt>
                <c:pt idx="740">
                  <c:v>123.5</c:v>
                </c:pt>
                <c:pt idx="741">
                  <c:v>123.525</c:v>
                </c:pt>
                <c:pt idx="742">
                  <c:v>123.55</c:v>
                </c:pt>
                <c:pt idx="743">
                  <c:v>123.575</c:v>
                </c:pt>
                <c:pt idx="744">
                  <c:v>123.6</c:v>
                </c:pt>
                <c:pt idx="745">
                  <c:v>123.625</c:v>
                </c:pt>
                <c:pt idx="746">
                  <c:v>123.65</c:v>
                </c:pt>
                <c:pt idx="747">
                  <c:v>123.675</c:v>
                </c:pt>
                <c:pt idx="748">
                  <c:v>123.7</c:v>
                </c:pt>
                <c:pt idx="749">
                  <c:v>123.725</c:v>
                </c:pt>
                <c:pt idx="750">
                  <c:v>123.75</c:v>
                </c:pt>
                <c:pt idx="751">
                  <c:v>123.775</c:v>
                </c:pt>
                <c:pt idx="752">
                  <c:v>123.8</c:v>
                </c:pt>
                <c:pt idx="753">
                  <c:v>123.825</c:v>
                </c:pt>
                <c:pt idx="754">
                  <c:v>123.85</c:v>
                </c:pt>
                <c:pt idx="755">
                  <c:v>123.875</c:v>
                </c:pt>
                <c:pt idx="756">
                  <c:v>123.9</c:v>
                </c:pt>
                <c:pt idx="757">
                  <c:v>123.925</c:v>
                </c:pt>
                <c:pt idx="758">
                  <c:v>123.95</c:v>
                </c:pt>
                <c:pt idx="759">
                  <c:v>123.975</c:v>
                </c:pt>
                <c:pt idx="760">
                  <c:v>124</c:v>
                </c:pt>
                <c:pt idx="761">
                  <c:v>124.025</c:v>
                </c:pt>
                <c:pt idx="762">
                  <c:v>124.05</c:v>
                </c:pt>
                <c:pt idx="763">
                  <c:v>124.075</c:v>
                </c:pt>
                <c:pt idx="764">
                  <c:v>124.1</c:v>
                </c:pt>
                <c:pt idx="765">
                  <c:v>124.125</c:v>
                </c:pt>
                <c:pt idx="766">
                  <c:v>124.15</c:v>
                </c:pt>
                <c:pt idx="767">
                  <c:v>124.175</c:v>
                </c:pt>
                <c:pt idx="768">
                  <c:v>124.2</c:v>
                </c:pt>
                <c:pt idx="769">
                  <c:v>124.225</c:v>
                </c:pt>
                <c:pt idx="770">
                  <c:v>124.25</c:v>
                </c:pt>
                <c:pt idx="771">
                  <c:v>124.275</c:v>
                </c:pt>
                <c:pt idx="772">
                  <c:v>124.3</c:v>
                </c:pt>
                <c:pt idx="773">
                  <c:v>124.325</c:v>
                </c:pt>
                <c:pt idx="774">
                  <c:v>124.35</c:v>
                </c:pt>
                <c:pt idx="775">
                  <c:v>124.375</c:v>
                </c:pt>
                <c:pt idx="776">
                  <c:v>124.4</c:v>
                </c:pt>
                <c:pt idx="777">
                  <c:v>124.425</c:v>
                </c:pt>
                <c:pt idx="778">
                  <c:v>124.45</c:v>
                </c:pt>
                <c:pt idx="779">
                  <c:v>124.475</c:v>
                </c:pt>
                <c:pt idx="780">
                  <c:v>124.5</c:v>
                </c:pt>
                <c:pt idx="781">
                  <c:v>124.525</c:v>
                </c:pt>
                <c:pt idx="782">
                  <c:v>124.55</c:v>
                </c:pt>
                <c:pt idx="783">
                  <c:v>124.575</c:v>
                </c:pt>
                <c:pt idx="784">
                  <c:v>124.6</c:v>
                </c:pt>
                <c:pt idx="785">
                  <c:v>124.625</c:v>
                </c:pt>
                <c:pt idx="786">
                  <c:v>124.65</c:v>
                </c:pt>
                <c:pt idx="787">
                  <c:v>124.675</c:v>
                </c:pt>
                <c:pt idx="788">
                  <c:v>124.7</c:v>
                </c:pt>
                <c:pt idx="789">
                  <c:v>124.725</c:v>
                </c:pt>
                <c:pt idx="790">
                  <c:v>124.75</c:v>
                </c:pt>
                <c:pt idx="791">
                  <c:v>124.775</c:v>
                </c:pt>
                <c:pt idx="792">
                  <c:v>124.8</c:v>
                </c:pt>
                <c:pt idx="793">
                  <c:v>124.825</c:v>
                </c:pt>
                <c:pt idx="794">
                  <c:v>124.85</c:v>
                </c:pt>
                <c:pt idx="795">
                  <c:v>124.875</c:v>
                </c:pt>
                <c:pt idx="796">
                  <c:v>124.9</c:v>
                </c:pt>
                <c:pt idx="797">
                  <c:v>124.925</c:v>
                </c:pt>
                <c:pt idx="798">
                  <c:v>124.95</c:v>
                </c:pt>
                <c:pt idx="799">
                  <c:v>124.975</c:v>
                </c:pt>
                <c:pt idx="800">
                  <c:v>125</c:v>
                </c:pt>
              </c:numCache>
            </c:numRef>
          </c:xVal>
          <c:yVal>
            <c:numRef>
              <c:f>'Chart Data'!$D$2:$D$802</c:f>
              <c:numCache>
                <c:formatCode>0.00</c:formatCode>
                <c:ptCount val="801"/>
                <c:pt idx="0">
                  <c:v>0.00072615239357294</c:v>
                </c:pt>
                <c:pt idx="1">
                  <c:v>0.00072969878041987</c:v>
                </c:pt>
                <c:pt idx="2">
                  <c:v>0.00073327120581445</c:v>
                </c:pt>
                <c:pt idx="3">
                  <c:v>0.00073686992524389</c:v>
                </c:pt>
                <c:pt idx="4">
                  <c:v>0.00074049519733602</c:v>
                </c:pt>
                <c:pt idx="5">
                  <c:v>0.00074414728390574</c:v>
                </c:pt>
                <c:pt idx="6">
                  <c:v>0.00074782645000226</c:v>
                </c:pt>
                <c:pt idx="7">
                  <c:v>0.00075153296395712</c:v>
                </c:pt>
                <c:pt idx="8">
                  <c:v>0.00075526709743311</c:v>
                </c:pt>
                <c:pt idx="9">
                  <c:v>0.00075902912547402</c:v>
                </c:pt>
                <c:pt idx="10">
                  <c:v>0.00076281932655522</c:v>
                </c:pt>
                <c:pt idx="11">
                  <c:v>0.00076663798263517</c:v>
                </c:pt>
                <c:pt idx="12">
                  <c:v>0.00077048537920782</c:v>
                </c:pt>
                <c:pt idx="13">
                  <c:v>0.00077436180535594</c:v>
                </c:pt>
                <c:pt idx="14">
                  <c:v>0.00077826755380536</c:v>
                </c:pt>
                <c:pt idx="15">
                  <c:v>0.00078220292098022</c:v>
                </c:pt>
                <c:pt idx="16">
                  <c:v>0.00078616820705914</c:v>
                </c:pt>
                <c:pt idx="17">
                  <c:v>0.00079016371603243</c:v>
                </c:pt>
                <c:pt idx="18">
                  <c:v>0.00079418975576031</c:v>
                </c:pt>
                <c:pt idx="19">
                  <c:v>0.00079824663803218</c:v>
                </c:pt>
                <c:pt idx="20">
                  <c:v>0.00080233467862692</c:v>
                </c:pt>
                <c:pt idx="21">
                  <c:v>0.00080645419737429</c:v>
                </c:pt>
                <c:pt idx="22">
                  <c:v>0.00081060551821744</c:v>
                </c:pt>
                <c:pt idx="23">
                  <c:v>0.00081478896927656</c:v>
                </c:pt>
                <c:pt idx="24">
                  <c:v>0.00081900488291364</c:v>
                </c:pt>
                <c:pt idx="25">
                  <c:v>0.00082325359579845</c:v>
                </c:pt>
                <c:pt idx="26">
                  <c:v>0.0008275354489757</c:v>
                </c:pt>
                <c:pt idx="27">
                  <c:v>0.0008318507879334</c:v>
                </c:pt>
                <c:pt idx="28">
                  <c:v>0.00083619996267253</c:v>
                </c:pt>
                <c:pt idx="29">
                  <c:v>0.00084058332777793</c:v>
                </c:pt>
                <c:pt idx="30">
                  <c:v>0.0008450012424905</c:v>
                </c:pt>
                <c:pt idx="31">
                  <c:v>0.0008494540707808</c:v>
                </c:pt>
                <c:pt idx="32">
                  <c:v>0.00085394218142386</c:v>
                </c:pt>
                <c:pt idx="33">
                  <c:v>0.00085846594807559</c:v>
                </c:pt>
                <c:pt idx="34">
                  <c:v>0.00086302574935036</c:v>
                </c:pt>
                <c:pt idx="35">
                  <c:v>0.00086762196890027</c:v>
                </c:pt>
                <c:pt idx="36">
                  <c:v>0.00087225499549568</c:v>
                </c:pt>
                <c:pt idx="37">
                  <c:v>0.00087692522310743</c:v>
                </c:pt>
                <c:pt idx="38">
                  <c:v>0.0008816330509905</c:v>
                </c:pt>
                <c:pt idx="39">
                  <c:v>0.00088637888376922</c:v>
                </c:pt>
                <c:pt idx="40">
                  <c:v>0.0008911631315242</c:v>
                </c:pt>
                <c:pt idx="41">
                  <c:v>0.00089598620988083</c:v>
                </c:pt>
                <c:pt idx="42">
                  <c:v>0.00090084854009942</c:v>
                </c:pt>
                <c:pt idx="43">
                  <c:v>0.00090575054916717</c:v>
                </c:pt>
                <c:pt idx="44">
                  <c:v>0.00091069266989177</c:v>
                </c:pt>
                <c:pt idx="45">
                  <c:v>0.00091567534099692</c:v>
                </c:pt>
                <c:pt idx="46">
                  <c:v>0.00092069900721952</c:v>
                </c:pt>
                <c:pt idx="47">
                  <c:v>0.00092576411940889</c:v>
                </c:pt>
                <c:pt idx="48">
                  <c:v>0.00093087113462783</c:v>
                </c:pt>
                <c:pt idx="49">
                  <c:v>0.00093602051625559</c:v>
                </c:pt>
                <c:pt idx="50">
                  <c:v>0.00094121273409293</c:v>
                </c:pt>
                <c:pt idx="51">
                  <c:v>0.00094644826446918</c:v>
                </c:pt>
                <c:pt idx="52">
                  <c:v>0.00095172759035134</c:v>
                </c:pt>
                <c:pt idx="53">
                  <c:v>0.00095705120145539</c:v>
                </c:pt>
                <c:pt idx="54">
                  <c:v>0.00096241959435979</c:v>
                </c:pt>
                <c:pt idx="55">
                  <c:v>0.00096783327262108</c:v>
                </c:pt>
                <c:pt idx="56">
                  <c:v>0.00097329274689195</c:v>
                </c:pt>
                <c:pt idx="57">
                  <c:v>0.00097879853504147</c:v>
                </c:pt>
                <c:pt idx="58">
                  <c:v>0.00098435116227784</c:v>
                </c:pt>
                <c:pt idx="59">
                  <c:v>0.00098995116127349</c:v>
                </c:pt>
                <c:pt idx="60">
                  <c:v>0.00099559907229272</c:v>
                </c:pt>
                <c:pt idx="61">
                  <c:v>0.0010012954433219</c:v>
                </c:pt>
                <c:pt idx="62">
                  <c:v>0.0010070408302022</c:v>
                </c:pt>
                <c:pt idx="63">
                  <c:v>0.0010128357967651</c:v>
                </c:pt>
                <c:pt idx="64">
                  <c:v>0.0010186809149706</c:v>
                </c:pt>
                <c:pt idx="65">
                  <c:v>0.0010245767650482</c:v>
                </c:pt>
                <c:pt idx="66">
                  <c:v>0.0010305239356407</c:v>
                </c:pt>
                <c:pt idx="67">
                  <c:v>0.0010365230239511</c:v>
                </c:pt>
                <c:pt idx="68">
                  <c:v>0.0010425746358922</c:v>
                </c:pt>
                <c:pt idx="69">
                  <c:v>0.0010486793862396</c:v>
                </c:pt>
                <c:pt idx="70">
                  <c:v>0.0010548378987876</c:v>
                </c:pt>
                <c:pt idx="71">
                  <c:v>0.0010610508065085</c:v>
                </c:pt>
                <c:pt idx="72">
                  <c:v>0.0010673187517148</c:v>
                </c:pt>
                <c:pt idx="73">
                  <c:v>0.0010736423862253</c:v>
                </c:pt>
                <c:pt idx="74">
                  <c:v>0.0010800223715344</c:v>
                </c:pt>
                <c:pt idx="75">
                  <c:v>0.0010864593789846</c:v>
                </c:pt>
                <c:pt idx="76">
                  <c:v>0.0010929540899434</c:v>
                </c:pt>
                <c:pt idx="77">
                  <c:v>0.0010995071959831</c:v>
                </c:pt>
                <c:pt idx="78">
                  <c:v>0.0011061193990645</c:v>
                </c:pt>
                <c:pt idx="79">
                  <c:v>0.0011127914117253</c:v>
                </c:pt>
                <c:pt idx="80">
                  <c:v>0.0011195239572714</c:v>
                </c:pt>
                <c:pt idx="81">
                  <c:v>0.0011263177699726</c:v>
                </c:pt>
                <c:pt idx="82">
                  <c:v>0.0011331735952631</c:v>
                </c:pt>
                <c:pt idx="83">
                  <c:v>0.0011400921899453</c:v>
                </c:pt>
                <c:pt idx="84">
                  <c:v>0.0011470743223988</c:v>
                </c:pt>
                <c:pt idx="85">
                  <c:v>0.0011541207727929</c:v>
                </c:pt>
                <c:pt idx="86">
                  <c:v>0.001161232333305</c:v>
                </c:pt>
                <c:pt idx="87">
                  <c:v>0.0011684098083426</c:v>
                </c:pt>
                <c:pt idx="88">
                  <c:v>0.0011756540147706</c:v>
                </c:pt>
                <c:pt idx="89">
                  <c:v>0.0011829657821434</c:v>
                </c:pt>
                <c:pt idx="90">
                  <c:v>0.0011903459529423</c:v>
                </c:pt>
                <c:pt idx="91">
                  <c:v>0.0011977953828176</c:v>
                </c:pt>
                <c:pt idx="92">
                  <c:v>0.0012053149408367</c:v>
                </c:pt>
                <c:pt idx="93">
                  <c:v>0.0012129055097368</c:v>
                </c:pt>
                <c:pt idx="94">
                  <c:v>0.0012205679861841</c:v>
                </c:pt>
                <c:pt idx="95">
                  <c:v>0.0012283032810382</c:v>
                </c:pt>
                <c:pt idx="96">
                  <c:v>0.0012361123196222</c:v>
                </c:pt>
                <c:pt idx="97">
                  <c:v>0.0012439960419995</c:v>
                </c:pt>
                <c:pt idx="98">
                  <c:v>0.0012519554032559</c:v>
                </c:pt>
                <c:pt idx="99">
                  <c:v>0.001259991373789</c:v>
                </c:pt>
                <c:pt idx="100">
                  <c:v>0.0012681049396033</c:v>
                </c:pt>
                <c:pt idx="101">
                  <c:v>0.0012762971026125</c:v>
                </c:pt>
                <c:pt idx="102">
                  <c:v>0.0012845688809482</c:v>
                </c:pt>
                <c:pt idx="103">
                  <c:v>0.0012929213092759</c:v>
                </c:pt>
                <c:pt idx="104">
                  <c:v>0.0013013554391183</c:v>
                </c:pt>
                <c:pt idx="105">
                  <c:v>0.0013098723391856</c:v>
                </c:pt>
                <c:pt idx="106">
                  <c:v>0.0013184730957141</c:v>
                </c:pt>
                <c:pt idx="107">
                  <c:v>0.0013271588128113</c:v>
                </c:pt>
                <c:pt idx="108">
                  <c:v>0.0013359306128106</c:v>
                </c:pt>
                <c:pt idx="109">
                  <c:v>0.0013447896366328</c:v>
                </c:pt>
                <c:pt idx="110">
                  <c:v>0.0013537370441569</c:v>
                </c:pt>
                <c:pt idx="111">
                  <c:v>0.0013627740145995</c:v>
                </c:pt>
                <c:pt idx="112">
                  <c:v>0.001371901746902</c:v>
                </c:pt>
                <c:pt idx="113">
                  <c:v>0.0013811214601287</c:v>
                </c:pt>
                <c:pt idx="114">
                  <c:v>0.0013904343938726</c:v>
                </c:pt>
                <c:pt idx="115">
                  <c:v>0.001399841808672</c:v>
                </c:pt>
                <c:pt idx="116">
                  <c:v>0.0014093449864359</c:v>
                </c:pt>
                <c:pt idx="117">
                  <c:v>0.0014189452308806</c:v>
                </c:pt>
                <c:pt idx="118">
                  <c:v>0.0014286438679761</c:v>
                </c:pt>
                <c:pt idx="119">
                  <c:v>0.0014384422464033</c:v>
                </c:pt>
                <c:pt idx="120">
                  <c:v>0.001448341738022</c:v>
                </c:pt>
                <c:pt idx="121">
                  <c:v>0.0014583437383507</c:v>
                </c:pt>
                <c:pt idx="122">
                  <c:v>0.0014684496670577</c:v>
                </c:pt>
                <c:pt idx="123">
                  <c:v>0.001478660968464</c:v>
                </c:pt>
                <c:pt idx="124">
                  <c:v>0.0014889791120586</c:v>
                </c:pt>
                <c:pt idx="125">
                  <c:v>0.0014994055930266</c:v>
                </c:pt>
                <c:pt idx="126">
                  <c:v>0.00150994193279</c:v>
                </c:pt>
                <c:pt idx="127">
                  <c:v>0.0015205896795619</c:v>
                </c:pt>
                <c:pt idx="128">
                  <c:v>0.0015313504089143</c:v>
                </c:pt>
                <c:pt idx="129">
                  <c:v>0.0015422257243602</c:v>
                </c:pt>
                <c:pt idx="130">
                  <c:v>0.0015532172579501</c:v>
                </c:pt>
                <c:pt idx="131">
                  <c:v>0.0015643266708833</c:v>
                </c:pt>
                <c:pt idx="132">
                  <c:v>0.0015755556541348</c:v>
                </c:pt>
                <c:pt idx="133">
                  <c:v>0.0015869059290975</c:v>
                </c:pt>
                <c:pt idx="134">
                  <c:v>0.001598379248241</c:v>
                </c:pt>
                <c:pt idx="135">
                  <c:v>0.0016099773957873</c:v>
                </c:pt>
                <c:pt idx="136">
                  <c:v>0.001621702188403</c:v>
                </c:pt>
                <c:pt idx="137">
                  <c:v>0.0016335554759097</c:v>
                </c:pt>
                <c:pt idx="138">
                  <c:v>0.0016455391420125</c:v>
                </c:pt>
                <c:pt idx="139">
                  <c:v>0.0016576551050474</c:v>
                </c:pt>
                <c:pt idx="140">
                  <c:v>0.0016699053187472</c:v>
                </c:pt>
                <c:pt idx="141">
                  <c:v>0.0016822917730285</c:v>
                </c:pt>
                <c:pt idx="142">
                  <c:v>0.0016948164947981</c:v>
                </c:pt>
                <c:pt idx="143">
                  <c:v>0.0017074815487811</c:v>
                </c:pt>
                <c:pt idx="144">
                  <c:v>0.0017202890383701</c:v>
                </c:pt>
                <c:pt idx="145">
                  <c:v>0.0017332411064974</c:v>
                </c:pt>
                <c:pt idx="146">
                  <c:v>0.0017463399365296</c:v>
                </c:pt>
                <c:pt idx="147">
                  <c:v>0.0017595877531866</c:v>
                </c:pt>
                <c:pt idx="148">
                  <c:v>0.0017729868234842</c:v>
                </c:pt>
                <c:pt idx="149">
                  <c:v>0.0017865394577025</c:v>
                </c:pt>
                <c:pt idx="150">
                  <c:v>0.0018002480103799</c:v>
                </c:pt>
                <c:pt idx="151">
                  <c:v>0.0018141148813342</c:v>
                </c:pt>
                <c:pt idx="152">
                  <c:v>0.0018281425167109</c:v>
                </c:pt>
                <c:pt idx="153">
                  <c:v>0.00184233341006</c:v>
                </c:pt>
                <c:pt idx="154">
                  <c:v>0.0018566901034423</c:v>
                </c:pt>
                <c:pt idx="155">
                  <c:v>0.0018712151885657</c:v>
                </c:pt>
                <c:pt idx="156">
                  <c:v>0.0018859113079529</c:v>
                </c:pt>
                <c:pt idx="157">
                  <c:v>0.0019007811561407</c:v>
                </c:pt>
                <c:pt idx="158">
                  <c:v>0.0019158274809134</c:v>
                </c:pt>
                <c:pt idx="159">
                  <c:v>0.0019310530845695</c:v>
                </c:pt>
                <c:pt idx="160">
                  <c:v>0.0019464608252238</c:v>
                </c:pt>
                <c:pt idx="161">
                  <c:v>0.001962053618147</c:v>
                </c:pt>
                <c:pt idx="162">
                  <c:v>0.0019778344371412</c:v>
                </c:pt>
                <c:pt idx="163">
                  <c:v>0.0019938063159556</c:v>
                </c:pt>
                <c:pt idx="164">
                  <c:v>0.0020099723497417</c:v>
                </c:pt>
                <c:pt idx="165">
                  <c:v>0.0020263356965495</c:v>
                </c:pt>
                <c:pt idx="166">
                  <c:v>0.0020428995788675</c:v>
                </c:pt>
                <c:pt idx="167">
                  <c:v>0.0020596672852055</c:v>
                </c:pt>
                <c:pt idx="168">
                  <c:v>0.0020766421717237</c:v>
                </c:pt>
                <c:pt idx="169">
                  <c:v>0.002093827663909</c:v>
                </c:pt>
                <c:pt idx="170">
                  <c:v>0.0021112272582994</c:v>
                </c:pt>
                <c:pt idx="171">
                  <c:v>0.002128844524259</c:v>
                </c:pt>
                <c:pt idx="172">
                  <c:v>0.0021466831058048</c:v>
                </c:pt>
                <c:pt idx="173">
                  <c:v>0.0021647467234869</c:v>
                </c:pt>
                <c:pt idx="174">
                  <c:v>0.0021830391763248</c:v>
                </c:pt>
                <c:pt idx="175">
                  <c:v>0.0022015643438005</c:v>
                </c:pt>
                <c:pt idx="176">
                  <c:v>0.002220326187911</c:v>
                </c:pt>
                <c:pt idx="177">
                  <c:v>0.0022393287552823</c:v>
                </c:pt>
                <c:pt idx="178">
                  <c:v>0.0022585761793463</c:v>
                </c:pt>
                <c:pt idx="179">
                  <c:v>0.0022780726825842</c:v>
                </c:pt>
                <c:pt idx="180">
                  <c:v>0.0022978225788369</c:v>
                </c:pt>
                <c:pt idx="181">
                  <c:v>0.0023178302756858</c:v>
                </c:pt>
                <c:pt idx="182">
                  <c:v>0.0023381002769071</c:v>
                </c:pt>
                <c:pt idx="183">
                  <c:v>0.0023586371849995</c:v>
                </c:pt>
                <c:pt idx="184">
                  <c:v>0.0023794457037919</c:v>
                </c:pt>
                <c:pt idx="185">
                  <c:v>0.0024005306411303</c:v>
                </c:pt>
                <c:pt idx="186">
                  <c:v>0.0024218969116482</c:v>
                </c:pt>
                <c:pt idx="187">
                  <c:v>0.0024435495396242</c:v>
                </c:pt>
                <c:pt idx="188">
                  <c:v>0.0024654936619288</c:v>
                </c:pt>
                <c:pt idx="189">
                  <c:v>0.002487734531063</c:v>
                </c:pt>
                <c:pt idx="190">
                  <c:v>0.0025102775182951</c:v>
                </c:pt>
                <c:pt idx="191">
                  <c:v>0.0025331281168947</c:v>
                </c:pt>
                <c:pt idx="192">
                  <c:v>0.0025562919454717</c:v>
                </c:pt>
                <c:pt idx="193">
                  <c:v>0.0025797747514213</c:v>
                </c:pt>
                <c:pt idx="194">
                  <c:v>0.0026035824144802</c:v>
                </c:pt>
                <c:pt idx="195">
                  <c:v>0.0026277209503984</c:v>
                </c:pt>
                <c:pt idx="196">
                  <c:v>0.0026521965147289</c:v>
                </c:pt>
                <c:pt idx="197">
                  <c:v>0.0026770154067427</c:v>
                </c:pt>
                <c:pt idx="198">
                  <c:v>0.0027021840734711</c:v>
                </c:pt>
                <c:pt idx="199">
                  <c:v>0.0027277091138815</c:v>
                </c:pt>
                <c:pt idx="200">
                  <c:v>0.0027535972831919</c:v>
                </c:pt>
                <c:pt idx="201">
                  <c:v>0.002779855497328</c:v>
                </c:pt>
                <c:pt idx="202">
                  <c:v>0.0028064908375298</c:v>
                </c:pt>
                <c:pt idx="203">
                  <c:v>0.0028335105551133</c:v>
                </c:pt>
                <c:pt idx="204">
                  <c:v>0.0028609220763916</c:v>
                </c:pt>
                <c:pt idx="205">
                  <c:v>0.0028887330077642</c:v>
                </c:pt>
                <c:pt idx="206">
                  <c:v>0.002916951140979</c:v>
                </c:pt>
                <c:pt idx="207">
                  <c:v>0.0029455844585738</c:v>
                </c:pt>
                <c:pt idx="208">
                  <c:v>0.0029746411395067</c:v>
                </c:pt>
                <c:pt idx="209">
                  <c:v>0.0030041295649792</c:v>
                </c:pt>
                <c:pt idx="210">
                  <c:v>0.003034058324463</c:v>
                </c:pt>
                <c:pt idx="211">
                  <c:v>0.0030644362219362</c:v>
                </c:pt>
                <c:pt idx="212">
                  <c:v>0.0030952722823391</c:v>
                </c:pt>
                <c:pt idx="213">
                  <c:v>0.003126575758257</c:v>
                </c:pt>
                <c:pt idx="214">
                  <c:v>0.0031583561368402</c:v>
                </c:pt>
                <c:pt idx="215">
                  <c:v>0.0031906231469701</c:v>
                </c:pt>
                <c:pt idx="216">
                  <c:v>0.0032233867666824</c:v>
                </c:pt>
                <c:pt idx="217">
                  <c:v>0.0032566572308566</c:v>
                </c:pt>
                <c:pt idx="218">
                  <c:v>0.0032904450391841</c:v>
                </c:pt>
                <c:pt idx="219">
                  <c:v>0.0033247609644262</c:v>
                </c:pt>
                <c:pt idx="220">
                  <c:v>0.0033596160609728</c:v>
                </c:pt>
                <c:pt idx="221">
                  <c:v>0.0033950216737166</c:v>
                </c:pt>
                <c:pt idx="222">
                  <c:v>0.0034309894472542</c:v>
                </c:pt>
                <c:pt idx="223">
                  <c:v>0.0034675313354294</c:v>
                </c:pt>
                <c:pt idx="224">
                  <c:v>0.0035046596112313</c:v>
                </c:pt>
                <c:pt idx="225">
                  <c:v>0.0035423868770654</c:v>
                </c:pt>
                <c:pt idx="226">
                  <c:v>0.0035807260754106</c:v>
                </c:pt>
                <c:pt idx="227">
                  <c:v>0.0036196904998812</c:v>
                </c:pt>
                <c:pt idx="228">
                  <c:v>0.0036592938067097</c:v>
                </c:pt>
                <c:pt idx="229">
                  <c:v>0.0036995500266706</c:v>
                </c:pt>
                <c:pt idx="230">
                  <c:v>0.0037404735774633</c:v>
                </c:pt>
                <c:pt idx="231">
                  <c:v>0.0037820792765741</c:v>
                </c:pt>
                <c:pt idx="232">
                  <c:v>0.003824382354641</c:v>
                </c:pt>
                <c:pt idx="233">
                  <c:v>0.0038673984693401</c:v>
                </c:pt>
                <c:pt idx="234">
                  <c:v>0.0039111437198209</c:v>
                </c:pt>
                <c:pt idx="235">
                  <c:v>0.003955634661712</c:v>
                </c:pt>
                <c:pt idx="236">
                  <c:v>0.0040008883227256</c:v>
                </c:pt>
                <c:pt idx="237">
                  <c:v>0.0040469222188871</c:v>
                </c:pt>
                <c:pt idx="238">
                  <c:v>0.0040937543714179</c:v>
                </c:pt>
                <c:pt idx="239">
                  <c:v>0.0041414033243039</c:v>
                </c:pt>
                <c:pt idx="240">
                  <c:v>0.0041898881625787</c:v>
                </c:pt>
                <c:pt idx="241">
                  <c:v>0.0042392285313568</c:v>
                </c:pt>
                <c:pt idx="242">
                  <c:v>0.0042894446556525</c:v>
                </c:pt>
                <c:pt idx="243">
                  <c:v>0.0043405573610195</c:v>
                </c:pt>
                <c:pt idx="244">
                  <c:v>0.0043925880950529</c:v>
                </c:pt>
                <c:pt idx="245">
                  <c:v>0.0044455589497929</c:v>
                </c:pt>
                <c:pt idx="246">
                  <c:v>0.0044994926850751</c:v>
                </c:pt>
                <c:pt idx="247">
                  <c:v>0.004554412752872</c:v>
                </c:pt>
                <c:pt idx="248">
                  <c:v>0.0046103433226754</c:v>
                </c:pt>
                <c:pt idx="249">
                  <c:v>0.0046673093079694</c:v>
                </c:pt>
                <c:pt idx="250">
                  <c:v>0.0047253363938495</c:v>
                </c:pt>
                <c:pt idx="251">
                  <c:v>0.0047844510658429</c:v>
                </c:pt>
                <c:pt idx="252">
                  <c:v>0.0048446806399911</c:v>
                </c:pt>
                <c:pt idx="253">
                  <c:v>0.0049060532942592</c:v>
                </c:pt>
                <c:pt idx="254">
                  <c:v>0.0049685981013362</c:v>
                </c:pt>
                <c:pt idx="255">
                  <c:v>0.0050323450629004</c:v>
                </c:pt>
                <c:pt idx="256">
                  <c:v>0.0050973251454231</c:v>
                </c:pt>
                <c:pt idx="257">
                  <c:v>0.0051635703175902</c:v>
                </c:pt>
                <c:pt idx="258">
                  <c:v>0.0052311135894262</c:v>
                </c:pt>
                <c:pt idx="259">
                  <c:v>0.0052999890532085</c:v>
                </c:pt>
                <c:pt idx="260">
                  <c:v>0.0053702319262685</c:v>
                </c:pt>
                <c:pt idx="261">
                  <c:v>0.0054418785957755</c:v>
                </c:pt>
                <c:pt idx="262">
                  <c:v>0.0055149666656134</c:v>
                </c:pt>
                <c:pt idx="263">
                  <c:v>0.0055895350054588</c:v>
                </c:pt>
                <c:pt idx="264">
                  <c:v>0.0056656238021819</c:v>
                </c:pt>
                <c:pt idx="265">
                  <c:v>0.0057432746136949</c:v>
                </c:pt>
                <c:pt idx="266">
                  <c:v>0.0058225304253823</c:v>
                </c:pt>
                <c:pt idx="267">
                  <c:v>0.0059034357092556</c:v>
                </c:pt>
                <c:pt idx="268">
                  <c:v>0.0059860364859838</c:v>
                </c:pt>
                <c:pt idx="269">
                  <c:v>0.0060703803899584</c:v>
                </c:pt>
                <c:pt idx="270">
                  <c:v>0.0061565167375667</c:v>
                </c:pt>
                <c:pt idx="271">
                  <c:v>0.0062444965988518</c:v>
                </c:pt>
                <c:pt idx="272">
                  <c:v>0.006334372872755</c:v>
                </c:pt>
                <c:pt idx="273">
                  <c:v>0.0064262003661451</c:v>
                </c:pt>
                <c:pt idx="274">
                  <c:v>0.0065200358768533</c:v>
                </c:pt>
                <c:pt idx="275">
                  <c:v>0.006615938280948</c:v>
                </c:pt>
                <c:pt idx="276">
                  <c:v>0.006713968624498</c:v>
                </c:pt>
                <c:pt idx="277">
                  <c:v>0.0068141902200889</c:v>
                </c:pt>
                <c:pt idx="278">
                  <c:v>0.0069166687483761</c:v>
                </c:pt>
                <c:pt idx="279">
                  <c:v>0.0070214723649759</c:v>
                </c:pt>
                <c:pt idx="280">
                  <c:v>0.0071286718130186</c:v>
                </c:pt>
                <c:pt idx="281">
                  <c:v>0.0072383405417062</c:v>
                </c:pt>
                <c:pt idx="282">
                  <c:v>0.0073505548312449</c:v>
                </c:pt>
                <c:pt idx="283">
                  <c:v>0.007465393924545</c:v>
                </c:pt>
                <c:pt idx="284">
                  <c:v>0.0075829401661102</c:v>
                </c:pt>
                <c:pt idx="285">
                  <c:v>0.0077032791485671</c:v>
                </c:pt>
                <c:pt idx="286">
                  <c:v>0.0078264998673185</c:v>
                </c:pt>
                <c:pt idx="287">
                  <c:v>0.0079526948838374</c:v>
                </c:pt>
                <c:pt idx="288">
                  <c:v>0.0080819604981579</c:v>
                </c:pt>
                <c:pt idx="289">
                  <c:v>0.0082143969311569</c:v>
                </c:pt>
                <c:pt idx="290">
                  <c:v>0.0083501085172667</c:v>
                </c:pt>
                <c:pt idx="291">
                  <c:v>0.0084892039083043</c:v>
                </c:pt>
                <c:pt idx="292">
                  <c:v>0.0086317962891548</c:v>
                </c:pt>
                <c:pt idx="293">
                  <c:v>0.0087780036061008</c:v>
                </c:pt>
                <c:pt idx="294">
                  <c:v>0.0089279488086514</c:v>
                </c:pt>
                <c:pt idx="295">
                  <c:v>0.0090817601057875</c:v>
                </c:pt>
                <c:pt idx="296">
                  <c:v>0.0092395712376118</c:v>
                </c:pt>
                <c:pt idx="297">
                  <c:v>0.0094015217634689</c:v>
                </c:pt>
                <c:pt idx="298">
                  <c:v>0.0095677573676828</c:v>
                </c:pt>
                <c:pt idx="299">
                  <c:v>0.0097384301841508</c:v>
                </c:pt>
                <c:pt idx="300">
                  <c:v>0.0099136991411318</c:v>
                </c:pt>
                <c:pt idx="301">
                  <c:v>0.010093730327672</c:v>
                </c:pt>
                <c:pt idx="302">
                  <c:v>0.01027869738323</c:v>
                </c:pt>
                <c:pt idx="303">
                  <c:v>0.010468781912197</c:v>
                </c:pt>
                <c:pt idx="304">
                  <c:v>0.010664173925124</c:v>
                </c:pt>
                <c:pt idx="305">
                  <c:v>0.010865072308655</c:v>
                </c:pt>
                <c:pt idx="306">
                  <c:v>0.011071685326306</c:v>
                </c:pt>
                <c:pt idx="307">
                  <c:v>0.01128423115241</c:v>
                </c:pt>
                <c:pt idx="308">
                  <c:v>0.011502938441767</c:v>
                </c:pt>
                <c:pt idx="309">
                  <c:v>0.011728046937741</c:v>
                </c:pt>
                <c:pt idx="310">
                  <c:v>0.011959808121783</c:v>
                </c:pt>
                <c:pt idx="311">
                  <c:v>0.012198485907633</c:v>
                </c:pt>
                <c:pt idx="312">
                  <c:v>0.012444357383732</c:v>
                </c:pt>
                <c:pt idx="313">
                  <c:v>0.012697713607699</c:v>
                </c:pt>
                <c:pt idx="314">
                  <c:v>0.012958860457062</c:v>
                </c:pt>
                <c:pt idx="315">
                  <c:v>0.013228119540848</c:v>
                </c:pt>
                <c:pt idx="316">
                  <c:v>0.013505829177001</c:v>
                </c:pt>
                <c:pt idx="317">
                  <c:v>0.013792345441145</c:v>
                </c:pt>
                <c:pt idx="318">
                  <c:v>0.014088043292638</c:v>
                </c:pt>
                <c:pt idx="319">
                  <c:v>0.014393317784497</c:v>
                </c:pt>
                <c:pt idx="320">
                  <c:v>0.014708585364373</c:v>
                </c:pt>
                <c:pt idx="321">
                  <c:v>0.015034285274443</c:v>
                </c:pt>
                <c:pt idx="322">
                  <c:v>0.015370881058904</c:v>
                </c:pt>
                <c:pt idx="323">
                  <c:v>0.015718862188545</c:v>
                </c:pt>
                <c:pt idx="324">
                  <c:v>0.016078745812885</c:v>
                </c:pt>
                <c:pt idx="325">
                  <c:v>0.016451078651387</c:v>
                </c:pt>
                <c:pt idx="326">
                  <c:v>0.01683643903645</c:v>
                </c:pt>
                <c:pt idx="327">
                  <c:v>0.017235439122192</c:v>
                </c:pt>
                <c:pt idx="328">
                  <c:v>0.017648727274498</c:v>
                </c:pt>
                <c:pt idx="329">
                  <c:v>0.018076990659448</c:v>
                </c:pt>
                <c:pt idx="330">
                  <c:v>0.01852095804907</c:v>
                </c:pt>
                <c:pt idx="331">
                  <c:v>0.018981402865395</c:v>
                </c:pt>
                <c:pt idx="332">
                  <c:v>0.019459146486107</c:v>
                </c:pt>
                <c:pt idx="333">
                  <c:v>0.019955061837642</c:v>
                </c:pt>
                <c:pt idx="334">
                  <c:v>0.020470077304489</c:v>
                </c:pt>
                <c:pt idx="335">
                  <c:v>0.02100518098669</c:v>
                </c:pt>
                <c:pt idx="336">
                  <c:v>0.021561425341228</c:v>
                </c:pt>
                <c:pt idx="337">
                  <c:v>0.022139932247084</c:v>
                </c:pt>
                <c:pt idx="338">
                  <c:v>0.022741898538475</c:v>
                </c:pt>
                <c:pt idx="339">
                  <c:v>0.023368602055997</c:v>
                </c:pt>
                <c:pt idx="340">
                  <c:v>0.024021408271454</c:v>
                </c:pt>
                <c:pt idx="341">
                  <c:v>0.024701777548879</c:v>
                </c:pt>
                <c:pt idx="342">
                  <c:v>0.025411273112011</c:v>
                </c:pt>
                <c:pt idx="343">
                  <c:v>0.026151569797228</c:v>
                </c:pt>
                <c:pt idx="344">
                  <c:v>0.026924463680964</c:v>
                </c:pt>
                <c:pt idx="345">
                  <c:v>0.027731882682001</c:v>
                </c:pt>
                <c:pt idx="346">
                  <c:v>0.028575898252114</c:v>
                </c:pt>
                <c:pt idx="347">
                  <c:v>0.029458738283422</c:v>
                </c:pt>
                <c:pt idx="348">
                  <c:v>0.030382801377936</c:v>
                </c:pt>
                <c:pt idx="349">
                  <c:v>0.031350672644442</c:v>
                </c:pt>
                <c:pt idx="350">
                  <c:v>0.032365141210473</c:v>
                </c:pt>
                <c:pt idx="351">
                  <c:v>0.033429219663162</c:v>
                </c:pt>
                <c:pt idx="352">
                  <c:v>0.034546165662909</c:v>
                </c:pt>
                <c:pt idx="353">
                  <c:v>0.03571950600852</c:v>
                </c:pt>
                <c:pt idx="354">
                  <c:v>0.036953063472886</c:v>
                </c:pt>
                <c:pt idx="355">
                  <c:v>0.038250986775004</c:v>
                </c:pt>
                <c:pt idx="356">
                  <c:v>0.039617784108639</c:v>
                </c:pt>
                <c:pt idx="357">
                  <c:v>0.041058360711354</c:v>
                </c:pt>
                <c:pt idx="358">
                  <c:v>0.042578061031671</c:v>
                </c:pt>
                <c:pt idx="359">
                  <c:v>0.044182716138795</c:v>
                </c:pt>
                <c:pt idx="360">
                  <c:v>0.045878697120874</c:v>
                </c:pt>
                <c:pt idx="361">
                  <c:v>0.047672975336936</c:v>
                </c:pt>
                <c:pt idx="362">
                  <c:v>0.049573190528047</c:v>
                </c:pt>
                <c:pt idx="363">
                  <c:v>0.051587727958506</c:v>
                </c:pt>
                <c:pt idx="364">
                  <c:v>0.053725805953329</c:v>
                </c:pt>
                <c:pt idx="365">
                  <c:v>0.055997575429475</c:v>
                </c:pt>
                <c:pt idx="366">
                  <c:v>0.058414233292311</c:v>
                </c:pt>
                <c:pt idx="367">
                  <c:v>0.06098815189458</c:v>
                </c:pt>
                <c:pt idx="368">
                  <c:v>0.063733027142523</c:v>
                </c:pt>
                <c:pt idx="369">
                  <c:v>0.06666404829566</c:v>
                </c:pt>
                <c:pt idx="370">
                  <c:v>0.069798093058136</c:v>
                </c:pt>
                <c:pt idx="371">
                  <c:v>0.073153952218423</c:v>
                </c:pt>
                <c:pt idx="372">
                  <c:v>0.076752588882887</c:v>
                </c:pt>
                <c:pt idx="373">
                  <c:v>0.080617438293121</c:v>
                </c:pt>
                <c:pt idx="374">
                  <c:v>0.084774755348522</c:v>
                </c:pt>
                <c:pt idx="375">
                  <c:v>0.089254018311523</c:v>
                </c:pt>
                <c:pt idx="376">
                  <c:v>0.094088398795834</c:v>
                </c:pt>
                <c:pt idx="377">
                  <c:v>0.099315310078632</c:v>
                </c:pt>
                <c:pt idx="378">
                  <c:v>0.10497704809066</c:v>
                </c:pt>
                <c:pt idx="379">
                  <c:v>0.11112154218412</c:v>
                </c:pt>
                <c:pt idx="380">
                  <c:v>0.11780323601759</c:v>
                </c:pt>
                <c:pt idx="381">
                  <c:v>0.12508412268112</c:v>
                </c:pt>
                <c:pt idx="382">
                  <c:v>0.13303496254621</c:v>
                </c:pt>
                <c:pt idx="383">
                  <c:v>0.14173671724433</c:v>
                </c:pt>
                <c:pt idx="384">
                  <c:v>0.15128223854941</c:v>
                </c:pt>
                <c:pt idx="385">
                  <c:v>0.16177825649106</c:v>
                </c:pt>
                <c:pt idx="386">
                  <c:v>0.17334771620289</c:v>
                </c:pt>
                <c:pt idx="387">
                  <c:v>0.18613251677893</c:v>
                </c:pt>
                <c:pt idx="388">
                  <c:v>0.20029670593858</c:v>
                </c:pt>
                <c:pt idx="389">
                  <c:v>0.21603017844143</c:v>
                </c:pt>
                <c:pt idx="390">
                  <c:v>0.23355290867904</c:v>
                </c:pt>
                <c:pt idx="391">
                  <c:v>0.25311971002327</c:v>
                </c:pt>
                <c:pt idx="392">
                  <c:v>0.27502544127095</c:v>
                </c:pt>
                <c:pt idx="393">
                  <c:v>0.29961045147123</c:v>
                </c:pt>
                <c:pt idx="394">
                  <c:v>0.32726583346827</c:v>
                </c:pt>
                <c:pt idx="395">
                  <c:v>0.3584376900604</c:v>
                </c:pt>
                <c:pt idx="396">
                  <c:v>0.39362902578158</c:v>
                </c:pt>
                <c:pt idx="397">
                  <c:v>0.43339695175676</c:v>
                </c:pt>
                <c:pt idx="398">
                  <c:v>0.4783414913021</c:v>
                </c:pt>
                <c:pt idx="399">
                  <c:v>0.52908025637917</c:v>
                </c:pt>
                <c:pt idx="400">
                  <c:v>0.58620056504544</c:v>
                </c:pt>
                <c:pt idx="401">
                  <c:v>0.65017740583701</c:v>
                </c:pt>
                <c:pt idx="402">
                  <c:v>0.72124294862702</c:v>
                </c:pt>
                <c:pt idx="403">
                  <c:v>0.7991934040403</c:v>
                </c:pt>
                <c:pt idx="404">
                  <c:v>0.8831266494574</c:v>
                </c:pt>
                <c:pt idx="405">
                  <c:v>0.97112658271266</c:v>
                </c:pt>
                <c:pt idx="406">
                  <c:v>1.0599553627444</c:v>
                </c:pt>
                <c:pt idx="407">
                  <c:v>1.1448817558395</c:v>
                </c:pt>
                <c:pt idx="408">
                  <c:v>1.2198365668128</c:v>
                </c:pt>
                <c:pt idx="409">
                  <c:v>1.2780796292627</c:v>
                </c:pt>
                <c:pt idx="410">
                  <c:v>1.3134074028136</c:v>
                </c:pt>
                <c:pt idx="411">
                  <c:v>1.3216228742384</c:v>
                </c:pt>
                <c:pt idx="412">
                  <c:v>1.3017015987878</c:v>
                </c:pt>
                <c:pt idx="413">
                  <c:v>1.2560959142338</c:v>
                </c:pt>
                <c:pt idx="414">
                  <c:v>1.1900193345203</c:v>
                </c:pt>
                <c:pt idx="415">
                  <c:v>1.11007501165</c:v>
                </c:pt>
                <c:pt idx="416">
                  <c:v>1.0228398296784</c:v>
                </c:pt>
                <c:pt idx="417">
                  <c:v>0.93386991510169</c:v>
                </c:pt>
                <c:pt idx="418">
                  <c:v>0.84726495239894</c:v>
                </c:pt>
                <c:pt idx="419">
                  <c:v>0.76567547256603</c:v>
                </c:pt>
                <c:pt idx="420">
                  <c:v>0.69055194683081</c:v>
                </c:pt>
                <c:pt idx="421">
                  <c:v>0.62246724671972</c:v>
                </c:pt>
                <c:pt idx="422">
                  <c:v>0.56141419299663</c:v>
                </c:pt>
                <c:pt idx="423">
                  <c:v>0.50703907331302</c:v>
                </c:pt>
                <c:pt idx="424">
                  <c:v>0.45880699924075</c:v>
                </c:pt>
                <c:pt idx="425">
                  <c:v>0.41611021734508</c:v>
                </c:pt>
                <c:pt idx="426">
                  <c:v>0.37833419524696</c:v>
                </c:pt>
                <c:pt idx="427">
                  <c:v>0.34489481048544</c:v>
                </c:pt>
                <c:pt idx="428">
                  <c:v>0.31525688775572</c:v>
                </c:pt>
                <c:pt idx="429">
                  <c:v>0.28894130193506</c:v>
                </c:pt>
                <c:pt idx="430">
                  <c:v>0.26552544716766</c:v>
                </c:pt>
                <c:pt idx="431">
                  <c:v>0.24464012935983</c:v>
                </c:pt>
                <c:pt idx="432">
                  <c:v>0.22596475698565</c:v>
                </c:pt>
                <c:pt idx="433">
                  <c:v>0.20922193552985</c:v>
                </c:pt>
                <c:pt idx="434">
                  <c:v>0.19417208574393</c:v>
                </c:pt>
                <c:pt idx="435">
                  <c:v>0.18060840851374</c:v>
                </c:pt>
                <c:pt idx="436">
                  <c:v>0.1683523420656</c:v>
                </c:pt>
                <c:pt idx="437">
                  <c:v>0.15724955545727</c:v>
                </c:pt>
                <c:pt idx="438">
                  <c:v>0.14716646666254</c:v>
                </c:pt>
                <c:pt idx="439">
                  <c:v>0.13798724559217</c:v>
                </c:pt>
                <c:pt idx="440">
                  <c:v>0.12961125059545</c:v>
                </c:pt>
                <c:pt idx="441">
                  <c:v>0.12195084430459</c:v>
                </c:pt>
                <c:pt idx="442">
                  <c:v>0.11492953686474</c:v>
                </c:pt>
                <c:pt idx="443">
                  <c:v>0.10848040912038</c:v>
                </c:pt>
                <c:pt idx="444">
                  <c:v>0.1025447737562</c:v>
                </c:pt>
                <c:pt idx="445">
                  <c:v>0.097071037914017</c:v>
                </c:pt>
                <c:pt idx="446">
                  <c:v>0.092013736010663</c:v>
                </c:pt>
                <c:pt idx="447">
                  <c:v>0.087332706173478</c:v>
                </c:pt>
                <c:pt idx="448">
                  <c:v>0.082992387827345</c:v>
                </c:pt>
                <c:pt idx="449">
                  <c:v>0.078961221517646</c:v>
                </c:pt>
                <c:pt idx="450">
                  <c:v>0.075211135078259</c:v>
                </c:pt>
                <c:pt idx="451">
                  <c:v>0.071717102810736</c:v>
                </c:pt>
                <c:pt idx="452">
                  <c:v>0.0684567664903</c:v>
                </c:pt>
                <c:pt idx="453">
                  <c:v>0.065410108815071</c:v>
                </c:pt>
                <c:pt idx="454">
                  <c:v>0.062559171420222</c:v>
                </c:pt>
                <c:pt idx="455">
                  <c:v>0.059887810835515</c:v>
                </c:pt>
                <c:pt idx="456">
                  <c:v>0.057381486813585</c:v>
                </c:pt>
                <c:pt idx="457">
                  <c:v>0.055027078331879</c:v>
                </c:pt>
                <c:pt idx="458">
                  <c:v>0.052812723302416</c:v>
                </c:pt>
                <c:pt idx="459">
                  <c:v>0.05072767863492</c:v>
                </c:pt>
                <c:pt idx="460">
                  <c:v>0.048762197810597</c:v>
                </c:pt>
                <c:pt idx="461">
                  <c:v>0.046907423552809</c:v>
                </c:pt>
                <c:pt idx="462">
                  <c:v>0.045155293540993</c:v>
                </c:pt>
                <c:pt idx="463">
                  <c:v>0.043498457417099</c:v>
                </c:pt>
                <c:pt idx="464">
                  <c:v>0.041930203588913</c:v>
                </c:pt>
                <c:pt idx="465">
                  <c:v>0.040444394550066</c:v>
                </c:pt>
                <c:pt idx="466">
                  <c:v>0.039035409618605</c:v>
                </c:pt>
                <c:pt idx="467">
                  <c:v>0.037698094150334</c:v>
                </c:pt>
                <c:pt idx="468">
                  <c:v>0.036427714414155</c:v>
                </c:pt>
                <c:pt idx="469">
                  <c:v>0.035219917428044</c:v>
                </c:pt>
                <c:pt idx="470">
                  <c:v>0.034070695149262</c:v>
                </c:pt>
                <c:pt idx="471">
                  <c:v>0.032976352493545</c:v>
                </c:pt>
                <c:pt idx="472">
                  <c:v>0.031933478727342</c:v>
                </c:pt>
                <c:pt idx="473">
                  <c:v>0.030938921836702</c:v>
                </c:pt>
                <c:pt idx="474">
                  <c:v>0.029989765527474</c:v>
                </c:pt>
                <c:pt idx="475">
                  <c:v>0.029083308555445</c:v>
                </c:pt>
                <c:pt idx="476">
                  <c:v>0.028217046122962</c:v>
                </c:pt>
                <c:pt idx="477">
                  <c:v>0.027388653111281</c:v>
                </c:pt>
                <c:pt idx="478">
                  <c:v>0.02659596894623</c:v>
                </c:pt>
                <c:pt idx="479">
                  <c:v>0.025836983919336</c:v>
                </c:pt>
                <c:pt idx="480">
                  <c:v>0.025109826807824</c:v>
                </c:pt>
                <c:pt idx="481">
                  <c:v>0.024412753655525</c:v>
                </c:pt>
                <c:pt idx="482">
                  <c:v>0.023744137592775</c:v>
                </c:pt>
                <c:pt idx="483">
                  <c:v>0.02310245958759</c:v>
                </c:pt>
                <c:pt idx="484">
                  <c:v>0.022486300032638</c:v>
                </c:pt>
                <c:pt idx="485">
                  <c:v>0.021894331083375</c:v>
                </c:pt>
                <c:pt idx="486">
                  <c:v>0.021325309672137</c:v>
                </c:pt>
                <c:pt idx="487">
                  <c:v>0.020778071131307</c:v>
                </c:pt>
                <c:pt idx="488">
                  <c:v>0.020251523365977</c:v>
                </c:pt>
                <c:pt idx="489">
                  <c:v>0.019744641522961</c:v>
                </c:pt>
                <c:pt idx="490">
                  <c:v>0.019256463108694</c:v>
                </c:pt>
                <c:pt idx="491">
                  <c:v>0.018786083513574</c:v>
                </c:pt>
                <c:pt idx="492">
                  <c:v>0.01833265190473</c:v>
                </c:pt>
                <c:pt idx="493">
                  <c:v>0.017895367453143</c:v>
                </c:pt>
                <c:pt idx="494">
                  <c:v>0.017473475864525</c:v>
                </c:pt>
                <c:pt idx="495">
                  <c:v>0.017066266186455</c:v>
                </c:pt>
                <c:pt idx="496">
                  <c:v>0.016673067867051</c:v>
                </c:pt>
                <c:pt idx="497">
                  <c:v>0.016293248042862</c:v>
                </c:pt>
                <c:pt idx="498">
                  <c:v>0.015926209035903</c:v>
                </c:pt>
                <c:pt idx="499">
                  <c:v>0.015571386041675</c:v>
                </c:pt>
                <c:pt idx="500">
                  <c:v>0.015228244991766</c:v>
                </c:pt>
                <c:pt idx="501">
                  <c:v>0.014896280576189</c:v>
                </c:pt>
                <c:pt idx="502">
                  <c:v>0.014575014412021</c:v>
                </c:pt>
                <c:pt idx="503">
                  <c:v>0.014263993346146</c:v>
                </c:pt>
                <c:pt idx="504">
                  <c:v>0.013962787881041</c:v>
                </c:pt>
                <c:pt idx="505">
                  <c:v>0.013670990713553</c:v>
                </c:pt>
                <c:pt idx="506">
                  <c:v>0.013388215377531</c:v>
                </c:pt>
                <c:pt idx="507">
                  <c:v>0.013114094981985</c:v>
                </c:pt>
                <c:pt idx="508">
                  <c:v>0.012848281037205</c:v>
                </c:pt>
                <c:pt idx="509">
                  <c:v>0.012590442361906</c:v>
                </c:pt>
                <c:pt idx="510">
                  <c:v>0.012340264065116</c:v>
                </c:pt>
                <c:pt idx="511">
                  <c:v>0.01209744659702</c:v>
                </c:pt>
                <c:pt idx="512">
                  <c:v>0.011861704863502</c:v>
                </c:pt>
                <c:pt idx="513">
                  <c:v>0.011632767399558</c:v>
                </c:pt>
                <c:pt idx="514">
                  <c:v>0.011410375597165</c:v>
                </c:pt>
                <c:pt idx="515">
                  <c:v>0.011194282983553</c:v>
                </c:pt>
                <c:pt idx="516">
                  <c:v>0.010984254546168</c:v>
                </c:pt>
                <c:pt idx="517">
                  <c:v>0.010780066100921</c:v>
                </c:pt>
                <c:pt idx="518">
                  <c:v>0.010581503700569</c:v>
                </c:pt>
                <c:pt idx="519">
                  <c:v>0.010388363080383</c:v>
                </c:pt>
                <c:pt idx="520">
                  <c:v>0.010200449138409</c:v>
                </c:pt>
                <c:pt idx="521">
                  <c:v>0.010017575447918</c:v>
                </c:pt>
                <c:pt idx="522">
                  <c:v>0.009839563799766</c:v>
                </c:pt>
                <c:pt idx="523">
                  <c:v>0.0096662437726127</c:v>
                </c:pt>
                <c:pt idx="524">
                  <c:v>0.0094974523290626</c:v>
                </c:pt>
                <c:pt idx="525">
                  <c:v>0.0093330334359766</c:v>
                </c:pt>
                <c:pt idx="526">
                  <c:v>0.009172837707311</c:v>
                </c:pt>
                <c:pt idx="527">
                  <c:v>0.0090167220679744</c:v>
                </c:pt>
                <c:pt idx="528">
                  <c:v>0.0088645494373057</c:v>
                </c:pt>
                <c:pt idx="529">
                  <c:v>0.008716188430877</c:v>
                </c:pt>
                <c:pt idx="530">
                  <c:v>0.0085715130794203</c:v>
                </c:pt>
                <c:pt idx="531">
                  <c:v>0.0084304025637694</c:v>
                </c:pt>
                <c:pt idx="532">
                  <c:v>0.0082927409647809</c:v>
                </c:pt>
                <c:pt idx="533">
                  <c:v>0.0081584170272797</c:v>
                </c:pt>
                <c:pt idx="534">
                  <c:v>0.0080273239371375</c:v>
                </c:pt>
                <c:pt idx="535">
                  <c:v>0.0078993591106578</c:v>
                </c:pt>
                <c:pt idx="536">
                  <c:v>0.0077744239955002</c:v>
                </c:pt>
                <c:pt idx="537">
                  <c:v>0.007652423882426</c:v>
                </c:pt>
                <c:pt idx="538">
                  <c:v>0.0075332677272011</c:v>
                </c:pt>
                <c:pt idx="539">
                  <c:v>0.007416867982036</c:v>
                </c:pt>
                <c:pt idx="540">
                  <c:v>0.0073031404359831</c:v>
                </c:pt>
                <c:pt idx="541">
                  <c:v>0.0071920040637552</c:v>
                </c:pt>
                <c:pt idx="542">
                  <c:v>0.0070833808824588</c:v>
                </c:pt>
                <c:pt idx="543">
                  <c:v>0.0069771958157759</c:v>
                </c:pt>
                <c:pt idx="544">
                  <c:v>0.0068733765651544</c:v>
                </c:pt>
                <c:pt idx="545">
                  <c:v>0.0067718534875974</c:v>
                </c:pt>
                <c:pt idx="546">
                  <c:v>0.0066725594796696</c:v>
                </c:pt>
                <c:pt idx="547">
                  <c:v>0.0065754298673613</c:v>
                </c:pt>
                <c:pt idx="548">
                  <c:v>0.0064804023014755</c:v>
                </c:pt>
                <c:pt idx="549">
                  <c:v>0.006387416658225</c:v>
                </c:pt>
                <c:pt idx="550">
                  <c:v>0.0062964149447441</c:v>
                </c:pt>
                <c:pt idx="551">
                  <c:v>0.0062073412092412</c:v>
                </c:pt>
                <c:pt idx="552">
                  <c:v>0.0061201414555323</c:v>
                </c:pt>
                <c:pt idx="553">
                  <c:v>0.0060347635617153</c:v>
                </c:pt>
                <c:pt idx="554">
                  <c:v>0.005951157202756</c:v>
                </c:pt>
                <c:pt idx="555">
                  <c:v>0.0058692737767736</c:v>
                </c:pt>
                <c:pt idx="556">
                  <c:v>0.0057890663348251</c:v>
                </c:pt>
                <c:pt idx="557">
                  <c:v>0.0057104895140002</c:v>
                </c:pt>
                <c:pt idx="558">
                  <c:v>0.0056334994736495</c:v>
                </c:pt>
                <c:pt idx="559">
                  <c:v>0.0055580538345809</c:v>
                </c:pt>
                <c:pt idx="560">
                  <c:v>0.005484111621066</c:v>
                </c:pt>
                <c:pt idx="561">
                  <c:v>0.00541163320551</c:v>
                </c:pt>
                <c:pt idx="562">
                  <c:v>0.0053405802556467</c:v>
                </c:pt>
                <c:pt idx="563">
                  <c:v>0.0052709156841277</c:v>
                </c:pt>
                <c:pt idx="564">
                  <c:v>0.0052026036003817</c:v>
                </c:pt>
                <c:pt idx="565">
                  <c:v>0.0051356092646304</c:v>
                </c:pt>
                <c:pt idx="566">
                  <c:v>0.0050698990439484</c:v>
                </c:pt>
                <c:pt idx="567">
                  <c:v>0.0050054403702666</c:v>
                </c:pt>
                <c:pt idx="568">
                  <c:v>0.0049422017002203</c:v>
                </c:pt>
                <c:pt idx="569">
                  <c:v>0.00488015247675</c:v>
                </c:pt>
                <c:pt idx="570">
                  <c:v>0.004819263092369</c:v>
                </c:pt>
                <c:pt idx="571">
                  <c:v>0.004759504854015</c:v>
                </c:pt>
                <c:pt idx="572">
                  <c:v>0.0047008499494086</c:v>
                </c:pt>
                <c:pt idx="573">
                  <c:v>0.0046432714148443</c:v>
                </c:pt>
                <c:pt idx="574">
                  <c:v>0.0045867431043473</c:v>
                </c:pt>
                <c:pt idx="575">
                  <c:v>0.0045312396601276</c:v>
                </c:pt>
                <c:pt idx="576">
                  <c:v>0.0044767364842707</c:v>
                </c:pt>
                <c:pt idx="577">
                  <c:v>0.0044232097116072</c:v>
                </c:pt>
                <c:pt idx="578">
                  <c:v>0.0043706361837031</c:v>
                </c:pt>
                <c:pt idx="579">
                  <c:v>0.0043189934239207</c:v>
                </c:pt>
                <c:pt idx="580">
                  <c:v>0.0042682596134989</c:v>
                </c:pt>
                <c:pt idx="581">
                  <c:v>0.0042184135686057</c:v>
                </c:pt>
                <c:pt idx="582">
                  <c:v>0.0041694347183179</c:v>
                </c:pt>
                <c:pt idx="583">
                  <c:v>0.0041213030834862</c:v>
                </c:pt>
                <c:pt idx="584">
                  <c:v>0.0040739992564448</c:v>
                </c:pt>
                <c:pt idx="585">
                  <c:v>0.0040275043815261</c:v>
                </c:pt>
                <c:pt idx="586">
                  <c:v>0.0039818001363476</c:v>
                </c:pt>
                <c:pt idx="587">
                  <c:v>0.0039368687138313</c:v>
                </c:pt>
                <c:pt idx="588">
                  <c:v>0.0038926928049278</c:v>
                </c:pt>
                <c:pt idx="589">
                  <c:v>0.0038492555820112</c:v>
                </c:pt>
                <c:pt idx="590">
                  <c:v>0.0038065406829144</c:v>
                </c:pt>
                <c:pt idx="591">
                  <c:v>0.0037645321955805</c:v>
                </c:pt>
                <c:pt idx="592">
                  <c:v>0.0037232146432986</c:v>
                </c:pt>
                <c:pt idx="593">
                  <c:v>0.003682572970502</c:v>
                </c:pt>
                <c:pt idx="594">
                  <c:v>0.0036425925291039</c:v>
                </c:pt>
                <c:pt idx="595">
                  <c:v>0.0036032590653463</c:v>
                </c:pt>
                <c:pt idx="596">
                  <c:v>0.0035645587071409</c:v>
                </c:pt>
                <c:pt idx="597">
                  <c:v>0.0035264779518822</c:v>
                </c:pt>
                <c:pt idx="598">
                  <c:v>0.0034890036547108</c:v>
                </c:pt>
                <c:pt idx="599">
                  <c:v>0.0034521230172092</c:v>
                </c:pt>
                <c:pt idx="600">
                  <c:v>0.0034158235765119</c:v>
                </c:pt>
                <c:pt idx="601">
                  <c:v>0.0033800931948129</c:v>
                </c:pt>
                <c:pt idx="602">
                  <c:v>0.0033449200492524</c:v>
                </c:pt>
                <c:pt idx="603">
                  <c:v>0.0033102926221698</c:v>
                </c:pt>
                <c:pt idx="604">
                  <c:v>0.0032761996917055</c:v>
                </c:pt>
                <c:pt idx="605">
                  <c:v>0.0032426303227392</c:v>
                </c:pt>
                <c:pt idx="606">
                  <c:v>0.0032095738581491</c:v>
                </c:pt>
                <c:pt idx="607">
                  <c:v>0.0031770199103811</c:v>
                </c:pt>
                <c:pt idx="608">
                  <c:v>0.003144958353314</c:v>
                </c:pt>
                <c:pt idx="609">
                  <c:v>0.00311337931441</c:v>
                </c:pt>
                <c:pt idx="610">
                  <c:v>0.0030822731671375</c:v>
                </c:pt>
                <c:pt idx="611">
                  <c:v>0.0030516305236579</c:v>
                </c:pt>
                <c:pt idx="612">
                  <c:v>0.0030214422277635</c:v>
                </c:pt>
                <c:pt idx="613">
                  <c:v>0.0029916993480584</c:v>
                </c:pt>
                <c:pt idx="614">
                  <c:v>0.0029623931713719</c:v>
                </c:pt>
                <c:pt idx="615">
                  <c:v>0.0029335151963962</c:v>
                </c:pt>
                <c:pt idx="616">
                  <c:v>0.0029050571275388</c:v>
                </c:pt>
                <c:pt idx="617">
                  <c:v>0.0028770108689826</c:v>
                </c:pt>
                <c:pt idx="618">
                  <c:v>0.0028493685189438</c:v>
                </c:pt>
                <c:pt idx="619">
                  <c:v>0.0028221223641226</c:v>
                </c:pt>
                <c:pt idx="620">
                  <c:v>0.0027952648743374</c:v>
                </c:pt>
                <c:pt idx="621">
                  <c:v>0.0027687886973359</c:v>
                </c:pt>
                <c:pt idx="622">
                  <c:v>0.0027426866537778</c:v>
                </c:pt>
                <c:pt idx="623">
                  <c:v>0.0027169517323806</c:v>
                </c:pt>
                <c:pt idx="624">
                  <c:v>0.0026915770852242</c:v>
                </c:pt>
                <c:pt idx="625">
                  <c:v>0.0026665560232079</c:v>
                </c:pt>
                <c:pt idx="626">
                  <c:v>0.0026418820116531</c:v>
                </c:pt>
                <c:pt idx="627">
                  <c:v>0.0026175486660484</c:v>
                </c:pt>
                <c:pt idx="628">
                  <c:v>0.0025935497479298</c:v>
                </c:pt>
                <c:pt idx="629">
                  <c:v>0.002569879160893</c:v>
                </c:pt>
                <c:pt idx="630">
                  <c:v>0.002546530946731</c:v>
                </c:pt>
                <c:pt idx="631">
                  <c:v>0.0025234992816948</c:v>
                </c:pt>
                <c:pt idx="632">
                  <c:v>0.0025007784728704</c:v>
                </c:pt>
                <c:pt idx="633">
                  <c:v>0.0024783629546702</c:v>
                </c:pt>
                <c:pt idx="634">
                  <c:v>0.0024562472854321</c:v>
                </c:pt>
                <c:pt idx="635">
                  <c:v>0.002434426144126</c:v>
                </c:pt>
                <c:pt idx="636">
                  <c:v>0.0024128943271602</c:v>
                </c:pt>
                <c:pt idx="637">
                  <c:v>0.002391646745287</c:v>
                </c:pt>
                <c:pt idx="638">
                  <c:v>0.0023706784206022</c:v>
                </c:pt>
                <c:pt idx="639">
                  <c:v>0.002349984483637</c:v>
                </c:pt>
                <c:pt idx="640">
                  <c:v>0.0023295601705368</c:v>
                </c:pt>
                <c:pt idx="641">
                  <c:v>0.0023094008203261</c:v>
                </c:pt>
                <c:pt idx="642">
                  <c:v>0.0022895018722556</c:v>
                </c:pt>
                <c:pt idx="643">
                  <c:v>0.0022698588632284</c:v>
                </c:pt>
                <c:pt idx="644">
                  <c:v>0.002250467425303</c:v>
                </c:pt>
                <c:pt idx="645">
                  <c:v>0.0022313232832705</c:v>
                </c:pt>
                <c:pt idx="646">
                  <c:v>0.0022124222523035</c:v>
                </c:pt>
                <c:pt idx="647">
                  <c:v>0.0021937602356742</c:v>
                </c:pt>
                <c:pt idx="648">
                  <c:v>0.0021753332225391</c:v>
                </c:pt>
                <c:pt idx="649">
                  <c:v>0.002157137285789</c:v>
                </c:pt>
                <c:pt idx="650">
                  <c:v>0.0021391685799606</c:v>
                </c:pt>
                <c:pt idx="651">
                  <c:v>0.0021214233392095</c:v>
                </c:pt>
                <c:pt idx="652">
                  <c:v>0.0021038978753411</c:v>
                </c:pt>
                <c:pt idx="653">
                  <c:v>0.0020865885758981</c:v>
                </c:pt>
                <c:pt idx="654">
                  <c:v>0.0020694919023031</c:v>
                </c:pt>
                <c:pt idx="655">
                  <c:v>0.0020526043880533</c:v>
                </c:pt>
                <c:pt idx="656">
                  <c:v>0.0020359226369672</c:v>
                </c:pt>
                <c:pt idx="657">
                  <c:v>0.0020194433214807</c:v>
                </c:pt>
                <c:pt idx="658">
                  <c:v>0.0020031631809907</c:v>
                </c:pt>
                <c:pt idx="659">
                  <c:v>0.0019870790202456</c:v>
                </c:pt>
                <c:pt idx="660">
                  <c:v>0.0019711877077804</c:v>
                </c:pt>
                <c:pt idx="661">
                  <c:v>0.0019554861743958</c:v>
                </c:pt>
                <c:pt idx="662">
                  <c:v>0.0019399714116789</c:v>
                </c:pt>
                <c:pt idx="663">
                  <c:v>0.0019246404705648</c:v>
                </c:pt>
                <c:pt idx="664">
                  <c:v>0.0019094904599382</c:v>
                </c:pt>
                <c:pt idx="665">
                  <c:v>0.0018945185452727</c:v>
                </c:pt>
                <c:pt idx="666">
                  <c:v>0.0018797219473075</c:v>
                </c:pt>
                <c:pt idx="667">
                  <c:v>0.0018650979407601</c:v>
                </c:pt>
                <c:pt idx="668">
                  <c:v>0.0018506438530735</c:v>
                </c:pt>
                <c:pt idx="669">
                  <c:v>0.0018363570631977</c:v>
                </c:pt>
                <c:pt idx="670">
                  <c:v>0.0018222350004033</c:v>
                </c:pt>
                <c:pt idx="671">
                  <c:v>0.0018082751431275</c:v>
                </c:pt>
                <c:pt idx="672">
                  <c:v>0.0017944750178502</c:v>
                </c:pt>
                <c:pt idx="673">
                  <c:v>0.0017808321980004</c:v>
                </c:pt>
                <c:pt idx="674">
                  <c:v>0.0017673443028914</c:v>
                </c:pt>
                <c:pt idx="675">
                  <c:v>0.0017540089966839</c:v>
                </c:pt>
                <c:pt idx="676">
                  <c:v>0.0017408239873766</c:v>
                </c:pt>
                <c:pt idx="677">
                  <c:v>0.0017277870258228</c:v>
                </c:pt>
                <c:pt idx="678">
                  <c:v>0.0017148959047733</c:v>
                </c:pt>
                <c:pt idx="679">
                  <c:v>0.0017021484579432</c:v>
                </c:pt>
                <c:pt idx="680">
                  <c:v>0.0016895425591037</c:v>
                </c:pt>
                <c:pt idx="681">
                  <c:v>0.0016770761211969</c:v>
                </c:pt>
                <c:pt idx="682">
                  <c:v>0.0016647470954734</c:v>
                </c:pt>
                <c:pt idx="683">
                  <c:v>0.0016525534706517</c:v>
                </c:pt>
                <c:pt idx="684">
                  <c:v>0.0016404932720995</c:v>
                </c:pt>
                <c:pt idx="685">
                  <c:v>0.0016285645610356</c:v>
                </c:pt>
                <c:pt idx="686">
                  <c:v>0.0016167654337518</c:v>
                </c:pt>
                <c:pt idx="687">
                  <c:v>0.0016050940208548</c:v>
                </c:pt>
                <c:pt idx="688">
                  <c:v>0.0015935484865266</c:v>
                </c:pt>
                <c:pt idx="689">
                  <c:v>0.001582127027804</c:v>
                </c:pt>
                <c:pt idx="690">
                  <c:v>0.0015708278738757</c:v>
                </c:pt>
                <c:pt idx="691">
                  <c:v>0.001559649285397</c:v>
                </c:pt>
                <c:pt idx="692">
                  <c:v>0.0015485895538216</c:v>
                </c:pt>
                <c:pt idx="693">
                  <c:v>0.0015376470007494</c:v>
                </c:pt>
                <c:pt idx="694">
                  <c:v>0.0015268199772913</c:v>
                </c:pt>
                <c:pt idx="695">
                  <c:v>0.001516106863448</c:v>
                </c:pt>
                <c:pt idx="696">
                  <c:v>0.0015055060675062</c:v>
                </c:pt>
                <c:pt idx="697">
                  <c:v>0.001495016025447</c:v>
                </c:pt>
                <c:pt idx="698">
                  <c:v>0.0014846352003707</c:v>
                </c:pt>
                <c:pt idx="699">
                  <c:v>0.0014743620819344</c:v>
                </c:pt>
                <c:pt idx="700">
                  <c:v>0.0014641951858035</c:v>
                </c:pt>
                <c:pt idx="701">
                  <c:v>0.0014541330531161</c:v>
                </c:pt>
                <c:pt idx="702">
                  <c:v>0.0014441742499607</c:v>
                </c:pt>
                <c:pt idx="703">
                  <c:v>0.001434317366866</c:v>
                </c:pt>
                <c:pt idx="704">
                  <c:v>0.0014245610183028</c:v>
                </c:pt>
                <c:pt idx="705">
                  <c:v>0.0014149038421976</c:v>
                </c:pt>
                <c:pt idx="706">
                  <c:v>0.0014053444994586</c:v>
                </c:pt>
                <c:pt idx="707">
                  <c:v>0.0013958816735112</c:v>
                </c:pt>
                <c:pt idx="708">
                  <c:v>0.001386514069846</c:v>
                </c:pt>
                <c:pt idx="709">
                  <c:v>0.0013772404155763</c:v>
                </c:pt>
                <c:pt idx="710">
                  <c:v>0.0013680594590064</c:v>
                </c:pt>
                <c:pt idx="711">
                  <c:v>0.0013589699692101</c:v>
                </c:pt>
                <c:pt idx="712">
                  <c:v>0.001349970735618</c:v>
                </c:pt>
                <c:pt idx="713">
                  <c:v>0.0013410605676155</c:v>
                </c:pt>
                <c:pt idx="714">
                  <c:v>0.0013322382941494</c:v>
                </c:pt>
                <c:pt idx="715">
                  <c:v>0.0013235027633436</c:v>
                </c:pt>
                <c:pt idx="716">
                  <c:v>0.0013148528421236</c:v>
                </c:pt>
                <c:pt idx="717">
                  <c:v>0.0013062874158494</c:v>
                </c:pt>
                <c:pt idx="718">
                  <c:v>0.0012978053879572</c:v>
                </c:pt>
                <c:pt idx="719">
                  <c:v>0.0012894056796087</c:v>
                </c:pt>
                <c:pt idx="720">
                  <c:v>0.0012810872293483</c:v>
                </c:pt>
                <c:pt idx="721">
                  <c:v>0.0012728489927687</c:v>
                </c:pt>
                <c:pt idx="722">
                  <c:v>0.001264689942183</c:v>
                </c:pt>
                <c:pt idx="723">
                  <c:v>0.0012566090663046</c:v>
                </c:pt>
                <c:pt idx="724">
                  <c:v>0.0012486053699348</c:v>
                </c:pt>
                <c:pt idx="725">
                  <c:v>0.0012406778736561</c:v>
                </c:pt>
                <c:pt idx="726">
                  <c:v>0.0012328256135331</c:v>
                </c:pt>
                <c:pt idx="727">
                  <c:v>0.0012250476408203</c:v>
                </c:pt>
                <c:pt idx="728">
                  <c:v>0.0012173430216752</c:v>
                </c:pt>
                <c:pt idx="729">
                  <c:v>0.0012097108368786</c:v>
                </c:pt>
                <c:pt idx="730">
                  <c:v>0.0012021501815611</c:v>
                </c:pt>
                <c:pt idx="731">
                  <c:v>0.0011946601649346</c:v>
                </c:pt>
                <c:pt idx="732">
                  <c:v>0.0011872399100306</c:v>
                </c:pt>
                <c:pt idx="733">
                  <c:v>0.0011798885534439</c:v>
                </c:pt>
                <c:pt idx="734">
                  <c:v>0.0011726052450814</c:v>
                </c:pt>
                <c:pt idx="735">
                  <c:v>0.0011653891479167</c:v>
                </c:pt>
                <c:pt idx="736">
                  <c:v>0.0011582394377502</c:v>
                </c:pt>
                <c:pt idx="737">
                  <c:v>0.0011511553029737</c:v>
                </c:pt>
                <c:pt idx="738">
                  <c:v>0.0011441359443403</c:v>
                </c:pt>
                <c:pt idx="739">
                  <c:v>0.0011371805747397</c:v>
                </c:pt>
                <c:pt idx="740">
                  <c:v>0.0011302884189772</c:v>
                </c:pt>
                <c:pt idx="741">
                  <c:v>0.0011234587135581</c:v>
                </c:pt>
                <c:pt idx="742">
                  <c:v>0.0011166907064767</c:v>
                </c:pt>
                <c:pt idx="743">
                  <c:v>0.0011099836570096</c:v>
                </c:pt>
                <c:pt idx="744">
                  <c:v>0.0011033368355128</c:v>
                </c:pt>
                <c:pt idx="745">
                  <c:v>0.0010967495232238</c:v>
                </c:pt>
                <c:pt idx="746">
                  <c:v>0.0010902210120673</c:v>
                </c:pt>
                <c:pt idx="747">
                  <c:v>0.0010837506044656</c:v>
                </c:pt>
                <c:pt idx="748">
                  <c:v>0.0010773376131518</c:v>
                </c:pt>
                <c:pt idx="749">
                  <c:v>0.0010709813609879</c:v>
                </c:pt>
                <c:pt idx="750">
                  <c:v>0.0010646811807861</c:v>
                </c:pt>
                <c:pt idx="751">
                  <c:v>0.001058436415134</c:v>
                </c:pt>
                <c:pt idx="752">
                  <c:v>0.0010522464162233</c:v>
                </c:pt>
                <c:pt idx="753">
                  <c:v>0.0010461105456818</c:v>
                </c:pt>
                <c:pt idx="754">
                  <c:v>0.001040028174409</c:v>
                </c:pt>
                <c:pt idx="755">
                  <c:v>0.0010339986824153</c:v>
                </c:pt>
                <c:pt idx="756">
                  <c:v>0.0010280214586638</c:v>
                </c:pt>
                <c:pt idx="757">
                  <c:v>0.0010220959009159</c:v>
                </c:pt>
                <c:pt idx="758">
                  <c:v>0.0010162214155796</c:v>
                </c:pt>
                <c:pt idx="759">
                  <c:v>0.0010103974175611</c:v>
                </c:pt>
                <c:pt idx="760">
                  <c:v>0.0010046233301193</c:v>
                </c:pt>
                <c:pt idx="761">
                  <c:v>0.00099889858472274</c:v>
                </c:pt>
                <c:pt idx="762">
                  <c:v>0.00099322262091051</c:v>
                </c:pt>
                <c:pt idx="763">
                  <c:v>0.0009875948861546</c:v>
                </c:pt>
                <c:pt idx="764">
                  <c:v>0.00098201483572585</c:v>
                </c:pt>
                <c:pt idx="765">
                  <c:v>0.00097648193256218</c:v>
                </c:pt>
                <c:pt idx="766">
                  <c:v>0.00097099564713948</c:v>
                </c:pt>
                <c:pt idx="767">
                  <c:v>0.00096555545734509</c:v>
                </c:pt>
                <c:pt idx="768">
                  <c:v>0.00096016084835366</c:v>
                </c:pt>
                <c:pt idx="769">
                  <c:v>0.00095481131250545</c:v>
                </c:pt>
                <c:pt idx="770">
                  <c:v>0.00094950634918704</c:v>
                </c:pt>
                <c:pt idx="771">
                  <c:v>0.00094424546471431</c:v>
                </c:pt>
                <c:pt idx="772">
                  <c:v>0.0009390281722177</c:v>
                </c:pt>
                <c:pt idx="773">
                  <c:v>0.00093385399152964</c:v>
                </c:pt>
                <c:pt idx="774">
                  <c:v>0.0009287224490742</c:v>
                </c:pt>
                <c:pt idx="775">
                  <c:v>0.0009236330777588</c:v>
                </c:pt>
                <c:pt idx="776">
                  <c:v>0.00091858541686807</c:v>
                </c:pt>
                <c:pt idx="777">
                  <c:v>0.0009135790119596</c:v>
                </c:pt>
                <c:pt idx="778">
                  <c:v>0.00090861341476182</c:v>
                </c:pt>
                <c:pt idx="779">
                  <c:v>0.00090368818307369</c:v>
                </c:pt>
                <c:pt idx="780">
                  <c:v>0.00089880288066637</c:v>
                </c:pt>
                <c:pt idx="781">
                  <c:v>0.0008939570771867</c:v>
                </c:pt>
                <c:pt idx="782">
                  <c:v>0.00088915034806252</c:v>
                </c:pt>
                <c:pt idx="783">
                  <c:v>0.00088438227440972</c:v>
                </c:pt>
                <c:pt idx="784">
                  <c:v>0.00087965244294114</c:v>
                </c:pt>
                <c:pt idx="785">
                  <c:v>0.00087496044587695</c:v>
                </c:pt>
                <c:pt idx="786">
                  <c:v>0.00087030588085699</c:v>
                </c:pt>
                <c:pt idx="787">
                  <c:v>0.00086568835085447</c:v>
                </c:pt>
                <c:pt idx="788">
                  <c:v>0.00086110746409143</c:v>
                </c:pt>
                <c:pt idx="789">
                  <c:v>0.0008565628339557</c:v>
                </c:pt>
                <c:pt idx="790">
                  <c:v>0.00085205407891938</c:v>
                </c:pt>
                <c:pt idx="791">
                  <c:v>0.00084758082245886</c:v>
                </c:pt>
                <c:pt idx="792">
                  <c:v>0.00084314269297625</c:v>
                </c:pt>
                <c:pt idx="793">
                  <c:v>0.00083873932372229</c:v>
                </c:pt>
                <c:pt idx="794">
                  <c:v>0.00083437035272065</c:v>
                </c:pt>
                <c:pt idx="795">
                  <c:v>0.00083003542269355</c:v>
                </c:pt>
                <c:pt idx="796">
                  <c:v>0.00082573418098887</c:v>
                </c:pt>
                <c:pt idx="797">
                  <c:v>0.00082146627950838</c:v>
                </c:pt>
                <c:pt idx="798">
                  <c:v>0.00081723137463748</c:v>
                </c:pt>
                <c:pt idx="799">
                  <c:v>0.00081302912717597</c:v>
                </c:pt>
                <c:pt idx="800">
                  <c:v>0.00080885920227031</c:v>
                </c:pt>
              </c:numCache>
            </c:numRef>
          </c:yVal>
        </c:ser>
        <c:dLbls>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showLegendKey val="0"/>
          <c:showVal val="0"/>
          <c:showCatName val="0"/>
          <c:showSerName val="0"/>
          <c:showPercent val="0"/>
          <c:showBubbleSize val="0"/>
          <c:showLeaderLines val="0"/>
        </c:dLbls>
        <c:axId val="48650112"/>
        <c:axId val="48672768"/>
      </c:scatterChart>
      <c:valAx>
        <c:axId val="48672768"/>
        <c:scaling>
          <c:orientation val="minMax"/>
          <c:max val="1.4"/>
          <c:min val="0"/>
        </c:scaling>
        <c:delete val="0"/>
        <c:axPos val="l"/>
        <c:majorGridlines>
          <c:spPr>
            <a:ln xmlns:a="http://schemas.openxmlformats.org/drawingml/2006/main" w="6668">
              <a:solidFill>
                <a:srgbClr val="D5CEC1"/>
              </a:solidFill>
            </a:ln>
          </c:spPr>
        </c:majorGridlines>
        <c:title>
          <c:tx>
            <c:rich>
              <a:bodyPr xmlns:a="http://schemas.openxmlformats.org/drawingml/2006/main"/>
              <a:lstStyle xmlns:a="http://schemas.openxmlformats.org/drawingml/2006/main"/>
              <a:p xmlns:a="http://schemas.openxmlformats.org/drawingml/2006/main">
                <a:r>
                  <a:rPr>
                    <a:latin typeface="Georgia"/>
                    <a:ea typeface="Georgia"/>
                    <a:cs typeface="Georgia"/>
                  </a:rPr>
                  <a:t>Normalized profile (1/GHz)</a:t>
                </a:r>
              </a:p>
            </c:rich>
          </c:tx>
          <c:overlay val="0"/>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title>
        <c:numFmt formatCode="0.00"/>
        <c:majorTickMark val="none"/>
        <c:minorTickMark val="none"/>
        <c:spPr>
          <a:ln xmlns:a="http://schemas.openxmlformats.org/drawingml/2006/main" w="9525">
            <a:solidFill>
              <a:srgbClr val="6E6A61"/>
            </a:solidFill>
          </a:ln>
        </c:spPr>
        <c:txPr>
          <a:bodyPr xmlns:a="http://schemas.openxmlformats.org/drawingml/2006/main" anchorCtr="1"/>
          <a:lstStyle xmlns:a="http://schemas.openxmlformats.org/drawingml/2006/main"/>
          <a:p xmlns:a="http://schemas.openxmlformats.org/drawingml/2006/main">
            <a:pPr>
              <a:defRPr sz="1500">
                <a:solidFill>
                  <a:srgbClr val="242421"/>
                </a:solidFill>
                <a:latin typeface="Georgia"/>
                <a:ea typeface="Georgia"/>
                <a:cs typeface="Georgia"/>
              </a:defRPr>
            </a:pPr>
          </a:p>
        </c:txPr>
        <c:crossAx val="48650112"/>
        <c:majorUnit val="0.35"/>
      </c:valAx>
      <c:valAx>
        <c:axId val="48650112"/>
        <c:scaling>
          <c:orientation val="minMax"/>
          <c:max val="125"/>
          <c:min val="105"/>
        </c:scaling>
        <c:delete val="0"/>
        <c:axPos val="b"/>
        <c:title>
          <c:tx>
            <c:rich>
              <a:bodyPr xmlns:a="http://schemas.openxmlformats.org/drawingml/2006/main"/>
              <a:lstStyle xmlns:a="http://schemas.openxmlformats.org/drawingml/2006/main"/>
              <a:p xmlns:a="http://schemas.openxmlformats.org/drawingml/2006/main">
                <a:r>
                  <a:rPr>
                    <a:latin typeface="Georgia"/>
                    <a:ea typeface="Georgia"/>
                    <a:cs typeface="Georgia"/>
                  </a:rPr>
                  <a:t>Frequency (GHz)</a:t>
                </a:r>
              </a:p>
            </c:rich>
          </c:tx>
          <c:overlay val="0"/>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title>
        <c:numFmt formatCode="0"/>
        <c:majorTickMark val="none"/>
        <c:minorTickMark val="none"/>
        <c:spPr>
          <a:ln xmlns:a="http://schemas.openxmlformats.org/drawingml/2006/main" w="9525">
            <a:solidFill>
              <a:srgbClr val="6E6A61"/>
            </a:solidFill>
          </a:ln>
        </c:spPr>
        <c:txPr>
          <a:bodyPr xmlns:a="http://schemas.openxmlformats.org/drawingml/2006/main" anchorCtr="1"/>
          <a:lstStyle xmlns:a="http://schemas.openxmlformats.org/drawingml/2006/main"/>
          <a:p xmlns:a="http://schemas.openxmlformats.org/drawingml/2006/main">
            <a:pPr>
              <a:defRPr sz="1500">
                <a:solidFill>
                  <a:srgbClr val="242421"/>
                </a:solidFill>
                <a:latin typeface="Georgia"/>
                <a:ea typeface="Georgia"/>
                <a:cs typeface="Georgia"/>
              </a:defRPr>
            </a:pPr>
          </a:p>
        </c:txPr>
        <c:crossAx val="48672768"/>
        <c:majorUnit val="5"/>
      </c:valAx>
      <c:spPr>
        <a:solidFill xmlns:a="http://schemas.openxmlformats.org/drawingml/2006/main">
          <a:srgbClr val="F4F0E8"/>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242421"/>
              </a:solidFill>
              <a:latin typeface="Georgia"/>
              <a:ea typeface="Georgia"/>
              <a:cs typeface="Georgia"/>
            </a:defRPr>
          </a:pPr>
        </a:p>
      </c:txPr>
    </c:legend>
    <c:plotVisOnly val="1"/>
  </c:chart>
  <c:spPr>
    <a:solidFill xmlns:a="http://schemas.openxmlformats.org/drawingml/2006/main">
      <a:srgbClr val="F4F0E8"/>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varyColors val="0"/>
        <c:ser>
          <c:idx val="0"/>
          <c:order val="0"/>
          <c:tx>
            <c:v>Extra CO loss</c:v>
          </c:tx>
          <c:spPr>
            <a:ln xmlns:a="http://schemas.openxmlformats.org/drawingml/2006/main" w="28575">
              <a:solidFill>
                <a:srgbClr val="B4472B"/>
              </a:solidFill>
            </a:ln>
          </c:spPr>
          <c:marker>
            <c:symbol val="none"/>
          </c:marker>
          <c:xVal>
            <c:numRef>
              <c:f>'Chart Data'!$A$2:$A$2361</c:f>
              <c:numCache>
                <c:formatCode>General</c:formatCode>
                <c:ptCount val="2360"/>
                <c:pt idx="0">
                  <c:v>60</c:v>
                </c:pt>
                <c:pt idx="1">
                  <c:v>60.4</c:v>
                </c:pt>
                <c:pt idx="2">
                  <c:v>60.8</c:v>
                </c:pt>
                <c:pt idx="3">
                  <c:v>61.2</c:v>
                </c:pt>
                <c:pt idx="4">
                  <c:v>61.6</c:v>
                </c:pt>
                <c:pt idx="5">
                  <c:v>62</c:v>
                </c:pt>
                <c:pt idx="6">
                  <c:v>62.4</c:v>
                </c:pt>
                <c:pt idx="7">
                  <c:v>62.8</c:v>
                </c:pt>
                <c:pt idx="8">
                  <c:v>63.2</c:v>
                </c:pt>
                <c:pt idx="9">
                  <c:v>63.6</c:v>
                </c:pt>
                <c:pt idx="10">
                  <c:v>64</c:v>
                </c:pt>
                <c:pt idx="11">
                  <c:v>64.4</c:v>
                </c:pt>
                <c:pt idx="12">
                  <c:v>64.8</c:v>
                </c:pt>
                <c:pt idx="13">
                  <c:v>65.2</c:v>
                </c:pt>
                <c:pt idx="14">
                  <c:v>65.6</c:v>
                </c:pt>
                <c:pt idx="15">
                  <c:v>66</c:v>
                </c:pt>
                <c:pt idx="16">
                  <c:v>66.4</c:v>
                </c:pt>
                <c:pt idx="17">
                  <c:v>66.8</c:v>
                </c:pt>
                <c:pt idx="18">
                  <c:v>67.2</c:v>
                </c:pt>
                <c:pt idx="19">
                  <c:v>67.6</c:v>
                </c:pt>
                <c:pt idx="20">
                  <c:v>68</c:v>
                </c:pt>
                <c:pt idx="21">
                  <c:v>68.4</c:v>
                </c:pt>
                <c:pt idx="22">
                  <c:v>68.8</c:v>
                </c:pt>
                <c:pt idx="23">
                  <c:v>69.2</c:v>
                </c:pt>
                <c:pt idx="24">
                  <c:v>69.6</c:v>
                </c:pt>
                <c:pt idx="25">
                  <c:v>70</c:v>
                </c:pt>
                <c:pt idx="26">
                  <c:v>70.4</c:v>
                </c:pt>
                <c:pt idx="27">
                  <c:v>70.8</c:v>
                </c:pt>
                <c:pt idx="28">
                  <c:v>71.2</c:v>
                </c:pt>
                <c:pt idx="29">
                  <c:v>71.6</c:v>
                </c:pt>
                <c:pt idx="30">
                  <c:v>72</c:v>
                </c:pt>
                <c:pt idx="31">
                  <c:v>72.4</c:v>
                </c:pt>
                <c:pt idx="32">
                  <c:v>72.8</c:v>
                </c:pt>
                <c:pt idx="33">
                  <c:v>73.2</c:v>
                </c:pt>
                <c:pt idx="34">
                  <c:v>73.6</c:v>
                </c:pt>
                <c:pt idx="35">
                  <c:v>74</c:v>
                </c:pt>
                <c:pt idx="36">
                  <c:v>74.4</c:v>
                </c:pt>
                <c:pt idx="37">
                  <c:v>74.8</c:v>
                </c:pt>
                <c:pt idx="38">
                  <c:v>75.2</c:v>
                </c:pt>
                <c:pt idx="39">
                  <c:v>75.6</c:v>
                </c:pt>
                <c:pt idx="40">
                  <c:v>76</c:v>
                </c:pt>
                <c:pt idx="41">
                  <c:v>76.4</c:v>
                </c:pt>
                <c:pt idx="42">
                  <c:v>76.8</c:v>
                </c:pt>
                <c:pt idx="43">
                  <c:v>77.2</c:v>
                </c:pt>
                <c:pt idx="44">
                  <c:v>77.6</c:v>
                </c:pt>
                <c:pt idx="45">
                  <c:v>78</c:v>
                </c:pt>
                <c:pt idx="46">
                  <c:v>78.4</c:v>
                </c:pt>
                <c:pt idx="47">
                  <c:v>78.8</c:v>
                </c:pt>
                <c:pt idx="48">
                  <c:v>79.2</c:v>
                </c:pt>
                <c:pt idx="49">
                  <c:v>79.6</c:v>
                </c:pt>
                <c:pt idx="50">
                  <c:v>80</c:v>
                </c:pt>
                <c:pt idx="51">
                  <c:v>80.4</c:v>
                </c:pt>
                <c:pt idx="52">
                  <c:v>80.8</c:v>
                </c:pt>
                <c:pt idx="53">
                  <c:v>81.2</c:v>
                </c:pt>
                <c:pt idx="54">
                  <c:v>81.6</c:v>
                </c:pt>
                <c:pt idx="55">
                  <c:v>82</c:v>
                </c:pt>
                <c:pt idx="56">
                  <c:v>82.4</c:v>
                </c:pt>
                <c:pt idx="57">
                  <c:v>82.8</c:v>
                </c:pt>
                <c:pt idx="58">
                  <c:v>83.2</c:v>
                </c:pt>
                <c:pt idx="59">
                  <c:v>83.6</c:v>
                </c:pt>
                <c:pt idx="60">
                  <c:v>84</c:v>
                </c:pt>
                <c:pt idx="61">
                  <c:v>84.4</c:v>
                </c:pt>
                <c:pt idx="62">
                  <c:v>84.8</c:v>
                </c:pt>
                <c:pt idx="63">
                  <c:v>85.2</c:v>
                </c:pt>
                <c:pt idx="64">
                  <c:v>85.6</c:v>
                </c:pt>
                <c:pt idx="65">
                  <c:v>86</c:v>
                </c:pt>
                <c:pt idx="66">
                  <c:v>86.4</c:v>
                </c:pt>
                <c:pt idx="67">
                  <c:v>86.8</c:v>
                </c:pt>
                <c:pt idx="68">
                  <c:v>87.2</c:v>
                </c:pt>
                <c:pt idx="69">
                  <c:v>87.6</c:v>
                </c:pt>
                <c:pt idx="70">
                  <c:v>88</c:v>
                </c:pt>
                <c:pt idx="71">
                  <c:v>88.4</c:v>
                </c:pt>
                <c:pt idx="72">
                  <c:v>88.8</c:v>
                </c:pt>
                <c:pt idx="73">
                  <c:v>89.2</c:v>
                </c:pt>
                <c:pt idx="74">
                  <c:v>89.6</c:v>
                </c:pt>
                <c:pt idx="75">
                  <c:v>90</c:v>
                </c:pt>
                <c:pt idx="76">
                  <c:v>90.4</c:v>
                </c:pt>
                <c:pt idx="77">
                  <c:v>90.8</c:v>
                </c:pt>
                <c:pt idx="78">
                  <c:v>91.2</c:v>
                </c:pt>
                <c:pt idx="79">
                  <c:v>91.6</c:v>
                </c:pt>
                <c:pt idx="80">
                  <c:v>92</c:v>
                </c:pt>
                <c:pt idx="81">
                  <c:v>92.4</c:v>
                </c:pt>
                <c:pt idx="82">
                  <c:v>92.8</c:v>
                </c:pt>
                <c:pt idx="83">
                  <c:v>93.2</c:v>
                </c:pt>
                <c:pt idx="84">
                  <c:v>93.6</c:v>
                </c:pt>
                <c:pt idx="85">
                  <c:v>94</c:v>
                </c:pt>
                <c:pt idx="86">
                  <c:v>94.4</c:v>
                </c:pt>
                <c:pt idx="87">
                  <c:v>94.8</c:v>
                </c:pt>
                <c:pt idx="88">
                  <c:v>95.2</c:v>
                </c:pt>
                <c:pt idx="89">
                  <c:v>95.6</c:v>
                </c:pt>
                <c:pt idx="90">
                  <c:v>96</c:v>
                </c:pt>
                <c:pt idx="91">
                  <c:v>96.4</c:v>
                </c:pt>
                <c:pt idx="92">
                  <c:v>96.8</c:v>
                </c:pt>
                <c:pt idx="93">
                  <c:v>97.2</c:v>
                </c:pt>
                <c:pt idx="94">
                  <c:v>97.6</c:v>
                </c:pt>
                <c:pt idx="95">
                  <c:v>98</c:v>
                </c:pt>
                <c:pt idx="96">
                  <c:v>98.4</c:v>
                </c:pt>
                <c:pt idx="97">
                  <c:v>98.8</c:v>
                </c:pt>
                <c:pt idx="98">
                  <c:v>99.2</c:v>
                </c:pt>
                <c:pt idx="99">
                  <c:v>99.6</c:v>
                </c:pt>
                <c:pt idx="100">
                  <c:v>100</c:v>
                </c:pt>
                <c:pt idx="101">
                  <c:v>100.4</c:v>
                </c:pt>
                <c:pt idx="102">
                  <c:v>100.8</c:v>
                </c:pt>
                <c:pt idx="103">
                  <c:v>101.2</c:v>
                </c:pt>
                <c:pt idx="104">
                  <c:v>101.6</c:v>
                </c:pt>
                <c:pt idx="105">
                  <c:v>102</c:v>
                </c:pt>
                <c:pt idx="106">
                  <c:v>102.4</c:v>
                </c:pt>
                <c:pt idx="107">
                  <c:v>102.8</c:v>
                </c:pt>
                <c:pt idx="108">
                  <c:v>103.2</c:v>
                </c:pt>
                <c:pt idx="109">
                  <c:v>103.6</c:v>
                </c:pt>
                <c:pt idx="110">
                  <c:v>104</c:v>
                </c:pt>
                <c:pt idx="111">
                  <c:v>104.4</c:v>
                </c:pt>
                <c:pt idx="112">
                  <c:v>104.8</c:v>
                </c:pt>
                <c:pt idx="113">
                  <c:v>105.2</c:v>
                </c:pt>
                <c:pt idx="114">
                  <c:v>105.6</c:v>
                </c:pt>
                <c:pt idx="115">
                  <c:v>106</c:v>
                </c:pt>
                <c:pt idx="116">
                  <c:v>106.4</c:v>
                </c:pt>
                <c:pt idx="117">
                  <c:v>106.8</c:v>
                </c:pt>
                <c:pt idx="118">
                  <c:v>107.2</c:v>
                </c:pt>
                <c:pt idx="119">
                  <c:v>107.6</c:v>
                </c:pt>
                <c:pt idx="120">
                  <c:v>108</c:v>
                </c:pt>
                <c:pt idx="121">
                  <c:v>108.4</c:v>
                </c:pt>
                <c:pt idx="122">
                  <c:v>108.8</c:v>
                </c:pt>
                <c:pt idx="123">
                  <c:v>109.2</c:v>
                </c:pt>
                <c:pt idx="124">
                  <c:v>109.6</c:v>
                </c:pt>
                <c:pt idx="125">
                  <c:v>110</c:v>
                </c:pt>
                <c:pt idx="126">
                  <c:v>110.4</c:v>
                </c:pt>
                <c:pt idx="127">
                  <c:v>110.8</c:v>
                </c:pt>
                <c:pt idx="128">
                  <c:v>111.2</c:v>
                </c:pt>
                <c:pt idx="129">
                  <c:v>111.6</c:v>
                </c:pt>
                <c:pt idx="130">
                  <c:v>112</c:v>
                </c:pt>
                <c:pt idx="131">
                  <c:v>112.4</c:v>
                </c:pt>
                <c:pt idx="132">
                  <c:v>112.8</c:v>
                </c:pt>
                <c:pt idx="133">
                  <c:v>113.2</c:v>
                </c:pt>
                <c:pt idx="134">
                  <c:v>113.6</c:v>
                </c:pt>
                <c:pt idx="135">
                  <c:v>114</c:v>
                </c:pt>
                <c:pt idx="136">
                  <c:v>114.4</c:v>
                </c:pt>
                <c:pt idx="137">
                  <c:v>114.8</c:v>
                </c:pt>
                <c:pt idx="138">
                  <c:v>115.2</c:v>
                </c:pt>
                <c:pt idx="139">
                  <c:v>115.27118941611</c:v>
                </c:pt>
                <c:pt idx="140">
                  <c:v>115.6</c:v>
                </c:pt>
                <c:pt idx="141">
                  <c:v>116</c:v>
                </c:pt>
                <c:pt idx="142">
                  <c:v>116.4</c:v>
                </c:pt>
                <c:pt idx="143">
                  <c:v>116.8</c:v>
                </c:pt>
                <c:pt idx="144">
                  <c:v>117.2</c:v>
                </c:pt>
                <c:pt idx="145">
                  <c:v>117.6</c:v>
                </c:pt>
                <c:pt idx="146">
                  <c:v>118</c:v>
                </c:pt>
                <c:pt idx="147">
                  <c:v>118.4</c:v>
                </c:pt>
                <c:pt idx="148">
                  <c:v>118.8</c:v>
                </c:pt>
                <c:pt idx="149">
                  <c:v>119.2</c:v>
                </c:pt>
                <c:pt idx="150">
                  <c:v>119.6</c:v>
                </c:pt>
                <c:pt idx="151">
                  <c:v>120</c:v>
                </c:pt>
                <c:pt idx="152">
                  <c:v>120.4</c:v>
                </c:pt>
                <c:pt idx="153">
                  <c:v>120.8</c:v>
                </c:pt>
                <c:pt idx="154">
                  <c:v>121.2</c:v>
                </c:pt>
                <c:pt idx="155">
                  <c:v>121.6</c:v>
                </c:pt>
                <c:pt idx="156">
                  <c:v>122</c:v>
                </c:pt>
                <c:pt idx="157">
                  <c:v>122.4</c:v>
                </c:pt>
                <c:pt idx="158">
                  <c:v>122.8</c:v>
                </c:pt>
                <c:pt idx="159">
                  <c:v>123.2</c:v>
                </c:pt>
                <c:pt idx="160">
                  <c:v>123.6</c:v>
                </c:pt>
                <c:pt idx="161">
                  <c:v>124</c:v>
                </c:pt>
                <c:pt idx="162">
                  <c:v>124.4</c:v>
                </c:pt>
                <c:pt idx="163">
                  <c:v>124.8</c:v>
                </c:pt>
                <c:pt idx="164">
                  <c:v>125.2</c:v>
                </c:pt>
                <c:pt idx="165">
                  <c:v>125.6</c:v>
                </c:pt>
                <c:pt idx="166">
                  <c:v>126</c:v>
                </c:pt>
                <c:pt idx="167">
                  <c:v>126.4</c:v>
                </c:pt>
                <c:pt idx="168">
                  <c:v>126.8</c:v>
                </c:pt>
                <c:pt idx="169">
                  <c:v>127.2</c:v>
                </c:pt>
                <c:pt idx="170">
                  <c:v>127.6</c:v>
                </c:pt>
                <c:pt idx="171">
                  <c:v>128</c:v>
                </c:pt>
                <c:pt idx="172">
                  <c:v>128.4</c:v>
                </c:pt>
                <c:pt idx="173">
                  <c:v>128.8</c:v>
                </c:pt>
                <c:pt idx="174">
                  <c:v>129.2</c:v>
                </c:pt>
                <c:pt idx="175">
                  <c:v>129.6</c:v>
                </c:pt>
                <c:pt idx="176">
                  <c:v>130</c:v>
                </c:pt>
                <c:pt idx="177">
                  <c:v>130.4</c:v>
                </c:pt>
                <c:pt idx="178">
                  <c:v>130.8</c:v>
                </c:pt>
                <c:pt idx="179">
                  <c:v>131.2</c:v>
                </c:pt>
                <c:pt idx="180">
                  <c:v>131.6</c:v>
                </c:pt>
                <c:pt idx="181">
                  <c:v>132</c:v>
                </c:pt>
                <c:pt idx="182">
                  <c:v>132.4</c:v>
                </c:pt>
                <c:pt idx="183">
                  <c:v>132.8</c:v>
                </c:pt>
                <c:pt idx="184">
                  <c:v>133.2</c:v>
                </c:pt>
                <c:pt idx="185">
                  <c:v>133.6</c:v>
                </c:pt>
                <c:pt idx="186">
                  <c:v>134</c:v>
                </c:pt>
                <c:pt idx="187">
                  <c:v>134.4</c:v>
                </c:pt>
                <c:pt idx="188">
                  <c:v>134.8</c:v>
                </c:pt>
                <c:pt idx="189">
                  <c:v>135.2</c:v>
                </c:pt>
                <c:pt idx="190">
                  <c:v>135.6</c:v>
                </c:pt>
                <c:pt idx="191">
                  <c:v>136</c:v>
                </c:pt>
                <c:pt idx="192">
                  <c:v>136.4</c:v>
                </c:pt>
                <c:pt idx="193">
                  <c:v>136.8</c:v>
                </c:pt>
                <c:pt idx="194">
                  <c:v>137.2</c:v>
                </c:pt>
                <c:pt idx="195">
                  <c:v>137.6</c:v>
                </c:pt>
                <c:pt idx="196">
                  <c:v>138</c:v>
                </c:pt>
                <c:pt idx="197">
                  <c:v>138.4</c:v>
                </c:pt>
                <c:pt idx="198">
                  <c:v>138.8</c:v>
                </c:pt>
                <c:pt idx="199">
                  <c:v>139.2</c:v>
                </c:pt>
                <c:pt idx="200">
                  <c:v>139.6</c:v>
                </c:pt>
                <c:pt idx="201">
                  <c:v>140</c:v>
                </c:pt>
                <c:pt idx="202">
                  <c:v>140.4</c:v>
                </c:pt>
                <c:pt idx="203">
                  <c:v>140.8</c:v>
                </c:pt>
                <c:pt idx="204">
                  <c:v>141.2</c:v>
                </c:pt>
                <c:pt idx="205">
                  <c:v>141.6</c:v>
                </c:pt>
                <c:pt idx="206">
                  <c:v>142</c:v>
                </c:pt>
                <c:pt idx="207">
                  <c:v>142.4</c:v>
                </c:pt>
                <c:pt idx="208">
                  <c:v>142.8</c:v>
                </c:pt>
                <c:pt idx="209">
                  <c:v>143.2</c:v>
                </c:pt>
                <c:pt idx="210">
                  <c:v>143.6</c:v>
                </c:pt>
                <c:pt idx="211">
                  <c:v>144</c:v>
                </c:pt>
                <c:pt idx="212">
                  <c:v>144.4</c:v>
                </c:pt>
                <c:pt idx="213">
                  <c:v>144.8</c:v>
                </c:pt>
                <c:pt idx="214">
                  <c:v>145.2</c:v>
                </c:pt>
                <c:pt idx="215">
                  <c:v>145.6</c:v>
                </c:pt>
                <c:pt idx="216">
                  <c:v>146</c:v>
                </c:pt>
                <c:pt idx="217">
                  <c:v>146.4</c:v>
                </c:pt>
                <c:pt idx="218">
                  <c:v>146.8</c:v>
                </c:pt>
                <c:pt idx="219">
                  <c:v>147.2</c:v>
                </c:pt>
                <c:pt idx="220">
                  <c:v>147.6</c:v>
                </c:pt>
                <c:pt idx="221">
                  <c:v>148</c:v>
                </c:pt>
                <c:pt idx="222">
                  <c:v>148.4</c:v>
                </c:pt>
                <c:pt idx="223">
                  <c:v>148.8</c:v>
                </c:pt>
                <c:pt idx="224">
                  <c:v>149.2</c:v>
                </c:pt>
                <c:pt idx="225">
                  <c:v>149.6</c:v>
                </c:pt>
                <c:pt idx="226">
                  <c:v>150</c:v>
                </c:pt>
                <c:pt idx="227">
                  <c:v>150.4</c:v>
                </c:pt>
                <c:pt idx="228">
                  <c:v>150.8</c:v>
                </c:pt>
                <c:pt idx="229">
                  <c:v>151.2</c:v>
                </c:pt>
                <c:pt idx="230">
                  <c:v>151.6</c:v>
                </c:pt>
                <c:pt idx="231">
                  <c:v>152</c:v>
                </c:pt>
                <c:pt idx="232">
                  <c:v>152.4</c:v>
                </c:pt>
                <c:pt idx="233">
                  <c:v>152.8</c:v>
                </c:pt>
                <c:pt idx="234">
                  <c:v>153.2</c:v>
                </c:pt>
                <c:pt idx="235">
                  <c:v>153.6</c:v>
                </c:pt>
                <c:pt idx="236">
                  <c:v>154</c:v>
                </c:pt>
                <c:pt idx="237">
                  <c:v>154.4</c:v>
                </c:pt>
                <c:pt idx="238">
                  <c:v>154.8</c:v>
                </c:pt>
                <c:pt idx="239">
                  <c:v>155.2</c:v>
                </c:pt>
                <c:pt idx="240">
                  <c:v>155.6</c:v>
                </c:pt>
                <c:pt idx="241">
                  <c:v>156</c:v>
                </c:pt>
                <c:pt idx="242">
                  <c:v>156.4</c:v>
                </c:pt>
                <c:pt idx="243">
                  <c:v>156.8</c:v>
                </c:pt>
                <c:pt idx="244">
                  <c:v>157.2</c:v>
                </c:pt>
                <c:pt idx="245">
                  <c:v>157.6</c:v>
                </c:pt>
                <c:pt idx="246">
                  <c:v>158</c:v>
                </c:pt>
                <c:pt idx="247">
                  <c:v>158.4</c:v>
                </c:pt>
                <c:pt idx="248">
                  <c:v>158.8</c:v>
                </c:pt>
                <c:pt idx="249">
                  <c:v>159.2</c:v>
                </c:pt>
                <c:pt idx="250">
                  <c:v>159.6</c:v>
                </c:pt>
                <c:pt idx="251">
                  <c:v>160</c:v>
                </c:pt>
                <c:pt idx="252">
                  <c:v>160.4</c:v>
                </c:pt>
                <c:pt idx="253">
                  <c:v>160.8</c:v>
                </c:pt>
                <c:pt idx="254">
                  <c:v>161.2</c:v>
                </c:pt>
                <c:pt idx="255">
                  <c:v>161.6</c:v>
                </c:pt>
                <c:pt idx="256">
                  <c:v>162</c:v>
                </c:pt>
                <c:pt idx="257">
                  <c:v>162.4</c:v>
                </c:pt>
                <c:pt idx="258">
                  <c:v>162.8</c:v>
                </c:pt>
                <c:pt idx="259">
                  <c:v>163.2</c:v>
                </c:pt>
                <c:pt idx="260">
                  <c:v>163.6</c:v>
                </c:pt>
                <c:pt idx="261">
                  <c:v>164</c:v>
                </c:pt>
                <c:pt idx="262">
                  <c:v>164.4</c:v>
                </c:pt>
                <c:pt idx="263">
                  <c:v>164.8</c:v>
                </c:pt>
                <c:pt idx="264">
                  <c:v>165.2</c:v>
                </c:pt>
                <c:pt idx="265">
                  <c:v>165.6</c:v>
                </c:pt>
                <c:pt idx="266">
                  <c:v>166</c:v>
                </c:pt>
                <c:pt idx="267">
                  <c:v>166.4</c:v>
                </c:pt>
                <c:pt idx="268">
                  <c:v>166.8</c:v>
                </c:pt>
                <c:pt idx="269">
                  <c:v>167.2</c:v>
                </c:pt>
                <c:pt idx="270">
                  <c:v>167.6</c:v>
                </c:pt>
                <c:pt idx="271">
                  <c:v>168</c:v>
                </c:pt>
                <c:pt idx="272">
                  <c:v>168.4</c:v>
                </c:pt>
                <c:pt idx="273">
                  <c:v>168.8</c:v>
                </c:pt>
                <c:pt idx="274">
                  <c:v>169.2</c:v>
                </c:pt>
                <c:pt idx="275">
                  <c:v>169.6</c:v>
                </c:pt>
                <c:pt idx="276">
                  <c:v>170</c:v>
                </c:pt>
                <c:pt idx="277">
                  <c:v>170.4</c:v>
                </c:pt>
                <c:pt idx="278">
                  <c:v>170.8</c:v>
                </c:pt>
                <c:pt idx="279">
                  <c:v>171.2</c:v>
                </c:pt>
                <c:pt idx="280">
                  <c:v>171.6</c:v>
                </c:pt>
                <c:pt idx="281">
                  <c:v>172</c:v>
                </c:pt>
                <c:pt idx="282">
                  <c:v>172.4</c:v>
                </c:pt>
                <c:pt idx="283">
                  <c:v>172.8</c:v>
                </c:pt>
                <c:pt idx="284">
                  <c:v>173.2</c:v>
                </c:pt>
                <c:pt idx="285">
                  <c:v>173.6</c:v>
                </c:pt>
                <c:pt idx="286">
                  <c:v>174</c:v>
                </c:pt>
                <c:pt idx="287">
                  <c:v>174.4</c:v>
                </c:pt>
                <c:pt idx="288">
                  <c:v>174.8</c:v>
                </c:pt>
                <c:pt idx="289">
                  <c:v>175.2</c:v>
                </c:pt>
                <c:pt idx="290">
                  <c:v>175.6</c:v>
                </c:pt>
                <c:pt idx="291">
                  <c:v>176</c:v>
                </c:pt>
                <c:pt idx="292">
                  <c:v>176.4</c:v>
                </c:pt>
                <c:pt idx="293">
                  <c:v>176.8</c:v>
                </c:pt>
                <c:pt idx="294">
                  <c:v>177.2</c:v>
                </c:pt>
                <c:pt idx="295">
                  <c:v>177.6</c:v>
                </c:pt>
                <c:pt idx="296">
                  <c:v>178</c:v>
                </c:pt>
                <c:pt idx="297">
                  <c:v>178.4</c:v>
                </c:pt>
                <c:pt idx="298">
                  <c:v>178.8</c:v>
                </c:pt>
                <c:pt idx="299">
                  <c:v>179.2</c:v>
                </c:pt>
                <c:pt idx="300">
                  <c:v>179.6</c:v>
                </c:pt>
                <c:pt idx="301">
                  <c:v>180</c:v>
                </c:pt>
                <c:pt idx="302">
                  <c:v>180.4</c:v>
                </c:pt>
                <c:pt idx="303">
                  <c:v>180.8</c:v>
                </c:pt>
                <c:pt idx="304">
                  <c:v>181.2</c:v>
                </c:pt>
                <c:pt idx="305">
                  <c:v>181.6</c:v>
                </c:pt>
                <c:pt idx="306">
                  <c:v>182</c:v>
                </c:pt>
                <c:pt idx="307">
                  <c:v>182.4</c:v>
                </c:pt>
                <c:pt idx="308">
                  <c:v>182.8</c:v>
                </c:pt>
                <c:pt idx="309">
                  <c:v>183.2</c:v>
                </c:pt>
                <c:pt idx="310">
                  <c:v>183.6</c:v>
                </c:pt>
                <c:pt idx="311">
                  <c:v>184</c:v>
                </c:pt>
                <c:pt idx="312">
                  <c:v>184.4</c:v>
                </c:pt>
                <c:pt idx="313">
                  <c:v>184.8</c:v>
                </c:pt>
                <c:pt idx="314">
                  <c:v>185.2</c:v>
                </c:pt>
                <c:pt idx="315">
                  <c:v>185.6</c:v>
                </c:pt>
                <c:pt idx="316">
                  <c:v>186</c:v>
                </c:pt>
                <c:pt idx="317">
                  <c:v>186.4</c:v>
                </c:pt>
                <c:pt idx="318">
                  <c:v>186.8</c:v>
                </c:pt>
                <c:pt idx="319">
                  <c:v>187.2</c:v>
                </c:pt>
                <c:pt idx="320">
                  <c:v>187.6</c:v>
                </c:pt>
                <c:pt idx="321">
                  <c:v>188</c:v>
                </c:pt>
                <c:pt idx="322">
                  <c:v>188.4</c:v>
                </c:pt>
                <c:pt idx="323">
                  <c:v>188.8</c:v>
                </c:pt>
                <c:pt idx="324">
                  <c:v>189.2</c:v>
                </c:pt>
                <c:pt idx="325">
                  <c:v>189.6</c:v>
                </c:pt>
                <c:pt idx="326">
                  <c:v>190</c:v>
                </c:pt>
                <c:pt idx="327">
                  <c:v>190.4</c:v>
                </c:pt>
                <c:pt idx="328">
                  <c:v>190.8</c:v>
                </c:pt>
                <c:pt idx="329">
                  <c:v>191.2</c:v>
                </c:pt>
                <c:pt idx="330">
                  <c:v>191.6</c:v>
                </c:pt>
                <c:pt idx="331">
                  <c:v>192</c:v>
                </c:pt>
                <c:pt idx="332">
                  <c:v>192.4</c:v>
                </c:pt>
                <c:pt idx="333">
                  <c:v>192.8</c:v>
                </c:pt>
                <c:pt idx="334">
                  <c:v>193.2</c:v>
                </c:pt>
                <c:pt idx="335">
                  <c:v>193.6</c:v>
                </c:pt>
                <c:pt idx="336">
                  <c:v>194</c:v>
                </c:pt>
                <c:pt idx="337">
                  <c:v>194.4</c:v>
                </c:pt>
                <c:pt idx="338">
                  <c:v>194.8</c:v>
                </c:pt>
                <c:pt idx="339">
                  <c:v>195.2</c:v>
                </c:pt>
                <c:pt idx="340">
                  <c:v>195.6</c:v>
                </c:pt>
                <c:pt idx="341">
                  <c:v>196</c:v>
                </c:pt>
                <c:pt idx="342">
                  <c:v>196.4</c:v>
                </c:pt>
                <c:pt idx="343">
                  <c:v>196.8</c:v>
                </c:pt>
                <c:pt idx="344">
                  <c:v>197.2</c:v>
                </c:pt>
                <c:pt idx="345">
                  <c:v>197.6</c:v>
                </c:pt>
                <c:pt idx="346">
                  <c:v>198</c:v>
                </c:pt>
                <c:pt idx="347">
                  <c:v>198.4</c:v>
                </c:pt>
                <c:pt idx="348">
                  <c:v>198.8</c:v>
                </c:pt>
                <c:pt idx="349">
                  <c:v>199.2</c:v>
                </c:pt>
                <c:pt idx="350">
                  <c:v>199.6</c:v>
                </c:pt>
                <c:pt idx="351">
                  <c:v>200</c:v>
                </c:pt>
                <c:pt idx="352">
                  <c:v>200.4</c:v>
                </c:pt>
                <c:pt idx="353">
                  <c:v>200.8</c:v>
                </c:pt>
                <c:pt idx="354">
                  <c:v>201.2</c:v>
                </c:pt>
                <c:pt idx="355">
                  <c:v>201.6</c:v>
                </c:pt>
                <c:pt idx="356">
                  <c:v>202</c:v>
                </c:pt>
                <c:pt idx="357">
                  <c:v>202.4</c:v>
                </c:pt>
                <c:pt idx="358">
                  <c:v>202.8</c:v>
                </c:pt>
                <c:pt idx="359">
                  <c:v>203.2</c:v>
                </c:pt>
                <c:pt idx="360">
                  <c:v>203.6</c:v>
                </c:pt>
                <c:pt idx="361">
                  <c:v>204</c:v>
                </c:pt>
                <c:pt idx="362">
                  <c:v>204.4</c:v>
                </c:pt>
                <c:pt idx="363">
                  <c:v>204.8</c:v>
                </c:pt>
                <c:pt idx="364">
                  <c:v>205.2</c:v>
                </c:pt>
                <c:pt idx="365">
                  <c:v>205.6</c:v>
                </c:pt>
                <c:pt idx="366">
                  <c:v>206</c:v>
                </c:pt>
                <c:pt idx="367">
                  <c:v>206.4</c:v>
                </c:pt>
                <c:pt idx="368">
                  <c:v>206.8</c:v>
                </c:pt>
                <c:pt idx="369">
                  <c:v>207.2</c:v>
                </c:pt>
                <c:pt idx="370">
                  <c:v>207.6</c:v>
                </c:pt>
                <c:pt idx="371">
                  <c:v>208</c:v>
                </c:pt>
                <c:pt idx="372">
                  <c:v>208.4</c:v>
                </c:pt>
                <c:pt idx="373">
                  <c:v>208.8</c:v>
                </c:pt>
                <c:pt idx="374">
                  <c:v>209.2</c:v>
                </c:pt>
                <c:pt idx="375">
                  <c:v>209.6</c:v>
                </c:pt>
                <c:pt idx="376">
                  <c:v>210</c:v>
                </c:pt>
                <c:pt idx="377">
                  <c:v>210.4</c:v>
                </c:pt>
                <c:pt idx="378">
                  <c:v>210.8</c:v>
                </c:pt>
                <c:pt idx="379">
                  <c:v>211.2</c:v>
                </c:pt>
                <c:pt idx="380">
                  <c:v>211.6</c:v>
                </c:pt>
                <c:pt idx="381">
                  <c:v>212</c:v>
                </c:pt>
                <c:pt idx="382">
                  <c:v>212.4</c:v>
                </c:pt>
                <c:pt idx="383">
                  <c:v>212.8</c:v>
                </c:pt>
                <c:pt idx="384">
                  <c:v>213.2</c:v>
                </c:pt>
                <c:pt idx="385">
                  <c:v>213.6</c:v>
                </c:pt>
                <c:pt idx="386">
                  <c:v>214</c:v>
                </c:pt>
                <c:pt idx="387">
                  <c:v>214.4</c:v>
                </c:pt>
                <c:pt idx="388">
                  <c:v>214.8</c:v>
                </c:pt>
                <c:pt idx="389">
                  <c:v>215.2</c:v>
                </c:pt>
                <c:pt idx="390">
                  <c:v>215.6</c:v>
                </c:pt>
                <c:pt idx="391">
                  <c:v>216</c:v>
                </c:pt>
                <c:pt idx="392">
                  <c:v>216.4</c:v>
                </c:pt>
                <c:pt idx="393">
                  <c:v>216.8</c:v>
                </c:pt>
                <c:pt idx="394">
                  <c:v>217.2</c:v>
                </c:pt>
                <c:pt idx="395">
                  <c:v>217.6</c:v>
                </c:pt>
                <c:pt idx="396">
                  <c:v>218</c:v>
                </c:pt>
                <c:pt idx="397">
                  <c:v>218.4</c:v>
                </c:pt>
                <c:pt idx="398">
                  <c:v>218.8</c:v>
                </c:pt>
                <c:pt idx="399">
                  <c:v>219.2</c:v>
                </c:pt>
                <c:pt idx="400">
                  <c:v>219.6</c:v>
                </c:pt>
                <c:pt idx="401">
                  <c:v>220</c:v>
                </c:pt>
                <c:pt idx="402">
                  <c:v>220.4</c:v>
                </c:pt>
                <c:pt idx="403">
                  <c:v>220.8</c:v>
                </c:pt>
                <c:pt idx="404">
                  <c:v>221.2</c:v>
                </c:pt>
                <c:pt idx="405">
                  <c:v>221.6</c:v>
                </c:pt>
                <c:pt idx="406">
                  <c:v>222</c:v>
                </c:pt>
                <c:pt idx="407">
                  <c:v>222.4</c:v>
                </c:pt>
                <c:pt idx="408">
                  <c:v>222.8</c:v>
                </c:pt>
                <c:pt idx="409">
                  <c:v>223.2</c:v>
                </c:pt>
                <c:pt idx="410">
                  <c:v>223.6</c:v>
                </c:pt>
                <c:pt idx="411">
                  <c:v>224</c:v>
                </c:pt>
                <c:pt idx="412">
                  <c:v>224.4</c:v>
                </c:pt>
                <c:pt idx="413">
                  <c:v>224.8</c:v>
                </c:pt>
                <c:pt idx="414">
                  <c:v>225.2</c:v>
                </c:pt>
                <c:pt idx="415">
                  <c:v>225.6</c:v>
                </c:pt>
                <c:pt idx="416">
                  <c:v>226</c:v>
                </c:pt>
                <c:pt idx="417">
                  <c:v>226.4</c:v>
                </c:pt>
                <c:pt idx="418">
                  <c:v>226.8</c:v>
                </c:pt>
                <c:pt idx="419">
                  <c:v>227.2</c:v>
                </c:pt>
                <c:pt idx="420">
                  <c:v>227.6</c:v>
                </c:pt>
                <c:pt idx="421">
                  <c:v>228</c:v>
                </c:pt>
                <c:pt idx="422">
                  <c:v>228.4</c:v>
                </c:pt>
                <c:pt idx="423">
                  <c:v>228.8</c:v>
                </c:pt>
                <c:pt idx="424">
                  <c:v>229.2</c:v>
                </c:pt>
                <c:pt idx="425">
                  <c:v>229.6</c:v>
                </c:pt>
                <c:pt idx="426">
                  <c:v>230</c:v>
                </c:pt>
                <c:pt idx="427">
                  <c:v>230.4</c:v>
                </c:pt>
                <c:pt idx="428">
                  <c:v>230.53800186234</c:v>
                </c:pt>
                <c:pt idx="429">
                  <c:v>230.8</c:v>
                </c:pt>
                <c:pt idx="430">
                  <c:v>231.2</c:v>
                </c:pt>
                <c:pt idx="431">
                  <c:v>231.6</c:v>
                </c:pt>
                <c:pt idx="432">
                  <c:v>232</c:v>
                </c:pt>
                <c:pt idx="433">
                  <c:v>232.4</c:v>
                </c:pt>
                <c:pt idx="434">
                  <c:v>232.8</c:v>
                </c:pt>
                <c:pt idx="435">
                  <c:v>233.2</c:v>
                </c:pt>
                <c:pt idx="436">
                  <c:v>233.6</c:v>
                </c:pt>
                <c:pt idx="437">
                  <c:v>234</c:v>
                </c:pt>
                <c:pt idx="438">
                  <c:v>234.4</c:v>
                </c:pt>
                <c:pt idx="439">
                  <c:v>234.8</c:v>
                </c:pt>
                <c:pt idx="440">
                  <c:v>235.2</c:v>
                </c:pt>
                <c:pt idx="441">
                  <c:v>235.6</c:v>
                </c:pt>
                <c:pt idx="442">
                  <c:v>236</c:v>
                </c:pt>
                <c:pt idx="443">
                  <c:v>236.4</c:v>
                </c:pt>
                <c:pt idx="444">
                  <c:v>236.8</c:v>
                </c:pt>
                <c:pt idx="445">
                  <c:v>237.2</c:v>
                </c:pt>
                <c:pt idx="446">
                  <c:v>237.6</c:v>
                </c:pt>
                <c:pt idx="447">
                  <c:v>238</c:v>
                </c:pt>
                <c:pt idx="448">
                  <c:v>238.4</c:v>
                </c:pt>
                <c:pt idx="449">
                  <c:v>238.8</c:v>
                </c:pt>
                <c:pt idx="450">
                  <c:v>239.2</c:v>
                </c:pt>
                <c:pt idx="451">
                  <c:v>239.6</c:v>
                </c:pt>
                <c:pt idx="452">
                  <c:v>240</c:v>
                </c:pt>
                <c:pt idx="453">
                  <c:v>240.4</c:v>
                </c:pt>
                <c:pt idx="454">
                  <c:v>240.8</c:v>
                </c:pt>
                <c:pt idx="455">
                  <c:v>241.2</c:v>
                </c:pt>
                <c:pt idx="456">
                  <c:v>241.6</c:v>
                </c:pt>
                <c:pt idx="457">
                  <c:v>242</c:v>
                </c:pt>
                <c:pt idx="458">
                  <c:v>242.4</c:v>
                </c:pt>
                <c:pt idx="459">
                  <c:v>242.8</c:v>
                </c:pt>
                <c:pt idx="460">
                  <c:v>243.2</c:v>
                </c:pt>
                <c:pt idx="461">
                  <c:v>243.6</c:v>
                </c:pt>
                <c:pt idx="462">
                  <c:v>244</c:v>
                </c:pt>
                <c:pt idx="463">
                  <c:v>244.4</c:v>
                </c:pt>
                <c:pt idx="464">
                  <c:v>244.8</c:v>
                </c:pt>
                <c:pt idx="465">
                  <c:v>245.2</c:v>
                </c:pt>
                <c:pt idx="466">
                  <c:v>245.6</c:v>
                </c:pt>
                <c:pt idx="467">
                  <c:v>246</c:v>
                </c:pt>
                <c:pt idx="468">
                  <c:v>246.4</c:v>
                </c:pt>
                <c:pt idx="469">
                  <c:v>246.8</c:v>
                </c:pt>
                <c:pt idx="470">
                  <c:v>247.2</c:v>
                </c:pt>
                <c:pt idx="471">
                  <c:v>247.6</c:v>
                </c:pt>
                <c:pt idx="472">
                  <c:v>248</c:v>
                </c:pt>
                <c:pt idx="473">
                  <c:v>248.4</c:v>
                </c:pt>
                <c:pt idx="474">
                  <c:v>248.8</c:v>
                </c:pt>
                <c:pt idx="475">
                  <c:v>249.2</c:v>
                </c:pt>
                <c:pt idx="476">
                  <c:v>249.6</c:v>
                </c:pt>
                <c:pt idx="477">
                  <c:v>250</c:v>
                </c:pt>
                <c:pt idx="478">
                  <c:v>250.4</c:v>
                </c:pt>
                <c:pt idx="479">
                  <c:v>250.8</c:v>
                </c:pt>
                <c:pt idx="480">
                  <c:v>251.2</c:v>
                </c:pt>
                <c:pt idx="481">
                  <c:v>251.6</c:v>
                </c:pt>
                <c:pt idx="482">
                  <c:v>252</c:v>
                </c:pt>
                <c:pt idx="483">
                  <c:v>252.4</c:v>
                </c:pt>
                <c:pt idx="484">
                  <c:v>252.8</c:v>
                </c:pt>
                <c:pt idx="485">
                  <c:v>253.2</c:v>
                </c:pt>
                <c:pt idx="486">
                  <c:v>253.6</c:v>
                </c:pt>
                <c:pt idx="487">
                  <c:v>254</c:v>
                </c:pt>
                <c:pt idx="488">
                  <c:v>254.4</c:v>
                </c:pt>
                <c:pt idx="489">
                  <c:v>254.8</c:v>
                </c:pt>
                <c:pt idx="490">
                  <c:v>255.2</c:v>
                </c:pt>
                <c:pt idx="491">
                  <c:v>255.6</c:v>
                </c:pt>
                <c:pt idx="492">
                  <c:v>256</c:v>
                </c:pt>
                <c:pt idx="493">
                  <c:v>256.4</c:v>
                </c:pt>
                <c:pt idx="494">
                  <c:v>256.8</c:v>
                </c:pt>
                <c:pt idx="495">
                  <c:v>257.2</c:v>
                </c:pt>
                <c:pt idx="496">
                  <c:v>257.6</c:v>
                </c:pt>
                <c:pt idx="497">
                  <c:v>258</c:v>
                </c:pt>
                <c:pt idx="498">
                  <c:v>258.4</c:v>
                </c:pt>
                <c:pt idx="499">
                  <c:v>258.8</c:v>
                </c:pt>
                <c:pt idx="500">
                  <c:v>259.2</c:v>
                </c:pt>
                <c:pt idx="501">
                  <c:v>259.6</c:v>
                </c:pt>
                <c:pt idx="502">
                  <c:v>260</c:v>
                </c:pt>
                <c:pt idx="503">
                  <c:v>260.4</c:v>
                </c:pt>
                <c:pt idx="504">
                  <c:v>260.8</c:v>
                </c:pt>
                <c:pt idx="505">
                  <c:v>261.2</c:v>
                </c:pt>
                <c:pt idx="506">
                  <c:v>261.6</c:v>
                </c:pt>
                <c:pt idx="507">
                  <c:v>262</c:v>
                </c:pt>
                <c:pt idx="508">
                  <c:v>262.4</c:v>
                </c:pt>
                <c:pt idx="509">
                  <c:v>262.8</c:v>
                </c:pt>
                <c:pt idx="510">
                  <c:v>263.2</c:v>
                </c:pt>
                <c:pt idx="511">
                  <c:v>263.6</c:v>
                </c:pt>
                <c:pt idx="512">
                  <c:v>264</c:v>
                </c:pt>
                <c:pt idx="513">
                  <c:v>264.4</c:v>
                </c:pt>
                <c:pt idx="514">
                  <c:v>264.8</c:v>
                </c:pt>
                <c:pt idx="515">
                  <c:v>265.2</c:v>
                </c:pt>
                <c:pt idx="516">
                  <c:v>265.6</c:v>
                </c:pt>
                <c:pt idx="517">
                  <c:v>266</c:v>
                </c:pt>
                <c:pt idx="518">
                  <c:v>266.4</c:v>
                </c:pt>
                <c:pt idx="519">
                  <c:v>266.8</c:v>
                </c:pt>
                <c:pt idx="520">
                  <c:v>267.2</c:v>
                </c:pt>
                <c:pt idx="521">
                  <c:v>267.6</c:v>
                </c:pt>
                <c:pt idx="522">
                  <c:v>268</c:v>
                </c:pt>
                <c:pt idx="523">
                  <c:v>268.4</c:v>
                </c:pt>
                <c:pt idx="524">
                  <c:v>268.8</c:v>
                </c:pt>
                <c:pt idx="525">
                  <c:v>269.2</c:v>
                </c:pt>
                <c:pt idx="526">
                  <c:v>269.6</c:v>
                </c:pt>
                <c:pt idx="527">
                  <c:v>270</c:v>
                </c:pt>
                <c:pt idx="528">
                  <c:v>270.4</c:v>
                </c:pt>
                <c:pt idx="529">
                  <c:v>270.8</c:v>
                </c:pt>
                <c:pt idx="530">
                  <c:v>271.2</c:v>
                </c:pt>
                <c:pt idx="531">
                  <c:v>271.6</c:v>
                </c:pt>
                <c:pt idx="532">
                  <c:v>272</c:v>
                </c:pt>
                <c:pt idx="533">
                  <c:v>272.4</c:v>
                </c:pt>
                <c:pt idx="534">
                  <c:v>272.8</c:v>
                </c:pt>
                <c:pt idx="535">
                  <c:v>273.2</c:v>
                </c:pt>
                <c:pt idx="536">
                  <c:v>273.6</c:v>
                </c:pt>
                <c:pt idx="537">
                  <c:v>274</c:v>
                </c:pt>
                <c:pt idx="538">
                  <c:v>274.4</c:v>
                </c:pt>
                <c:pt idx="539">
                  <c:v>274.8</c:v>
                </c:pt>
                <c:pt idx="540">
                  <c:v>275.2</c:v>
                </c:pt>
                <c:pt idx="541">
                  <c:v>275.6</c:v>
                </c:pt>
                <c:pt idx="542">
                  <c:v>276</c:v>
                </c:pt>
                <c:pt idx="543">
                  <c:v>276.4</c:v>
                </c:pt>
                <c:pt idx="544">
                  <c:v>276.8</c:v>
                </c:pt>
                <c:pt idx="545">
                  <c:v>277.2</c:v>
                </c:pt>
                <c:pt idx="546">
                  <c:v>277.6</c:v>
                </c:pt>
                <c:pt idx="547">
                  <c:v>278</c:v>
                </c:pt>
                <c:pt idx="548">
                  <c:v>278.4</c:v>
                </c:pt>
                <c:pt idx="549">
                  <c:v>278.8</c:v>
                </c:pt>
                <c:pt idx="550">
                  <c:v>279.2</c:v>
                </c:pt>
                <c:pt idx="551">
                  <c:v>279.6</c:v>
                </c:pt>
                <c:pt idx="552">
                  <c:v>280</c:v>
                </c:pt>
                <c:pt idx="553">
                  <c:v>280.4</c:v>
                </c:pt>
                <c:pt idx="554">
                  <c:v>280.8</c:v>
                </c:pt>
                <c:pt idx="555">
                  <c:v>281.2</c:v>
                </c:pt>
                <c:pt idx="556">
                  <c:v>281.6</c:v>
                </c:pt>
                <c:pt idx="557">
                  <c:v>282</c:v>
                </c:pt>
                <c:pt idx="558">
                  <c:v>282.4</c:v>
                </c:pt>
                <c:pt idx="559">
                  <c:v>282.8</c:v>
                </c:pt>
                <c:pt idx="560">
                  <c:v>283.2</c:v>
                </c:pt>
                <c:pt idx="561">
                  <c:v>283.6</c:v>
                </c:pt>
                <c:pt idx="562">
                  <c:v>284</c:v>
                </c:pt>
                <c:pt idx="563">
                  <c:v>284.4</c:v>
                </c:pt>
                <c:pt idx="564">
                  <c:v>284.8</c:v>
                </c:pt>
                <c:pt idx="565">
                  <c:v>285.2</c:v>
                </c:pt>
                <c:pt idx="566">
                  <c:v>285.6</c:v>
                </c:pt>
                <c:pt idx="567">
                  <c:v>286</c:v>
                </c:pt>
                <c:pt idx="568">
                  <c:v>286.4</c:v>
                </c:pt>
                <c:pt idx="569">
                  <c:v>286.8</c:v>
                </c:pt>
                <c:pt idx="570">
                  <c:v>287.2</c:v>
                </c:pt>
                <c:pt idx="571">
                  <c:v>287.6</c:v>
                </c:pt>
                <c:pt idx="572">
                  <c:v>288</c:v>
                </c:pt>
                <c:pt idx="573">
                  <c:v>288.4</c:v>
                </c:pt>
                <c:pt idx="574">
                  <c:v>288.8</c:v>
                </c:pt>
                <c:pt idx="575">
                  <c:v>289.2</c:v>
                </c:pt>
                <c:pt idx="576">
                  <c:v>289.6</c:v>
                </c:pt>
                <c:pt idx="577">
                  <c:v>290</c:v>
                </c:pt>
                <c:pt idx="578">
                  <c:v>290.4</c:v>
                </c:pt>
                <c:pt idx="579">
                  <c:v>290.8</c:v>
                </c:pt>
                <c:pt idx="580">
                  <c:v>291.2</c:v>
                </c:pt>
                <c:pt idx="581">
                  <c:v>291.6</c:v>
                </c:pt>
                <c:pt idx="582">
                  <c:v>292</c:v>
                </c:pt>
                <c:pt idx="583">
                  <c:v>292.4</c:v>
                </c:pt>
                <c:pt idx="584">
                  <c:v>292.8</c:v>
                </c:pt>
                <c:pt idx="585">
                  <c:v>293.2</c:v>
                </c:pt>
                <c:pt idx="586">
                  <c:v>293.6</c:v>
                </c:pt>
                <c:pt idx="587">
                  <c:v>294</c:v>
                </c:pt>
                <c:pt idx="588">
                  <c:v>294.4</c:v>
                </c:pt>
                <c:pt idx="589">
                  <c:v>294.8</c:v>
                </c:pt>
                <c:pt idx="590">
                  <c:v>295.2</c:v>
                </c:pt>
                <c:pt idx="591">
                  <c:v>295.6</c:v>
                </c:pt>
                <c:pt idx="592">
                  <c:v>296</c:v>
                </c:pt>
                <c:pt idx="593">
                  <c:v>296.4</c:v>
                </c:pt>
                <c:pt idx="594">
                  <c:v>296.8</c:v>
                </c:pt>
                <c:pt idx="595">
                  <c:v>297.2</c:v>
                </c:pt>
                <c:pt idx="596">
                  <c:v>297.6</c:v>
                </c:pt>
                <c:pt idx="597">
                  <c:v>298</c:v>
                </c:pt>
                <c:pt idx="598">
                  <c:v>298.4</c:v>
                </c:pt>
                <c:pt idx="599">
                  <c:v>298.8</c:v>
                </c:pt>
                <c:pt idx="600">
                  <c:v>299.2</c:v>
                </c:pt>
                <c:pt idx="601">
                  <c:v>299.6</c:v>
                </c:pt>
                <c:pt idx="602">
                  <c:v>300</c:v>
                </c:pt>
                <c:pt idx="603">
                  <c:v>300.4</c:v>
                </c:pt>
                <c:pt idx="604">
                  <c:v>300.8</c:v>
                </c:pt>
                <c:pt idx="605">
                  <c:v>301.2</c:v>
                </c:pt>
                <c:pt idx="606">
                  <c:v>301.6</c:v>
                </c:pt>
                <c:pt idx="607">
                  <c:v>302</c:v>
                </c:pt>
                <c:pt idx="608">
                  <c:v>302.4</c:v>
                </c:pt>
                <c:pt idx="609">
                  <c:v>302.8</c:v>
                </c:pt>
                <c:pt idx="610">
                  <c:v>303.2</c:v>
                </c:pt>
                <c:pt idx="611">
                  <c:v>303.6</c:v>
                </c:pt>
                <c:pt idx="612">
                  <c:v>304</c:v>
                </c:pt>
                <c:pt idx="613">
                  <c:v>304.4</c:v>
                </c:pt>
                <c:pt idx="614">
                  <c:v>304.8</c:v>
                </c:pt>
                <c:pt idx="615">
                  <c:v>305.2</c:v>
                </c:pt>
                <c:pt idx="616">
                  <c:v>305.6</c:v>
                </c:pt>
                <c:pt idx="617">
                  <c:v>306</c:v>
                </c:pt>
                <c:pt idx="618">
                  <c:v>306.4</c:v>
                </c:pt>
                <c:pt idx="619">
                  <c:v>306.8</c:v>
                </c:pt>
                <c:pt idx="620">
                  <c:v>307.2</c:v>
                </c:pt>
                <c:pt idx="621">
                  <c:v>307.6</c:v>
                </c:pt>
                <c:pt idx="622">
                  <c:v>308</c:v>
                </c:pt>
                <c:pt idx="623">
                  <c:v>308.4</c:v>
                </c:pt>
                <c:pt idx="624">
                  <c:v>308.8</c:v>
                </c:pt>
                <c:pt idx="625">
                  <c:v>309.2</c:v>
                </c:pt>
                <c:pt idx="626">
                  <c:v>309.6</c:v>
                </c:pt>
                <c:pt idx="627">
                  <c:v>310</c:v>
                </c:pt>
                <c:pt idx="628">
                  <c:v>310.4</c:v>
                </c:pt>
                <c:pt idx="629">
                  <c:v>310.8</c:v>
                </c:pt>
                <c:pt idx="630">
                  <c:v>311.2</c:v>
                </c:pt>
                <c:pt idx="631">
                  <c:v>311.6</c:v>
                </c:pt>
                <c:pt idx="632">
                  <c:v>312</c:v>
                </c:pt>
                <c:pt idx="633">
                  <c:v>312.4</c:v>
                </c:pt>
                <c:pt idx="634">
                  <c:v>312.8</c:v>
                </c:pt>
                <c:pt idx="635">
                  <c:v>313.2</c:v>
                </c:pt>
                <c:pt idx="636">
                  <c:v>313.6</c:v>
                </c:pt>
                <c:pt idx="637">
                  <c:v>314</c:v>
                </c:pt>
                <c:pt idx="638">
                  <c:v>314.4</c:v>
                </c:pt>
                <c:pt idx="639">
                  <c:v>314.8</c:v>
                </c:pt>
                <c:pt idx="640">
                  <c:v>315.2</c:v>
                </c:pt>
                <c:pt idx="641">
                  <c:v>315.6</c:v>
                </c:pt>
                <c:pt idx="642">
                  <c:v>316</c:v>
                </c:pt>
                <c:pt idx="643">
                  <c:v>316.4</c:v>
                </c:pt>
                <c:pt idx="644">
                  <c:v>316.8</c:v>
                </c:pt>
                <c:pt idx="645">
                  <c:v>317.2</c:v>
                </c:pt>
                <c:pt idx="646">
                  <c:v>317.6</c:v>
                </c:pt>
                <c:pt idx="647">
                  <c:v>318</c:v>
                </c:pt>
                <c:pt idx="648">
                  <c:v>318.4</c:v>
                </c:pt>
                <c:pt idx="649">
                  <c:v>318.8</c:v>
                </c:pt>
                <c:pt idx="650">
                  <c:v>319.2</c:v>
                </c:pt>
                <c:pt idx="651">
                  <c:v>319.6</c:v>
                </c:pt>
                <c:pt idx="652">
                  <c:v>320</c:v>
                </c:pt>
                <c:pt idx="653">
                  <c:v>320.4</c:v>
                </c:pt>
                <c:pt idx="654">
                  <c:v>320.8</c:v>
                </c:pt>
                <c:pt idx="655">
                  <c:v>321.2</c:v>
                </c:pt>
                <c:pt idx="656">
                  <c:v>321.6</c:v>
                </c:pt>
                <c:pt idx="657">
                  <c:v>322</c:v>
                </c:pt>
                <c:pt idx="658">
                  <c:v>322.4</c:v>
                </c:pt>
                <c:pt idx="659">
                  <c:v>322.8</c:v>
                </c:pt>
                <c:pt idx="660">
                  <c:v>323.2</c:v>
                </c:pt>
                <c:pt idx="661">
                  <c:v>323.6</c:v>
                </c:pt>
                <c:pt idx="662">
                  <c:v>324</c:v>
                </c:pt>
                <c:pt idx="663">
                  <c:v>324.4</c:v>
                </c:pt>
                <c:pt idx="664">
                  <c:v>324.8</c:v>
                </c:pt>
                <c:pt idx="665">
                  <c:v>325.2</c:v>
                </c:pt>
                <c:pt idx="666">
                  <c:v>325.6</c:v>
                </c:pt>
                <c:pt idx="667">
                  <c:v>326</c:v>
                </c:pt>
                <c:pt idx="668">
                  <c:v>326.4</c:v>
                </c:pt>
                <c:pt idx="669">
                  <c:v>326.8</c:v>
                </c:pt>
                <c:pt idx="670">
                  <c:v>327.2</c:v>
                </c:pt>
                <c:pt idx="671">
                  <c:v>327.6</c:v>
                </c:pt>
                <c:pt idx="672">
                  <c:v>328</c:v>
                </c:pt>
                <c:pt idx="673">
                  <c:v>328.4</c:v>
                </c:pt>
                <c:pt idx="674">
                  <c:v>328.8</c:v>
                </c:pt>
                <c:pt idx="675">
                  <c:v>329.2</c:v>
                </c:pt>
                <c:pt idx="676">
                  <c:v>329.6</c:v>
                </c:pt>
                <c:pt idx="677">
                  <c:v>330</c:v>
                </c:pt>
                <c:pt idx="678">
                  <c:v>330.4</c:v>
                </c:pt>
                <c:pt idx="679">
                  <c:v>330.8</c:v>
                </c:pt>
                <c:pt idx="680">
                  <c:v>331.2</c:v>
                </c:pt>
                <c:pt idx="681">
                  <c:v>331.6</c:v>
                </c:pt>
                <c:pt idx="682">
                  <c:v>332</c:v>
                </c:pt>
                <c:pt idx="683">
                  <c:v>332.4</c:v>
                </c:pt>
                <c:pt idx="684">
                  <c:v>332.8</c:v>
                </c:pt>
                <c:pt idx="685">
                  <c:v>333.2</c:v>
                </c:pt>
                <c:pt idx="686">
                  <c:v>333.6</c:v>
                </c:pt>
                <c:pt idx="687">
                  <c:v>334</c:v>
                </c:pt>
                <c:pt idx="688">
                  <c:v>334.4</c:v>
                </c:pt>
                <c:pt idx="689">
                  <c:v>334.8</c:v>
                </c:pt>
                <c:pt idx="690">
                  <c:v>335.2</c:v>
                </c:pt>
                <c:pt idx="691">
                  <c:v>335.6</c:v>
                </c:pt>
                <c:pt idx="692">
                  <c:v>336</c:v>
                </c:pt>
                <c:pt idx="693">
                  <c:v>336.4</c:v>
                </c:pt>
                <c:pt idx="694">
                  <c:v>336.8</c:v>
                </c:pt>
                <c:pt idx="695">
                  <c:v>337.2</c:v>
                </c:pt>
                <c:pt idx="696">
                  <c:v>337.6</c:v>
                </c:pt>
                <c:pt idx="697">
                  <c:v>338</c:v>
                </c:pt>
                <c:pt idx="698">
                  <c:v>338.4</c:v>
                </c:pt>
                <c:pt idx="699">
                  <c:v>338.8</c:v>
                </c:pt>
                <c:pt idx="700">
                  <c:v>339.2</c:v>
                </c:pt>
                <c:pt idx="701">
                  <c:v>339.6</c:v>
                </c:pt>
                <c:pt idx="702">
                  <c:v>340</c:v>
                </c:pt>
                <c:pt idx="703">
                  <c:v>340.4</c:v>
                </c:pt>
                <c:pt idx="704">
                  <c:v>340.8</c:v>
                </c:pt>
                <c:pt idx="705">
                  <c:v>341.2</c:v>
                </c:pt>
                <c:pt idx="706">
                  <c:v>341.6</c:v>
                </c:pt>
                <c:pt idx="707">
                  <c:v>342</c:v>
                </c:pt>
                <c:pt idx="708">
                  <c:v>342.4</c:v>
                </c:pt>
                <c:pt idx="709">
                  <c:v>342.8</c:v>
                </c:pt>
                <c:pt idx="710">
                  <c:v>343.2</c:v>
                </c:pt>
                <c:pt idx="711">
                  <c:v>343.6</c:v>
                </c:pt>
                <c:pt idx="712">
                  <c:v>344</c:v>
                </c:pt>
                <c:pt idx="713">
                  <c:v>344.4</c:v>
                </c:pt>
                <c:pt idx="714">
                  <c:v>344.8</c:v>
                </c:pt>
                <c:pt idx="715">
                  <c:v>345.2</c:v>
                </c:pt>
                <c:pt idx="716">
                  <c:v>345.6</c:v>
                </c:pt>
                <c:pt idx="717">
                  <c:v>345.7960004103</c:v>
                </c:pt>
                <c:pt idx="718">
                  <c:v>346</c:v>
                </c:pt>
                <c:pt idx="719">
                  <c:v>346.4</c:v>
                </c:pt>
                <c:pt idx="720">
                  <c:v>346.8</c:v>
                </c:pt>
                <c:pt idx="721">
                  <c:v>347.2</c:v>
                </c:pt>
                <c:pt idx="722">
                  <c:v>347.6</c:v>
                </c:pt>
                <c:pt idx="723">
                  <c:v>348</c:v>
                </c:pt>
                <c:pt idx="724">
                  <c:v>348.4</c:v>
                </c:pt>
                <c:pt idx="725">
                  <c:v>348.8</c:v>
                </c:pt>
                <c:pt idx="726">
                  <c:v>349.2</c:v>
                </c:pt>
                <c:pt idx="727">
                  <c:v>349.6</c:v>
                </c:pt>
                <c:pt idx="728">
                  <c:v>350</c:v>
                </c:pt>
                <c:pt idx="729">
                  <c:v>350.4</c:v>
                </c:pt>
                <c:pt idx="730">
                  <c:v>350.8</c:v>
                </c:pt>
                <c:pt idx="731">
                  <c:v>351.2</c:v>
                </c:pt>
                <c:pt idx="732">
                  <c:v>351.6</c:v>
                </c:pt>
                <c:pt idx="733">
                  <c:v>352</c:v>
                </c:pt>
                <c:pt idx="734">
                  <c:v>352.4</c:v>
                </c:pt>
                <c:pt idx="735">
                  <c:v>352.8</c:v>
                </c:pt>
                <c:pt idx="736">
                  <c:v>353.2</c:v>
                </c:pt>
                <c:pt idx="737">
                  <c:v>353.6</c:v>
                </c:pt>
                <c:pt idx="738">
                  <c:v>354</c:v>
                </c:pt>
                <c:pt idx="739">
                  <c:v>354.4</c:v>
                </c:pt>
                <c:pt idx="740">
                  <c:v>354.8</c:v>
                </c:pt>
                <c:pt idx="741">
                  <c:v>355.2</c:v>
                </c:pt>
                <c:pt idx="742">
                  <c:v>355.6</c:v>
                </c:pt>
                <c:pt idx="743">
                  <c:v>356</c:v>
                </c:pt>
                <c:pt idx="744">
                  <c:v>356.4</c:v>
                </c:pt>
                <c:pt idx="745">
                  <c:v>356.8</c:v>
                </c:pt>
                <c:pt idx="746">
                  <c:v>357.2</c:v>
                </c:pt>
                <c:pt idx="747">
                  <c:v>357.6</c:v>
                </c:pt>
                <c:pt idx="748">
                  <c:v>358</c:v>
                </c:pt>
                <c:pt idx="749">
                  <c:v>358.4</c:v>
                </c:pt>
                <c:pt idx="750">
                  <c:v>358.8</c:v>
                </c:pt>
                <c:pt idx="751">
                  <c:v>359.2</c:v>
                </c:pt>
                <c:pt idx="752">
                  <c:v>359.6</c:v>
                </c:pt>
                <c:pt idx="753">
                  <c:v>360</c:v>
                </c:pt>
                <c:pt idx="754">
                  <c:v>360.4</c:v>
                </c:pt>
                <c:pt idx="755">
                  <c:v>360.8</c:v>
                </c:pt>
                <c:pt idx="756">
                  <c:v>361.2</c:v>
                </c:pt>
                <c:pt idx="757">
                  <c:v>361.6</c:v>
                </c:pt>
                <c:pt idx="758">
                  <c:v>362</c:v>
                </c:pt>
                <c:pt idx="759">
                  <c:v>362.4</c:v>
                </c:pt>
                <c:pt idx="760">
                  <c:v>362.8</c:v>
                </c:pt>
                <c:pt idx="761">
                  <c:v>363.2</c:v>
                </c:pt>
                <c:pt idx="762">
                  <c:v>363.6</c:v>
                </c:pt>
                <c:pt idx="763">
                  <c:v>364</c:v>
                </c:pt>
                <c:pt idx="764">
                  <c:v>364.4</c:v>
                </c:pt>
                <c:pt idx="765">
                  <c:v>364.8</c:v>
                </c:pt>
                <c:pt idx="766">
                  <c:v>365.2</c:v>
                </c:pt>
                <c:pt idx="767">
                  <c:v>365.6</c:v>
                </c:pt>
                <c:pt idx="768">
                  <c:v>366</c:v>
                </c:pt>
                <c:pt idx="769">
                  <c:v>366.4</c:v>
                </c:pt>
                <c:pt idx="770">
                  <c:v>366.8</c:v>
                </c:pt>
                <c:pt idx="771">
                  <c:v>367.2</c:v>
                </c:pt>
                <c:pt idx="772">
                  <c:v>367.6</c:v>
                </c:pt>
                <c:pt idx="773">
                  <c:v>368</c:v>
                </c:pt>
                <c:pt idx="774">
                  <c:v>368.4</c:v>
                </c:pt>
                <c:pt idx="775">
                  <c:v>368.8</c:v>
                </c:pt>
                <c:pt idx="776">
                  <c:v>369.2</c:v>
                </c:pt>
                <c:pt idx="777">
                  <c:v>369.6</c:v>
                </c:pt>
                <c:pt idx="778">
                  <c:v>370</c:v>
                </c:pt>
                <c:pt idx="779">
                  <c:v>370.4</c:v>
                </c:pt>
                <c:pt idx="780">
                  <c:v>370.8</c:v>
                </c:pt>
                <c:pt idx="781">
                  <c:v>371.2</c:v>
                </c:pt>
                <c:pt idx="782">
                  <c:v>371.6</c:v>
                </c:pt>
                <c:pt idx="783">
                  <c:v>372</c:v>
                </c:pt>
                <c:pt idx="784">
                  <c:v>372.4</c:v>
                </c:pt>
                <c:pt idx="785">
                  <c:v>372.8</c:v>
                </c:pt>
                <c:pt idx="786">
                  <c:v>373.2</c:v>
                </c:pt>
                <c:pt idx="787">
                  <c:v>373.6</c:v>
                </c:pt>
                <c:pt idx="788">
                  <c:v>374</c:v>
                </c:pt>
                <c:pt idx="789">
                  <c:v>374.4</c:v>
                </c:pt>
                <c:pt idx="790">
                  <c:v>374.8</c:v>
                </c:pt>
                <c:pt idx="791">
                  <c:v>375.2</c:v>
                </c:pt>
                <c:pt idx="792">
                  <c:v>375.6</c:v>
                </c:pt>
                <c:pt idx="793">
                  <c:v>376</c:v>
                </c:pt>
                <c:pt idx="794">
                  <c:v>376.4</c:v>
                </c:pt>
                <c:pt idx="795">
                  <c:v>376.8</c:v>
                </c:pt>
                <c:pt idx="796">
                  <c:v>377.2</c:v>
                </c:pt>
                <c:pt idx="797">
                  <c:v>377.6</c:v>
                </c:pt>
                <c:pt idx="798">
                  <c:v>378</c:v>
                </c:pt>
                <c:pt idx="799">
                  <c:v>378.4</c:v>
                </c:pt>
                <c:pt idx="800">
                  <c:v>378.8</c:v>
                </c:pt>
                <c:pt idx="801">
                  <c:v>379.2</c:v>
                </c:pt>
                <c:pt idx="802">
                  <c:v>379.6</c:v>
                </c:pt>
                <c:pt idx="803">
                  <c:v>380</c:v>
                </c:pt>
                <c:pt idx="804">
                  <c:v>380.4</c:v>
                </c:pt>
                <c:pt idx="805">
                  <c:v>380.8</c:v>
                </c:pt>
                <c:pt idx="806">
                  <c:v>381.2</c:v>
                </c:pt>
                <c:pt idx="807">
                  <c:v>381.6</c:v>
                </c:pt>
                <c:pt idx="808">
                  <c:v>382</c:v>
                </c:pt>
                <c:pt idx="809">
                  <c:v>382.4</c:v>
                </c:pt>
                <c:pt idx="810">
                  <c:v>382.8</c:v>
                </c:pt>
                <c:pt idx="811">
                  <c:v>383.2</c:v>
                </c:pt>
                <c:pt idx="812">
                  <c:v>383.6</c:v>
                </c:pt>
                <c:pt idx="813">
                  <c:v>384</c:v>
                </c:pt>
                <c:pt idx="814">
                  <c:v>384.4</c:v>
                </c:pt>
                <c:pt idx="815">
                  <c:v>384.8</c:v>
                </c:pt>
                <c:pt idx="816">
                  <c:v>385.2</c:v>
                </c:pt>
                <c:pt idx="817">
                  <c:v>385.6</c:v>
                </c:pt>
                <c:pt idx="818">
                  <c:v>386</c:v>
                </c:pt>
                <c:pt idx="819">
                  <c:v>386.4</c:v>
                </c:pt>
                <c:pt idx="820">
                  <c:v>386.8</c:v>
                </c:pt>
                <c:pt idx="821">
                  <c:v>387.2</c:v>
                </c:pt>
                <c:pt idx="822">
                  <c:v>387.6</c:v>
                </c:pt>
                <c:pt idx="823">
                  <c:v>388</c:v>
                </c:pt>
                <c:pt idx="824">
                  <c:v>388.4</c:v>
                </c:pt>
                <c:pt idx="825">
                  <c:v>388.8</c:v>
                </c:pt>
                <c:pt idx="826">
                  <c:v>389.2</c:v>
                </c:pt>
                <c:pt idx="827">
                  <c:v>389.6</c:v>
                </c:pt>
                <c:pt idx="828">
                  <c:v>390</c:v>
                </c:pt>
                <c:pt idx="829">
                  <c:v>390.4</c:v>
                </c:pt>
                <c:pt idx="830">
                  <c:v>390.8</c:v>
                </c:pt>
                <c:pt idx="831">
                  <c:v>391.2</c:v>
                </c:pt>
                <c:pt idx="832">
                  <c:v>391.6</c:v>
                </c:pt>
                <c:pt idx="833">
                  <c:v>392</c:v>
                </c:pt>
                <c:pt idx="834">
                  <c:v>392.4</c:v>
                </c:pt>
                <c:pt idx="835">
                  <c:v>392.8</c:v>
                </c:pt>
                <c:pt idx="836">
                  <c:v>393.2</c:v>
                </c:pt>
                <c:pt idx="837">
                  <c:v>393.6</c:v>
                </c:pt>
                <c:pt idx="838">
                  <c:v>394</c:v>
                </c:pt>
                <c:pt idx="839">
                  <c:v>394.4</c:v>
                </c:pt>
                <c:pt idx="840">
                  <c:v>394.8</c:v>
                </c:pt>
                <c:pt idx="841">
                  <c:v>395.2</c:v>
                </c:pt>
                <c:pt idx="842">
                  <c:v>395.6</c:v>
                </c:pt>
                <c:pt idx="843">
                  <c:v>396</c:v>
                </c:pt>
                <c:pt idx="844">
                  <c:v>396.4</c:v>
                </c:pt>
                <c:pt idx="845">
                  <c:v>396.8</c:v>
                </c:pt>
                <c:pt idx="846">
                  <c:v>397.2</c:v>
                </c:pt>
                <c:pt idx="847">
                  <c:v>397.6</c:v>
                </c:pt>
                <c:pt idx="848">
                  <c:v>398</c:v>
                </c:pt>
                <c:pt idx="849">
                  <c:v>398.4</c:v>
                </c:pt>
                <c:pt idx="850">
                  <c:v>398.8</c:v>
                </c:pt>
                <c:pt idx="851">
                  <c:v>399.2</c:v>
                </c:pt>
                <c:pt idx="852">
                  <c:v>399.6</c:v>
                </c:pt>
                <c:pt idx="853">
                  <c:v>400</c:v>
                </c:pt>
                <c:pt idx="854">
                  <c:v>400.4</c:v>
                </c:pt>
                <c:pt idx="855">
                  <c:v>400.8</c:v>
                </c:pt>
                <c:pt idx="856">
                  <c:v>401.2</c:v>
                </c:pt>
                <c:pt idx="857">
                  <c:v>401.6</c:v>
                </c:pt>
                <c:pt idx="858">
                  <c:v>402</c:v>
                </c:pt>
                <c:pt idx="859">
                  <c:v>402.4</c:v>
                </c:pt>
                <c:pt idx="860">
                  <c:v>402.8</c:v>
                </c:pt>
                <c:pt idx="861">
                  <c:v>403.2</c:v>
                </c:pt>
                <c:pt idx="862">
                  <c:v>403.6</c:v>
                </c:pt>
                <c:pt idx="863">
                  <c:v>404</c:v>
                </c:pt>
                <c:pt idx="864">
                  <c:v>404.4</c:v>
                </c:pt>
                <c:pt idx="865">
                  <c:v>404.8</c:v>
                </c:pt>
                <c:pt idx="866">
                  <c:v>405.2</c:v>
                </c:pt>
                <c:pt idx="867">
                  <c:v>405.6</c:v>
                </c:pt>
                <c:pt idx="868">
                  <c:v>406</c:v>
                </c:pt>
                <c:pt idx="869">
                  <c:v>406.4</c:v>
                </c:pt>
                <c:pt idx="870">
                  <c:v>406.8</c:v>
                </c:pt>
                <c:pt idx="871">
                  <c:v>407.2</c:v>
                </c:pt>
                <c:pt idx="872">
                  <c:v>407.6</c:v>
                </c:pt>
                <c:pt idx="873">
                  <c:v>408</c:v>
                </c:pt>
                <c:pt idx="874">
                  <c:v>408.4</c:v>
                </c:pt>
                <c:pt idx="875">
                  <c:v>408.8</c:v>
                </c:pt>
                <c:pt idx="876">
                  <c:v>409.2</c:v>
                </c:pt>
                <c:pt idx="877">
                  <c:v>409.6</c:v>
                </c:pt>
                <c:pt idx="878">
                  <c:v>410</c:v>
                </c:pt>
                <c:pt idx="879">
                  <c:v>410.4</c:v>
                </c:pt>
                <c:pt idx="880">
                  <c:v>410.8</c:v>
                </c:pt>
                <c:pt idx="881">
                  <c:v>411.2</c:v>
                </c:pt>
                <c:pt idx="882">
                  <c:v>411.6</c:v>
                </c:pt>
                <c:pt idx="883">
                  <c:v>412</c:v>
                </c:pt>
                <c:pt idx="884">
                  <c:v>412.4</c:v>
                </c:pt>
                <c:pt idx="885">
                  <c:v>412.8</c:v>
                </c:pt>
                <c:pt idx="886">
                  <c:v>413.2</c:v>
                </c:pt>
                <c:pt idx="887">
                  <c:v>413.6</c:v>
                </c:pt>
                <c:pt idx="888">
                  <c:v>414</c:v>
                </c:pt>
                <c:pt idx="889">
                  <c:v>414.4</c:v>
                </c:pt>
                <c:pt idx="890">
                  <c:v>414.8</c:v>
                </c:pt>
                <c:pt idx="891">
                  <c:v>415.2</c:v>
                </c:pt>
                <c:pt idx="892">
                  <c:v>415.6</c:v>
                </c:pt>
                <c:pt idx="893">
                  <c:v>416</c:v>
                </c:pt>
                <c:pt idx="894">
                  <c:v>416.4</c:v>
                </c:pt>
                <c:pt idx="895">
                  <c:v>416.8</c:v>
                </c:pt>
                <c:pt idx="896">
                  <c:v>417.2</c:v>
                </c:pt>
                <c:pt idx="897">
                  <c:v>417.6</c:v>
                </c:pt>
                <c:pt idx="898">
                  <c:v>418</c:v>
                </c:pt>
                <c:pt idx="899">
                  <c:v>418.4</c:v>
                </c:pt>
                <c:pt idx="900">
                  <c:v>418.8</c:v>
                </c:pt>
                <c:pt idx="901">
                  <c:v>419.2</c:v>
                </c:pt>
                <c:pt idx="902">
                  <c:v>419.6</c:v>
                </c:pt>
                <c:pt idx="903">
                  <c:v>420</c:v>
                </c:pt>
                <c:pt idx="904">
                  <c:v>420.4</c:v>
                </c:pt>
                <c:pt idx="905">
                  <c:v>420.8</c:v>
                </c:pt>
                <c:pt idx="906">
                  <c:v>421.2</c:v>
                </c:pt>
                <c:pt idx="907">
                  <c:v>421.6</c:v>
                </c:pt>
                <c:pt idx="908">
                  <c:v>422</c:v>
                </c:pt>
                <c:pt idx="909">
                  <c:v>422.4</c:v>
                </c:pt>
                <c:pt idx="910">
                  <c:v>422.8</c:v>
                </c:pt>
                <c:pt idx="911">
                  <c:v>423.2</c:v>
                </c:pt>
                <c:pt idx="912">
                  <c:v>423.6</c:v>
                </c:pt>
                <c:pt idx="913">
                  <c:v>424</c:v>
                </c:pt>
                <c:pt idx="914">
                  <c:v>424.4</c:v>
                </c:pt>
                <c:pt idx="915">
                  <c:v>424.8</c:v>
                </c:pt>
                <c:pt idx="916">
                  <c:v>425.2</c:v>
                </c:pt>
                <c:pt idx="917">
                  <c:v>425.6</c:v>
                </c:pt>
                <c:pt idx="918">
                  <c:v>426</c:v>
                </c:pt>
                <c:pt idx="919">
                  <c:v>426.4</c:v>
                </c:pt>
                <c:pt idx="920">
                  <c:v>426.8</c:v>
                </c:pt>
                <c:pt idx="921">
                  <c:v>427.2</c:v>
                </c:pt>
                <c:pt idx="922">
                  <c:v>427.6</c:v>
                </c:pt>
                <c:pt idx="923">
                  <c:v>428</c:v>
                </c:pt>
                <c:pt idx="924">
                  <c:v>428.4</c:v>
                </c:pt>
                <c:pt idx="925">
                  <c:v>428.8</c:v>
                </c:pt>
                <c:pt idx="926">
                  <c:v>429.2</c:v>
                </c:pt>
                <c:pt idx="927">
                  <c:v>429.6</c:v>
                </c:pt>
                <c:pt idx="928">
                  <c:v>430</c:v>
                </c:pt>
                <c:pt idx="929">
                  <c:v>430.4</c:v>
                </c:pt>
                <c:pt idx="930">
                  <c:v>430.8</c:v>
                </c:pt>
                <c:pt idx="931">
                  <c:v>431.2</c:v>
                </c:pt>
                <c:pt idx="932">
                  <c:v>431.6</c:v>
                </c:pt>
                <c:pt idx="933">
                  <c:v>432</c:v>
                </c:pt>
                <c:pt idx="934">
                  <c:v>432.4</c:v>
                </c:pt>
                <c:pt idx="935">
                  <c:v>432.8</c:v>
                </c:pt>
                <c:pt idx="936">
                  <c:v>433.2</c:v>
                </c:pt>
                <c:pt idx="937">
                  <c:v>433.6</c:v>
                </c:pt>
                <c:pt idx="938">
                  <c:v>434</c:v>
                </c:pt>
                <c:pt idx="939">
                  <c:v>434.4</c:v>
                </c:pt>
                <c:pt idx="940">
                  <c:v>434.8</c:v>
                </c:pt>
                <c:pt idx="941">
                  <c:v>435.2</c:v>
                </c:pt>
                <c:pt idx="942">
                  <c:v>435.6</c:v>
                </c:pt>
                <c:pt idx="943">
                  <c:v>436</c:v>
                </c:pt>
                <c:pt idx="944">
                  <c:v>436.4</c:v>
                </c:pt>
                <c:pt idx="945">
                  <c:v>436.8</c:v>
                </c:pt>
                <c:pt idx="946">
                  <c:v>437.2</c:v>
                </c:pt>
                <c:pt idx="947">
                  <c:v>437.6</c:v>
                </c:pt>
                <c:pt idx="948">
                  <c:v>438</c:v>
                </c:pt>
                <c:pt idx="949">
                  <c:v>438.4</c:v>
                </c:pt>
                <c:pt idx="950">
                  <c:v>438.8</c:v>
                </c:pt>
                <c:pt idx="951">
                  <c:v>439.2</c:v>
                </c:pt>
                <c:pt idx="952">
                  <c:v>439.6</c:v>
                </c:pt>
                <c:pt idx="953">
                  <c:v>440</c:v>
                </c:pt>
                <c:pt idx="954">
                  <c:v>440.4</c:v>
                </c:pt>
                <c:pt idx="955">
                  <c:v>440.8</c:v>
                </c:pt>
                <c:pt idx="956">
                  <c:v>441.2</c:v>
                </c:pt>
                <c:pt idx="957">
                  <c:v>441.6</c:v>
                </c:pt>
                <c:pt idx="958">
                  <c:v>442</c:v>
                </c:pt>
                <c:pt idx="959">
                  <c:v>442.4</c:v>
                </c:pt>
                <c:pt idx="960">
                  <c:v>442.8</c:v>
                </c:pt>
                <c:pt idx="961">
                  <c:v>443.2</c:v>
                </c:pt>
                <c:pt idx="962">
                  <c:v>443.6</c:v>
                </c:pt>
                <c:pt idx="963">
                  <c:v>444</c:v>
                </c:pt>
                <c:pt idx="964">
                  <c:v>444.4</c:v>
                </c:pt>
                <c:pt idx="965">
                  <c:v>444.8</c:v>
                </c:pt>
                <c:pt idx="966">
                  <c:v>445.2</c:v>
                </c:pt>
                <c:pt idx="967">
                  <c:v>445.6</c:v>
                </c:pt>
                <c:pt idx="968">
                  <c:v>446</c:v>
                </c:pt>
                <c:pt idx="969">
                  <c:v>446.4</c:v>
                </c:pt>
                <c:pt idx="970">
                  <c:v>446.8</c:v>
                </c:pt>
                <c:pt idx="971">
                  <c:v>447.2</c:v>
                </c:pt>
                <c:pt idx="972">
                  <c:v>447.6</c:v>
                </c:pt>
                <c:pt idx="973">
                  <c:v>448</c:v>
                </c:pt>
                <c:pt idx="974">
                  <c:v>448.4</c:v>
                </c:pt>
                <c:pt idx="975">
                  <c:v>448.8</c:v>
                </c:pt>
                <c:pt idx="976">
                  <c:v>449.2</c:v>
                </c:pt>
                <c:pt idx="977">
                  <c:v>449.6</c:v>
                </c:pt>
                <c:pt idx="978">
                  <c:v>450</c:v>
                </c:pt>
                <c:pt idx="979">
                  <c:v>450.4</c:v>
                </c:pt>
                <c:pt idx="980">
                  <c:v>450.8</c:v>
                </c:pt>
                <c:pt idx="981">
                  <c:v>451.2</c:v>
                </c:pt>
                <c:pt idx="982">
                  <c:v>451.6</c:v>
                </c:pt>
                <c:pt idx="983">
                  <c:v>452</c:v>
                </c:pt>
                <c:pt idx="984">
                  <c:v>452.4</c:v>
                </c:pt>
                <c:pt idx="985">
                  <c:v>452.8</c:v>
                </c:pt>
                <c:pt idx="986">
                  <c:v>453.2</c:v>
                </c:pt>
                <c:pt idx="987">
                  <c:v>453.6</c:v>
                </c:pt>
                <c:pt idx="988">
                  <c:v>454</c:v>
                </c:pt>
                <c:pt idx="989">
                  <c:v>454.4</c:v>
                </c:pt>
                <c:pt idx="990">
                  <c:v>454.8</c:v>
                </c:pt>
                <c:pt idx="991">
                  <c:v>455.2</c:v>
                </c:pt>
                <c:pt idx="992">
                  <c:v>455.6</c:v>
                </c:pt>
                <c:pt idx="993">
                  <c:v>456</c:v>
                </c:pt>
                <c:pt idx="994">
                  <c:v>456.4</c:v>
                </c:pt>
                <c:pt idx="995">
                  <c:v>456.8</c:v>
                </c:pt>
                <c:pt idx="996">
                  <c:v>457.2</c:v>
                </c:pt>
                <c:pt idx="997">
                  <c:v>457.6</c:v>
                </c:pt>
                <c:pt idx="998">
                  <c:v>458</c:v>
                </c:pt>
                <c:pt idx="999">
                  <c:v>458.4</c:v>
                </c:pt>
                <c:pt idx="1000">
                  <c:v>458.8</c:v>
                </c:pt>
                <c:pt idx="1001">
                  <c:v>459.2</c:v>
                </c:pt>
                <c:pt idx="1002">
                  <c:v>459.6</c:v>
                </c:pt>
                <c:pt idx="1003">
                  <c:v>460</c:v>
                </c:pt>
                <c:pt idx="1004">
                  <c:v>460.4</c:v>
                </c:pt>
                <c:pt idx="1005">
                  <c:v>460.8</c:v>
                </c:pt>
                <c:pt idx="1006">
                  <c:v>461.04077811086</c:v>
                </c:pt>
                <c:pt idx="1007">
                  <c:v>461.2</c:v>
                </c:pt>
                <c:pt idx="1008">
                  <c:v>461.6</c:v>
                </c:pt>
                <c:pt idx="1009">
                  <c:v>462</c:v>
                </c:pt>
                <c:pt idx="1010">
                  <c:v>462.4</c:v>
                </c:pt>
                <c:pt idx="1011">
                  <c:v>462.8</c:v>
                </c:pt>
                <c:pt idx="1012">
                  <c:v>463.2</c:v>
                </c:pt>
                <c:pt idx="1013">
                  <c:v>463.6</c:v>
                </c:pt>
                <c:pt idx="1014">
                  <c:v>464</c:v>
                </c:pt>
                <c:pt idx="1015">
                  <c:v>464.4</c:v>
                </c:pt>
                <c:pt idx="1016">
                  <c:v>464.8</c:v>
                </c:pt>
                <c:pt idx="1017">
                  <c:v>465.2</c:v>
                </c:pt>
                <c:pt idx="1018">
                  <c:v>465.6</c:v>
                </c:pt>
                <c:pt idx="1019">
                  <c:v>466</c:v>
                </c:pt>
                <c:pt idx="1020">
                  <c:v>466.4</c:v>
                </c:pt>
                <c:pt idx="1021">
                  <c:v>466.8</c:v>
                </c:pt>
                <c:pt idx="1022">
                  <c:v>467.2</c:v>
                </c:pt>
                <c:pt idx="1023">
                  <c:v>467.6</c:v>
                </c:pt>
                <c:pt idx="1024">
                  <c:v>468</c:v>
                </c:pt>
                <c:pt idx="1025">
                  <c:v>468.4</c:v>
                </c:pt>
                <c:pt idx="1026">
                  <c:v>468.8</c:v>
                </c:pt>
                <c:pt idx="1027">
                  <c:v>469.2</c:v>
                </c:pt>
                <c:pt idx="1028">
                  <c:v>469.6</c:v>
                </c:pt>
                <c:pt idx="1029">
                  <c:v>470</c:v>
                </c:pt>
                <c:pt idx="1030">
                  <c:v>470.4</c:v>
                </c:pt>
                <c:pt idx="1031">
                  <c:v>470.8</c:v>
                </c:pt>
                <c:pt idx="1032">
                  <c:v>471.2</c:v>
                </c:pt>
                <c:pt idx="1033">
                  <c:v>471.6</c:v>
                </c:pt>
                <c:pt idx="1034">
                  <c:v>472</c:v>
                </c:pt>
                <c:pt idx="1035">
                  <c:v>472.4</c:v>
                </c:pt>
                <c:pt idx="1036">
                  <c:v>472.8</c:v>
                </c:pt>
                <c:pt idx="1037">
                  <c:v>473.2</c:v>
                </c:pt>
                <c:pt idx="1038">
                  <c:v>473.6</c:v>
                </c:pt>
                <c:pt idx="1039">
                  <c:v>474</c:v>
                </c:pt>
                <c:pt idx="1040">
                  <c:v>474.4</c:v>
                </c:pt>
                <c:pt idx="1041">
                  <c:v>474.8</c:v>
                </c:pt>
                <c:pt idx="1042">
                  <c:v>475.2</c:v>
                </c:pt>
                <c:pt idx="1043">
                  <c:v>475.6</c:v>
                </c:pt>
                <c:pt idx="1044">
                  <c:v>476</c:v>
                </c:pt>
                <c:pt idx="1045">
                  <c:v>476.4</c:v>
                </c:pt>
                <c:pt idx="1046">
                  <c:v>476.8</c:v>
                </c:pt>
                <c:pt idx="1047">
                  <c:v>477.2</c:v>
                </c:pt>
                <c:pt idx="1048">
                  <c:v>477.6</c:v>
                </c:pt>
                <c:pt idx="1049">
                  <c:v>478</c:v>
                </c:pt>
                <c:pt idx="1050">
                  <c:v>478.4</c:v>
                </c:pt>
                <c:pt idx="1051">
                  <c:v>478.8</c:v>
                </c:pt>
                <c:pt idx="1052">
                  <c:v>479.2</c:v>
                </c:pt>
                <c:pt idx="1053">
                  <c:v>479.6</c:v>
                </c:pt>
                <c:pt idx="1054">
                  <c:v>480</c:v>
                </c:pt>
                <c:pt idx="1055">
                  <c:v>480.4</c:v>
                </c:pt>
                <c:pt idx="1056">
                  <c:v>480.8</c:v>
                </c:pt>
                <c:pt idx="1057">
                  <c:v>481.2</c:v>
                </c:pt>
                <c:pt idx="1058">
                  <c:v>481.6</c:v>
                </c:pt>
                <c:pt idx="1059">
                  <c:v>482</c:v>
                </c:pt>
                <c:pt idx="1060">
                  <c:v>482.4</c:v>
                </c:pt>
                <c:pt idx="1061">
                  <c:v>482.8</c:v>
                </c:pt>
                <c:pt idx="1062">
                  <c:v>483.2</c:v>
                </c:pt>
                <c:pt idx="1063">
                  <c:v>483.6</c:v>
                </c:pt>
                <c:pt idx="1064">
                  <c:v>484</c:v>
                </c:pt>
                <c:pt idx="1065">
                  <c:v>484.4</c:v>
                </c:pt>
                <c:pt idx="1066">
                  <c:v>484.8</c:v>
                </c:pt>
                <c:pt idx="1067">
                  <c:v>485.2</c:v>
                </c:pt>
                <c:pt idx="1068">
                  <c:v>485.6</c:v>
                </c:pt>
                <c:pt idx="1069">
                  <c:v>486</c:v>
                </c:pt>
                <c:pt idx="1070">
                  <c:v>486.4</c:v>
                </c:pt>
                <c:pt idx="1071">
                  <c:v>486.8</c:v>
                </c:pt>
                <c:pt idx="1072">
                  <c:v>487.2</c:v>
                </c:pt>
                <c:pt idx="1073">
                  <c:v>487.6</c:v>
                </c:pt>
                <c:pt idx="1074">
                  <c:v>488</c:v>
                </c:pt>
                <c:pt idx="1075">
                  <c:v>488.4</c:v>
                </c:pt>
                <c:pt idx="1076">
                  <c:v>488.8</c:v>
                </c:pt>
                <c:pt idx="1077">
                  <c:v>489.2</c:v>
                </c:pt>
                <c:pt idx="1078">
                  <c:v>489.6</c:v>
                </c:pt>
                <c:pt idx="1079">
                  <c:v>490</c:v>
                </c:pt>
                <c:pt idx="1080">
                  <c:v>490.4</c:v>
                </c:pt>
                <c:pt idx="1081">
                  <c:v>490.8</c:v>
                </c:pt>
                <c:pt idx="1082">
                  <c:v>491.2</c:v>
                </c:pt>
                <c:pt idx="1083">
                  <c:v>491.6</c:v>
                </c:pt>
                <c:pt idx="1084">
                  <c:v>492</c:v>
                </c:pt>
                <c:pt idx="1085">
                  <c:v>492.4</c:v>
                </c:pt>
                <c:pt idx="1086">
                  <c:v>492.8</c:v>
                </c:pt>
                <c:pt idx="1087">
                  <c:v>493.2</c:v>
                </c:pt>
                <c:pt idx="1088">
                  <c:v>493.6</c:v>
                </c:pt>
                <c:pt idx="1089">
                  <c:v>494</c:v>
                </c:pt>
                <c:pt idx="1090">
                  <c:v>494.4</c:v>
                </c:pt>
                <c:pt idx="1091">
                  <c:v>494.8</c:v>
                </c:pt>
                <c:pt idx="1092">
                  <c:v>495.2</c:v>
                </c:pt>
                <c:pt idx="1093">
                  <c:v>495.6</c:v>
                </c:pt>
                <c:pt idx="1094">
                  <c:v>496</c:v>
                </c:pt>
                <c:pt idx="1095">
                  <c:v>496.4</c:v>
                </c:pt>
                <c:pt idx="1096">
                  <c:v>496.8</c:v>
                </c:pt>
                <c:pt idx="1097">
                  <c:v>497.2</c:v>
                </c:pt>
                <c:pt idx="1098">
                  <c:v>497.6</c:v>
                </c:pt>
                <c:pt idx="1099">
                  <c:v>498</c:v>
                </c:pt>
                <c:pt idx="1100">
                  <c:v>498.4</c:v>
                </c:pt>
                <c:pt idx="1101">
                  <c:v>498.8</c:v>
                </c:pt>
                <c:pt idx="1102">
                  <c:v>499.2</c:v>
                </c:pt>
                <c:pt idx="1103">
                  <c:v>499.6</c:v>
                </c:pt>
                <c:pt idx="1104">
                  <c:v>500</c:v>
                </c:pt>
                <c:pt idx="1105">
                  <c:v>500.4</c:v>
                </c:pt>
                <c:pt idx="1106">
                  <c:v>500.8</c:v>
                </c:pt>
                <c:pt idx="1107">
                  <c:v>501.2</c:v>
                </c:pt>
                <c:pt idx="1108">
                  <c:v>501.6</c:v>
                </c:pt>
                <c:pt idx="1109">
                  <c:v>502</c:v>
                </c:pt>
                <c:pt idx="1110">
                  <c:v>502.4</c:v>
                </c:pt>
                <c:pt idx="1111">
                  <c:v>502.8</c:v>
                </c:pt>
                <c:pt idx="1112">
                  <c:v>503.2</c:v>
                </c:pt>
                <c:pt idx="1113">
                  <c:v>503.6</c:v>
                </c:pt>
                <c:pt idx="1114">
                  <c:v>504</c:v>
                </c:pt>
                <c:pt idx="1115">
                  <c:v>504.4</c:v>
                </c:pt>
                <c:pt idx="1116">
                  <c:v>504.8</c:v>
                </c:pt>
                <c:pt idx="1117">
                  <c:v>505.2</c:v>
                </c:pt>
                <c:pt idx="1118">
                  <c:v>505.6</c:v>
                </c:pt>
                <c:pt idx="1119">
                  <c:v>506</c:v>
                </c:pt>
                <c:pt idx="1120">
                  <c:v>506.4</c:v>
                </c:pt>
                <c:pt idx="1121">
                  <c:v>506.8</c:v>
                </c:pt>
                <c:pt idx="1122">
                  <c:v>507.2</c:v>
                </c:pt>
                <c:pt idx="1123">
                  <c:v>507.6</c:v>
                </c:pt>
                <c:pt idx="1124">
                  <c:v>508</c:v>
                </c:pt>
                <c:pt idx="1125">
                  <c:v>508.4</c:v>
                </c:pt>
                <c:pt idx="1126">
                  <c:v>508.8</c:v>
                </c:pt>
                <c:pt idx="1127">
                  <c:v>509.2</c:v>
                </c:pt>
                <c:pt idx="1128">
                  <c:v>509.6</c:v>
                </c:pt>
                <c:pt idx="1129">
                  <c:v>510</c:v>
                </c:pt>
                <c:pt idx="1130">
                  <c:v>510.4</c:v>
                </c:pt>
                <c:pt idx="1131">
                  <c:v>510.8</c:v>
                </c:pt>
                <c:pt idx="1132">
                  <c:v>511.2</c:v>
                </c:pt>
                <c:pt idx="1133">
                  <c:v>511.6</c:v>
                </c:pt>
                <c:pt idx="1134">
                  <c:v>512</c:v>
                </c:pt>
                <c:pt idx="1135">
                  <c:v>512.4</c:v>
                </c:pt>
                <c:pt idx="1136">
                  <c:v>512.8</c:v>
                </c:pt>
                <c:pt idx="1137">
                  <c:v>513.2</c:v>
                </c:pt>
                <c:pt idx="1138">
                  <c:v>513.6</c:v>
                </c:pt>
                <c:pt idx="1139">
                  <c:v>514</c:v>
                </c:pt>
                <c:pt idx="1140">
                  <c:v>514.4</c:v>
                </c:pt>
                <c:pt idx="1141">
                  <c:v>514.8</c:v>
                </c:pt>
                <c:pt idx="1142">
                  <c:v>515.2</c:v>
                </c:pt>
                <c:pt idx="1143">
                  <c:v>515.6</c:v>
                </c:pt>
                <c:pt idx="1144">
                  <c:v>516</c:v>
                </c:pt>
                <c:pt idx="1145">
                  <c:v>516.4</c:v>
                </c:pt>
                <c:pt idx="1146">
                  <c:v>516.8</c:v>
                </c:pt>
                <c:pt idx="1147">
                  <c:v>517.2</c:v>
                </c:pt>
                <c:pt idx="1148">
                  <c:v>517.6</c:v>
                </c:pt>
                <c:pt idx="1149">
                  <c:v>518</c:v>
                </c:pt>
                <c:pt idx="1150">
                  <c:v>518.4</c:v>
                </c:pt>
                <c:pt idx="1151">
                  <c:v>518.8</c:v>
                </c:pt>
                <c:pt idx="1152">
                  <c:v>519.2</c:v>
                </c:pt>
                <c:pt idx="1153">
                  <c:v>519.6</c:v>
                </c:pt>
                <c:pt idx="1154">
                  <c:v>520</c:v>
                </c:pt>
                <c:pt idx="1155">
                  <c:v>520.4</c:v>
                </c:pt>
                <c:pt idx="1156">
                  <c:v>520.8</c:v>
                </c:pt>
                <c:pt idx="1157">
                  <c:v>521.2</c:v>
                </c:pt>
                <c:pt idx="1158">
                  <c:v>521.6</c:v>
                </c:pt>
                <c:pt idx="1159">
                  <c:v>522</c:v>
                </c:pt>
                <c:pt idx="1160">
                  <c:v>522.4</c:v>
                </c:pt>
                <c:pt idx="1161">
                  <c:v>522.8</c:v>
                </c:pt>
                <c:pt idx="1162">
                  <c:v>523.2</c:v>
                </c:pt>
                <c:pt idx="1163">
                  <c:v>523.6</c:v>
                </c:pt>
                <c:pt idx="1164">
                  <c:v>524</c:v>
                </c:pt>
                <c:pt idx="1165">
                  <c:v>524.4</c:v>
                </c:pt>
                <c:pt idx="1166">
                  <c:v>524.8</c:v>
                </c:pt>
                <c:pt idx="1167">
                  <c:v>525.2</c:v>
                </c:pt>
                <c:pt idx="1168">
                  <c:v>525.6</c:v>
                </c:pt>
                <c:pt idx="1169">
                  <c:v>526</c:v>
                </c:pt>
                <c:pt idx="1170">
                  <c:v>526.4</c:v>
                </c:pt>
                <c:pt idx="1171">
                  <c:v>526.8</c:v>
                </c:pt>
                <c:pt idx="1172">
                  <c:v>527.2</c:v>
                </c:pt>
                <c:pt idx="1173">
                  <c:v>527.6</c:v>
                </c:pt>
                <c:pt idx="1174">
                  <c:v>528</c:v>
                </c:pt>
                <c:pt idx="1175">
                  <c:v>528.4</c:v>
                </c:pt>
                <c:pt idx="1176">
                  <c:v>528.8</c:v>
                </c:pt>
                <c:pt idx="1177">
                  <c:v>529.2</c:v>
                </c:pt>
                <c:pt idx="1178">
                  <c:v>529.6</c:v>
                </c:pt>
                <c:pt idx="1179">
                  <c:v>530</c:v>
                </c:pt>
                <c:pt idx="1180">
                  <c:v>530.4</c:v>
                </c:pt>
                <c:pt idx="1181">
                  <c:v>530.8</c:v>
                </c:pt>
                <c:pt idx="1182">
                  <c:v>531.2</c:v>
                </c:pt>
                <c:pt idx="1183">
                  <c:v>531.6</c:v>
                </c:pt>
                <c:pt idx="1184">
                  <c:v>532</c:v>
                </c:pt>
                <c:pt idx="1185">
                  <c:v>532.4</c:v>
                </c:pt>
                <c:pt idx="1186">
                  <c:v>532.8</c:v>
                </c:pt>
                <c:pt idx="1187">
                  <c:v>533.2</c:v>
                </c:pt>
                <c:pt idx="1188">
                  <c:v>533.6</c:v>
                </c:pt>
                <c:pt idx="1189">
                  <c:v>534</c:v>
                </c:pt>
                <c:pt idx="1190">
                  <c:v>534.4</c:v>
                </c:pt>
                <c:pt idx="1191">
                  <c:v>534.8</c:v>
                </c:pt>
                <c:pt idx="1192">
                  <c:v>535.2</c:v>
                </c:pt>
                <c:pt idx="1193">
                  <c:v>535.6</c:v>
                </c:pt>
                <c:pt idx="1194">
                  <c:v>536</c:v>
                </c:pt>
                <c:pt idx="1195">
                  <c:v>536.4</c:v>
                </c:pt>
                <c:pt idx="1196">
                  <c:v>536.8</c:v>
                </c:pt>
                <c:pt idx="1197">
                  <c:v>537.2</c:v>
                </c:pt>
                <c:pt idx="1198">
                  <c:v>537.6</c:v>
                </c:pt>
                <c:pt idx="1199">
                  <c:v>538</c:v>
                </c:pt>
                <c:pt idx="1200">
                  <c:v>538.4</c:v>
                </c:pt>
                <c:pt idx="1201">
                  <c:v>538.8</c:v>
                </c:pt>
                <c:pt idx="1202">
                  <c:v>539.2</c:v>
                </c:pt>
                <c:pt idx="1203">
                  <c:v>539.6</c:v>
                </c:pt>
                <c:pt idx="1204">
                  <c:v>540</c:v>
                </c:pt>
                <c:pt idx="1205">
                  <c:v>540.4</c:v>
                </c:pt>
                <c:pt idx="1206">
                  <c:v>540.8</c:v>
                </c:pt>
                <c:pt idx="1207">
                  <c:v>541.2</c:v>
                </c:pt>
                <c:pt idx="1208">
                  <c:v>541.6</c:v>
                </c:pt>
                <c:pt idx="1209">
                  <c:v>542</c:v>
                </c:pt>
                <c:pt idx="1210">
                  <c:v>542.4</c:v>
                </c:pt>
                <c:pt idx="1211">
                  <c:v>542.8</c:v>
                </c:pt>
                <c:pt idx="1212">
                  <c:v>543.2</c:v>
                </c:pt>
                <c:pt idx="1213">
                  <c:v>543.6</c:v>
                </c:pt>
                <c:pt idx="1214">
                  <c:v>544</c:v>
                </c:pt>
                <c:pt idx="1215">
                  <c:v>544.4</c:v>
                </c:pt>
                <c:pt idx="1216">
                  <c:v>544.8</c:v>
                </c:pt>
                <c:pt idx="1217">
                  <c:v>545.2</c:v>
                </c:pt>
                <c:pt idx="1218">
                  <c:v>545.6</c:v>
                </c:pt>
                <c:pt idx="1219">
                  <c:v>546</c:v>
                </c:pt>
                <c:pt idx="1220">
                  <c:v>546.4</c:v>
                </c:pt>
                <c:pt idx="1221">
                  <c:v>546.8</c:v>
                </c:pt>
                <c:pt idx="1222">
                  <c:v>547.2</c:v>
                </c:pt>
                <c:pt idx="1223">
                  <c:v>547.6</c:v>
                </c:pt>
                <c:pt idx="1224">
                  <c:v>548</c:v>
                </c:pt>
                <c:pt idx="1225">
                  <c:v>548.4</c:v>
                </c:pt>
                <c:pt idx="1226">
                  <c:v>548.8</c:v>
                </c:pt>
                <c:pt idx="1227">
                  <c:v>549.2</c:v>
                </c:pt>
                <c:pt idx="1228">
                  <c:v>549.6</c:v>
                </c:pt>
                <c:pt idx="1229">
                  <c:v>550</c:v>
                </c:pt>
                <c:pt idx="1230">
                  <c:v>550.4</c:v>
                </c:pt>
                <c:pt idx="1231">
                  <c:v>550.8</c:v>
                </c:pt>
                <c:pt idx="1232">
                  <c:v>551.2</c:v>
                </c:pt>
                <c:pt idx="1233">
                  <c:v>551.6</c:v>
                </c:pt>
                <c:pt idx="1234">
                  <c:v>552</c:v>
                </c:pt>
                <c:pt idx="1235">
                  <c:v>552.4</c:v>
                </c:pt>
                <c:pt idx="1236">
                  <c:v>552.8</c:v>
                </c:pt>
                <c:pt idx="1237">
                  <c:v>553.2</c:v>
                </c:pt>
                <c:pt idx="1238">
                  <c:v>553.6</c:v>
                </c:pt>
                <c:pt idx="1239">
                  <c:v>554</c:v>
                </c:pt>
                <c:pt idx="1240">
                  <c:v>554.4</c:v>
                </c:pt>
                <c:pt idx="1241">
                  <c:v>554.8</c:v>
                </c:pt>
                <c:pt idx="1242">
                  <c:v>555.2</c:v>
                </c:pt>
                <c:pt idx="1243">
                  <c:v>555.6</c:v>
                </c:pt>
                <c:pt idx="1244">
                  <c:v>556</c:v>
                </c:pt>
                <c:pt idx="1245">
                  <c:v>556.4</c:v>
                </c:pt>
                <c:pt idx="1246">
                  <c:v>556.8</c:v>
                </c:pt>
                <c:pt idx="1247">
                  <c:v>557.2</c:v>
                </c:pt>
                <c:pt idx="1248">
                  <c:v>557.6</c:v>
                </c:pt>
                <c:pt idx="1249">
                  <c:v>558</c:v>
                </c:pt>
                <c:pt idx="1250">
                  <c:v>558.4</c:v>
                </c:pt>
                <c:pt idx="1251">
                  <c:v>558.8</c:v>
                </c:pt>
                <c:pt idx="1252">
                  <c:v>559.2</c:v>
                </c:pt>
                <c:pt idx="1253">
                  <c:v>559.6</c:v>
                </c:pt>
                <c:pt idx="1254">
                  <c:v>560</c:v>
                </c:pt>
                <c:pt idx="1255">
                  <c:v>560.4</c:v>
                </c:pt>
                <c:pt idx="1256">
                  <c:v>560.8</c:v>
                </c:pt>
                <c:pt idx="1257">
                  <c:v>561.2</c:v>
                </c:pt>
                <c:pt idx="1258">
                  <c:v>561.6</c:v>
                </c:pt>
                <c:pt idx="1259">
                  <c:v>562</c:v>
                </c:pt>
                <c:pt idx="1260">
                  <c:v>562.4</c:v>
                </c:pt>
                <c:pt idx="1261">
                  <c:v>562.8</c:v>
                </c:pt>
                <c:pt idx="1262">
                  <c:v>563.2</c:v>
                </c:pt>
                <c:pt idx="1263">
                  <c:v>563.6</c:v>
                </c:pt>
                <c:pt idx="1264">
                  <c:v>564</c:v>
                </c:pt>
                <c:pt idx="1265">
                  <c:v>564.4</c:v>
                </c:pt>
                <c:pt idx="1266">
                  <c:v>564.8</c:v>
                </c:pt>
                <c:pt idx="1267">
                  <c:v>565.2</c:v>
                </c:pt>
                <c:pt idx="1268">
                  <c:v>565.6</c:v>
                </c:pt>
                <c:pt idx="1269">
                  <c:v>566</c:v>
                </c:pt>
                <c:pt idx="1270">
                  <c:v>566.4</c:v>
                </c:pt>
                <c:pt idx="1271">
                  <c:v>566.8</c:v>
                </c:pt>
                <c:pt idx="1272">
                  <c:v>567.2</c:v>
                </c:pt>
                <c:pt idx="1273">
                  <c:v>567.6</c:v>
                </c:pt>
                <c:pt idx="1274">
                  <c:v>568</c:v>
                </c:pt>
                <c:pt idx="1275">
                  <c:v>568.4</c:v>
                </c:pt>
                <c:pt idx="1276">
                  <c:v>568.8</c:v>
                </c:pt>
                <c:pt idx="1277">
                  <c:v>569.2</c:v>
                </c:pt>
                <c:pt idx="1278">
                  <c:v>569.6</c:v>
                </c:pt>
                <c:pt idx="1279">
                  <c:v>570</c:v>
                </c:pt>
                <c:pt idx="1280">
                  <c:v>570.4</c:v>
                </c:pt>
                <c:pt idx="1281">
                  <c:v>570.8</c:v>
                </c:pt>
                <c:pt idx="1282">
                  <c:v>571.2</c:v>
                </c:pt>
                <c:pt idx="1283">
                  <c:v>571.6</c:v>
                </c:pt>
                <c:pt idx="1284">
                  <c:v>572</c:v>
                </c:pt>
                <c:pt idx="1285">
                  <c:v>572.4</c:v>
                </c:pt>
                <c:pt idx="1286">
                  <c:v>572.8</c:v>
                </c:pt>
                <c:pt idx="1287">
                  <c:v>573.2</c:v>
                </c:pt>
                <c:pt idx="1288">
                  <c:v>573.6</c:v>
                </c:pt>
                <c:pt idx="1289">
                  <c:v>574</c:v>
                </c:pt>
                <c:pt idx="1290">
                  <c:v>574.4</c:v>
                </c:pt>
                <c:pt idx="1291">
                  <c:v>574.8</c:v>
                </c:pt>
                <c:pt idx="1292">
                  <c:v>575.2</c:v>
                </c:pt>
                <c:pt idx="1293">
                  <c:v>575.6</c:v>
                </c:pt>
                <c:pt idx="1294">
                  <c:v>576</c:v>
                </c:pt>
                <c:pt idx="1295">
                  <c:v>576.26792801489</c:v>
                </c:pt>
                <c:pt idx="1296">
                  <c:v>576.4</c:v>
                </c:pt>
                <c:pt idx="1297">
                  <c:v>576.8</c:v>
                </c:pt>
                <c:pt idx="1298">
                  <c:v>577.2</c:v>
                </c:pt>
                <c:pt idx="1299">
                  <c:v>577.6</c:v>
                </c:pt>
                <c:pt idx="1300">
                  <c:v>578</c:v>
                </c:pt>
                <c:pt idx="1301">
                  <c:v>578.4</c:v>
                </c:pt>
                <c:pt idx="1302">
                  <c:v>578.8</c:v>
                </c:pt>
                <c:pt idx="1303">
                  <c:v>579.2</c:v>
                </c:pt>
                <c:pt idx="1304">
                  <c:v>579.6</c:v>
                </c:pt>
                <c:pt idx="1305">
                  <c:v>580</c:v>
                </c:pt>
                <c:pt idx="1306">
                  <c:v>580.4</c:v>
                </c:pt>
                <c:pt idx="1307">
                  <c:v>580.8</c:v>
                </c:pt>
                <c:pt idx="1308">
                  <c:v>581.2</c:v>
                </c:pt>
                <c:pt idx="1309">
                  <c:v>581.6</c:v>
                </c:pt>
                <c:pt idx="1310">
                  <c:v>582</c:v>
                </c:pt>
                <c:pt idx="1311">
                  <c:v>582.4</c:v>
                </c:pt>
                <c:pt idx="1312">
                  <c:v>582.8</c:v>
                </c:pt>
                <c:pt idx="1313">
                  <c:v>583.2</c:v>
                </c:pt>
                <c:pt idx="1314">
                  <c:v>583.6</c:v>
                </c:pt>
                <c:pt idx="1315">
                  <c:v>584</c:v>
                </c:pt>
                <c:pt idx="1316">
                  <c:v>584.4</c:v>
                </c:pt>
                <c:pt idx="1317">
                  <c:v>584.8</c:v>
                </c:pt>
                <c:pt idx="1318">
                  <c:v>585.2</c:v>
                </c:pt>
                <c:pt idx="1319">
                  <c:v>585.6</c:v>
                </c:pt>
                <c:pt idx="1320">
                  <c:v>586</c:v>
                </c:pt>
                <c:pt idx="1321">
                  <c:v>586.4</c:v>
                </c:pt>
                <c:pt idx="1322">
                  <c:v>586.8</c:v>
                </c:pt>
                <c:pt idx="1323">
                  <c:v>587.2</c:v>
                </c:pt>
                <c:pt idx="1324">
                  <c:v>587.6</c:v>
                </c:pt>
                <c:pt idx="1325">
                  <c:v>588</c:v>
                </c:pt>
                <c:pt idx="1326">
                  <c:v>588.4</c:v>
                </c:pt>
                <c:pt idx="1327">
                  <c:v>588.8</c:v>
                </c:pt>
                <c:pt idx="1328">
                  <c:v>589.2</c:v>
                </c:pt>
                <c:pt idx="1329">
                  <c:v>589.6</c:v>
                </c:pt>
                <c:pt idx="1330">
                  <c:v>590</c:v>
                </c:pt>
                <c:pt idx="1331">
                  <c:v>590.4</c:v>
                </c:pt>
                <c:pt idx="1332">
                  <c:v>590.8</c:v>
                </c:pt>
                <c:pt idx="1333">
                  <c:v>591.2</c:v>
                </c:pt>
                <c:pt idx="1334">
                  <c:v>591.6</c:v>
                </c:pt>
                <c:pt idx="1335">
                  <c:v>592</c:v>
                </c:pt>
                <c:pt idx="1336">
                  <c:v>592.4</c:v>
                </c:pt>
                <c:pt idx="1337">
                  <c:v>592.8</c:v>
                </c:pt>
                <c:pt idx="1338">
                  <c:v>593.2</c:v>
                </c:pt>
                <c:pt idx="1339">
                  <c:v>593.6</c:v>
                </c:pt>
                <c:pt idx="1340">
                  <c:v>594</c:v>
                </c:pt>
                <c:pt idx="1341">
                  <c:v>594.4</c:v>
                </c:pt>
                <c:pt idx="1342">
                  <c:v>594.8</c:v>
                </c:pt>
                <c:pt idx="1343">
                  <c:v>595.2</c:v>
                </c:pt>
                <c:pt idx="1344">
                  <c:v>595.6</c:v>
                </c:pt>
                <c:pt idx="1345">
                  <c:v>596</c:v>
                </c:pt>
                <c:pt idx="1346">
                  <c:v>596.4</c:v>
                </c:pt>
                <c:pt idx="1347">
                  <c:v>596.8</c:v>
                </c:pt>
                <c:pt idx="1348">
                  <c:v>597.2</c:v>
                </c:pt>
                <c:pt idx="1349">
                  <c:v>597.6</c:v>
                </c:pt>
                <c:pt idx="1350">
                  <c:v>598</c:v>
                </c:pt>
                <c:pt idx="1351">
                  <c:v>598.4</c:v>
                </c:pt>
                <c:pt idx="1352">
                  <c:v>598.8</c:v>
                </c:pt>
                <c:pt idx="1353">
                  <c:v>599.2</c:v>
                </c:pt>
                <c:pt idx="1354">
                  <c:v>599.6</c:v>
                </c:pt>
                <c:pt idx="1355">
                  <c:v>600</c:v>
                </c:pt>
                <c:pt idx="1356">
                  <c:v>600.4</c:v>
                </c:pt>
                <c:pt idx="1357">
                  <c:v>600.8</c:v>
                </c:pt>
                <c:pt idx="1358">
                  <c:v>601.2</c:v>
                </c:pt>
                <c:pt idx="1359">
                  <c:v>601.6</c:v>
                </c:pt>
                <c:pt idx="1360">
                  <c:v>602</c:v>
                </c:pt>
                <c:pt idx="1361">
                  <c:v>602.4</c:v>
                </c:pt>
                <c:pt idx="1362">
                  <c:v>602.8</c:v>
                </c:pt>
                <c:pt idx="1363">
                  <c:v>603.2</c:v>
                </c:pt>
                <c:pt idx="1364">
                  <c:v>603.6</c:v>
                </c:pt>
                <c:pt idx="1365">
                  <c:v>604</c:v>
                </c:pt>
                <c:pt idx="1366">
                  <c:v>604.4</c:v>
                </c:pt>
                <c:pt idx="1367">
                  <c:v>604.8</c:v>
                </c:pt>
                <c:pt idx="1368">
                  <c:v>605.2</c:v>
                </c:pt>
                <c:pt idx="1369">
                  <c:v>605.6</c:v>
                </c:pt>
                <c:pt idx="1370">
                  <c:v>606</c:v>
                </c:pt>
                <c:pt idx="1371">
                  <c:v>606.4</c:v>
                </c:pt>
                <c:pt idx="1372">
                  <c:v>606.8</c:v>
                </c:pt>
                <c:pt idx="1373">
                  <c:v>607.2</c:v>
                </c:pt>
                <c:pt idx="1374">
                  <c:v>607.6</c:v>
                </c:pt>
                <c:pt idx="1375">
                  <c:v>608</c:v>
                </c:pt>
                <c:pt idx="1376">
                  <c:v>608.4</c:v>
                </c:pt>
                <c:pt idx="1377">
                  <c:v>608.8</c:v>
                </c:pt>
                <c:pt idx="1378">
                  <c:v>609.2</c:v>
                </c:pt>
                <c:pt idx="1379">
                  <c:v>609.6</c:v>
                </c:pt>
                <c:pt idx="1380">
                  <c:v>610</c:v>
                </c:pt>
                <c:pt idx="1381">
                  <c:v>610.4</c:v>
                </c:pt>
                <c:pt idx="1382">
                  <c:v>610.8</c:v>
                </c:pt>
                <c:pt idx="1383">
                  <c:v>611.2</c:v>
                </c:pt>
                <c:pt idx="1384">
                  <c:v>611.6</c:v>
                </c:pt>
                <c:pt idx="1385">
                  <c:v>612</c:v>
                </c:pt>
                <c:pt idx="1386">
                  <c:v>612.4</c:v>
                </c:pt>
                <c:pt idx="1387">
                  <c:v>612.8</c:v>
                </c:pt>
                <c:pt idx="1388">
                  <c:v>613.2</c:v>
                </c:pt>
                <c:pt idx="1389">
                  <c:v>613.6</c:v>
                </c:pt>
                <c:pt idx="1390">
                  <c:v>614</c:v>
                </c:pt>
                <c:pt idx="1391">
                  <c:v>614.4</c:v>
                </c:pt>
                <c:pt idx="1392">
                  <c:v>614.8</c:v>
                </c:pt>
                <c:pt idx="1393">
                  <c:v>615.2</c:v>
                </c:pt>
                <c:pt idx="1394">
                  <c:v>615.6</c:v>
                </c:pt>
                <c:pt idx="1395">
                  <c:v>616</c:v>
                </c:pt>
                <c:pt idx="1396">
                  <c:v>616.4</c:v>
                </c:pt>
                <c:pt idx="1397">
                  <c:v>616.8</c:v>
                </c:pt>
                <c:pt idx="1398">
                  <c:v>617.2</c:v>
                </c:pt>
                <c:pt idx="1399">
                  <c:v>617.6</c:v>
                </c:pt>
                <c:pt idx="1400">
                  <c:v>618</c:v>
                </c:pt>
                <c:pt idx="1401">
                  <c:v>618.4</c:v>
                </c:pt>
                <c:pt idx="1402">
                  <c:v>618.8</c:v>
                </c:pt>
                <c:pt idx="1403">
                  <c:v>619.2</c:v>
                </c:pt>
                <c:pt idx="1404">
                  <c:v>619.6</c:v>
                </c:pt>
                <c:pt idx="1405">
                  <c:v>620</c:v>
                </c:pt>
                <c:pt idx="1406">
                  <c:v>620.4</c:v>
                </c:pt>
                <c:pt idx="1407">
                  <c:v>620.8</c:v>
                </c:pt>
                <c:pt idx="1408">
                  <c:v>621.2</c:v>
                </c:pt>
                <c:pt idx="1409">
                  <c:v>621.6</c:v>
                </c:pt>
                <c:pt idx="1410">
                  <c:v>622</c:v>
                </c:pt>
                <c:pt idx="1411">
                  <c:v>622.4</c:v>
                </c:pt>
                <c:pt idx="1412">
                  <c:v>622.8</c:v>
                </c:pt>
                <c:pt idx="1413">
                  <c:v>623.2</c:v>
                </c:pt>
                <c:pt idx="1414">
                  <c:v>623.6</c:v>
                </c:pt>
                <c:pt idx="1415">
                  <c:v>624</c:v>
                </c:pt>
                <c:pt idx="1416">
                  <c:v>624.4</c:v>
                </c:pt>
                <c:pt idx="1417">
                  <c:v>624.8</c:v>
                </c:pt>
                <c:pt idx="1418">
                  <c:v>625.2</c:v>
                </c:pt>
                <c:pt idx="1419">
                  <c:v>625.6</c:v>
                </c:pt>
                <c:pt idx="1420">
                  <c:v>626</c:v>
                </c:pt>
                <c:pt idx="1421">
                  <c:v>626.4</c:v>
                </c:pt>
                <c:pt idx="1422">
                  <c:v>626.8</c:v>
                </c:pt>
                <c:pt idx="1423">
                  <c:v>627.2</c:v>
                </c:pt>
                <c:pt idx="1424">
                  <c:v>627.6</c:v>
                </c:pt>
                <c:pt idx="1425">
                  <c:v>628</c:v>
                </c:pt>
                <c:pt idx="1426">
                  <c:v>628.4</c:v>
                </c:pt>
                <c:pt idx="1427">
                  <c:v>628.8</c:v>
                </c:pt>
                <c:pt idx="1428">
                  <c:v>629.2</c:v>
                </c:pt>
                <c:pt idx="1429">
                  <c:v>629.6</c:v>
                </c:pt>
                <c:pt idx="1430">
                  <c:v>630</c:v>
                </c:pt>
                <c:pt idx="1431">
                  <c:v>630.4</c:v>
                </c:pt>
                <c:pt idx="1432">
                  <c:v>630.8</c:v>
                </c:pt>
                <c:pt idx="1433">
                  <c:v>631.2</c:v>
                </c:pt>
                <c:pt idx="1434">
                  <c:v>631.6</c:v>
                </c:pt>
                <c:pt idx="1435">
                  <c:v>632</c:v>
                </c:pt>
                <c:pt idx="1436">
                  <c:v>632.4</c:v>
                </c:pt>
                <c:pt idx="1437">
                  <c:v>632.8</c:v>
                </c:pt>
                <c:pt idx="1438">
                  <c:v>633.2</c:v>
                </c:pt>
                <c:pt idx="1439">
                  <c:v>633.6</c:v>
                </c:pt>
                <c:pt idx="1440">
                  <c:v>634</c:v>
                </c:pt>
                <c:pt idx="1441">
                  <c:v>634.4</c:v>
                </c:pt>
                <c:pt idx="1442">
                  <c:v>634.8</c:v>
                </c:pt>
                <c:pt idx="1443">
                  <c:v>635.2</c:v>
                </c:pt>
                <c:pt idx="1444">
                  <c:v>635.6</c:v>
                </c:pt>
                <c:pt idx="1445">
                  <c:v>636</c:v>
                </c:pt>
                <c:pt idx="1446">
                  <c:v>636.4</c:v>
                </c:pt>
                <c:pt idx="1447">
                  <c:v>636.8</c:v>
                </c:pt>
                <c:pt idx="1448">
                  <c:v>637.2</c:v>
                </c:pt>
                <c:pt idx="1449">
                  <c:v>637.6</c:v>
                </c:pt>
                <c:pt idx="1450">
                  <c:v>638</c:v>
                </c:pt>
                <c:pt idx="1451">
                  <c:v>638.4</c:v>
                </c:pt>
                <c:pt idx="1452">
                  <c:v>638.8</c:v>
                </c:pt>
                <c:pt idx="1453">
                  <c:v>639.2</c:v>
                </c:pt>
                <c:pt idx="1454">
                  <c:v>639.6</c:v>
                </c:pt>
                <c:pt idx="1455">
                  <c:v>640</c:v>
                </c:pt>
                <c:pt idx="1456">
                  <c:v>640.4</c:v>
                </c:pt>
                <c:pt idx="1457">
                  <c:v>640.8</c:v>
                </c:pt>
                <c:pt idx="1458">
                  <c:v>641.2</c:v>
                </c:pt>
                <c:pt idx="1459">
                  <c:v>641.6</c:v>
                </c:pt>
                <c:pt idx="1460">
                  <c:v>642</c:v>
                </c:pt>
                <c:pt idx="1461">
                  <c:v>642.4</c:v>
                </c:pt>
                <c:pt idx="1462">
                  <c:v>642.8</c:v>
                </c:pt>
                <c:pt idx="1463">
                  <c:v>643.2</c:v>
                </c:pt>
                <c:pt idx="1464">
                  <c:v>643.6</c:v>
                </c:pt>
                <c:pt idx="1465">
                  <c:v>644</c:v>
                </c:pt>
                <c:pt idx="1466">
                  <c:v>644.4</c:v>
                </c:pt>
                <c:pt idx="1467">
                  <c:v>644.8</c:v>
                </c:pt>
                <c:pt idx="1468">
                  <c:v>645.2</c:v>
                </c:pt>
                <c:pt idx="1469">
                  <c:v>645.6</c:v>
                </c:pt>
                <c:pt idx="1470">
                  <c:v>646</c:v>
                </c:pt>
                <c:pt idx="1471">
                  <c:v>646.4</c:v>
                </c:pt>
                <c:pt idx="1472">
                  <c:v>646.8</c:v>
                </c:pt>
                <c:pt idx="1473">
                  <c:v>647.2</c:v>
                </c:pt>
                <c:pt idx="1474">
                  <c:v>647.6</c:v>
                </c:pt>
                <c:pt idx="1475">
                  <c:v>648</c:v>
                </c:pt>
                <c:pt idx="1476">
                  <c:v>648.4</c:v>
                </c:pt>
                <c:pt idx="1477">
                  <c:v>648.8</c:v>
                </c:pt>
                <c:pt idx="1478">
                  <c:v>649.2</c:v>
                </c:pt>
                <c:pt idx="1479">
                  <c:v>649.6</c:v>
                </c:pt>
                <c:pt idx="1480">
                  <c:v>650</c:v>
                </c:pt>
                <c:pt idx="1481">
                  <c:v>650.4</c:v>
                </c:pt>
                <c:pt idx="1482">
                  <c:v>650.8</c:v>
                </c:pt>
                <c:pt idx="1483">
                  <c:v>651.2</c:v>
                </c:pt>
                <c:pt idx="1484">
                  <c:v>651.6</c:v>
                </c:pt>
                <c:pt idx="1485">
                  <c:v>652</c:v>
                </c:pt>
                <c:pt idx="1486">
                  <c:v>652.4</c:v>
                </c:pt>
                <c:pt idx="1487">
                  <c:v>652.8</c:v>
                </c:pt>
                <c:pt idx="1488">
                  <c:v>653.2</c:v>
                </c:pt>
                <c:pt idx="1489">
                  <c:v>653.6</c:v>
                </c:pt>
                <c:pt idx="1490">
                  <c:v>654</c:v>
                </c:pt>
                <c:pt idx="1491">
                  <c:v>654.4</c:v>
                </c:pt>
                <c:pt idx="1492">
                  <c:v>654.8</c:v>
                </c:pt>
                <c:pt idx="1493">
                  <c:v>655.2</c:v>
                </c:pt>
                <c:pt idx="1494">
                  <c:v>655.6</c:v>
                </c:pt>
                <c:pt idx="1495">
                  <c:v>656</c:v>
                </c:pt>
                <c:pt idx="1496">
                  <c:v>656.4</c:v>
                </c:pt>
                <c:pt idx="1497">
                  <c:v>656.8</c:v>
                </c:pt>
                <c:pt idx="1498">
                  <c:v>657.2</c:v>
                </c:pt>
                <c:pt idx="1499">
                  <c:v>657.6</c:v>
                </c:pt>
                <c:pt idx="1500">
                  <c:v>658</c:v>
                </c:pt>
                <c:pt idx="1501">
                  <c:v>658.4</c:v>
                </c:pt>
                <c:pt idx="1502">
                  <c:v>658.8</c:v>
                </c:pt>
                <c:pt idx="1503">
                  <c:v>659.2</c:v>
                </c:pt>
                <c:pt idx="1504">
                  <c:v>659.6</c:v>
                </c:pt>
                <c:pt idx="1505">
                  <c:v>660</c:v>
                </c:pt>
                <c:pt idx="1506">
                  <c:v>660.4</c:v>
                </c:pt>
                <c:pt idx="1507">
                  <c:v>660.8</c:v>
                </c:pt>
                <c:pt idx="1508">
                  <c:v>661.2</c:v>
                </c:pt>
                <c:pt idx="1509">
                  <c:v>661.6</c:v>
                </c:pt>
                <c:pt idx="1510">
                  <c:v>662</c:v>
                </c:pt>
                <c:pt idx="1511">
                  <c:v>662.4</c:v>
                </c:pt>
                <c:pt idx="1512">
                  <c:v>662.8</c:v>
                </c:pt>
                <c:pt idx="1513">
                  <c:v>663.2</c:v>
                </c:pt>
                <c:pt idx="1514">
                  <c:v>663.6</c:v>
                </c:pt>
                <c:pt idx="1515">
                  <c:v>664</c:v>
                </c:pt>
                <c:pt idx="1516">
                  <c:v>664.4</c:v>
                </c:pt>
                <c:pt idx="1517">
                  <c:v>664.8</c:v>
                </c:pt>
                <c:pt idx="1518">
                  <c:v>665.2</c:v>
                </c:pt>
                <c:pt idx="1519">
                  <c:v>665.6</c:v>
                </c:pt>
                <c:pt idx="1520">
                  <c:v>666</c:v>
                </c:pt>
                <c:pt idx="1521">
                  <c:v>666.4</c:v>
                </c:pt>
                <c:pt idx="1522">
                  <c:v>666.8</c:v>
                </c:pt>
                <c:pt idx="1523">
                  <c:v>667.2</c:v>
                </c:pt>
                <c:pt idx="1524">
                  <c:v>667.6</c:v>
                </c:pt>
                <c:pt idx="1525">
                  <c:v>668</c:v>
                </c:pt>
                <c:pt idx="1526">
                  <c:v>668.4</c:v>
                </c:pt>
                <c:pt idx="1527">
                  <c:v>668.8</c:v>
                </c:pt>
                <c:pt idx="1528">
                  <c:v>669.2</c:v>
                </c:pt>
                <c:pt idx="1529">
                  <c:v>669.6</c:v>
                </c:pt>
                <c:pt idx="1530">
                  <c:v>670</c:v>
                </c:pt>
                <c:pt idx="1531">
                  <c:v>670.4</c:v>
                </c:pt>
                <c:pt idx="1532">
                  <c:v>670.8</c:v>
                </c:pt>
                <c:pt idx="1533">
                  <c:v>671.2</c:v>
                </c:pt>
                <c:pt idx="1534">
                  <c:v>671.6</c:v>
                </c:pt>
                <c:pt idx="1535">
                  <c:v>672</c:v>
                </c:pt>
                <c:pt idx="1536">
                  <c:v>672.4</c:v>
                </c:pt>
                <c:pt idx="1537">
                  <c:v>672.8</c:v>
                </c:pt>
                <c:pt idx="1538">
                  <c:v>673.2</c:v>
                </c:pt>
                <c:pt idx="1539">
                  <c:v>673.6</c:v>
                </c:pt>
                <c:pt idx="1540">
                  <c:v>674</c:v>
                </c:pt>
                <c:pt idx="1541">
                  <c:v>674.4</c:v>
                </c:pt>
                <c:pt idx="1542">
                  <c:v>674.8</c:v>
                </c:pt>
                <c:pt idx="1543">
                  <c:v>675.2</c:v>
                </c:pt>
                <c:pt idx="1544">
                  <c:v>675.6</c:v>
                </c:pt>
                <c:pt idx="1545">
                  <c:v>676</c:v>
                </c:pt>
                <c:pt idx="1546">
                  <c:v>676.4</c:v>
                </c:pt>
                <c:pt idx="1547">
                  <c:v>676.8</c:v>
                </c:pt>
                <c:pt idx="1548">
                  <c:v>677.2</c:v>
                </c:pt>
                <c:pt idx="1549">
                  <c:v>677.6</c:v>
                </c:pt>
                <c:pt idx="1550">
                  <c:v>678</c:v>
                </c:pt>
                <c:pt idx="1551">
                  <c:v>678.4</c:v>
                </c:pt>
                <c:pt idx="1552">
                  <c:v>678.8</c:v>
                </c:pt>
                <c:pt idx="1553">
                  <c:v>679.2</c:v>
                </c:pt>
                <c:pt idx="1554">
                  <c:v>679.6</c:v>
                </c:pt>
                <c:pt idx="1555">
                  <c:v>680</c:v>
                </c:pt>
                <c:pt idx="1556">
                  <c:v>680.4</c:v>
                </c:pt>
                <c:pt idx="1557">
                  <c:v>680.8</c:v>
                </c:pt>
                <c:pt idx="1558">
                  <c:v>681.2</c:v>
                </c:pt>
                <c:pt idx="1559">
                  <c:v>681.6</c:v>
                </c:pt>
                <c:pt idx="1560">
                  <c:v>682</c:v>
                </c:pt>
                <c:pt idx="1561">
                  <c:v>682.4</c:v>
                </c:pt>
                <c:pt idx="1562">
                  <c:v>682.8</c:v>
                </c:pt>
                <c:pt idx="1563">
                  <c:v>683.2</c:v>
                </c:pt>
                <c:pt idx="1564">
                  <c:v>683.6</c:v>
                </c:pt>
                <c:pt idx="1565">
                  <c:v>684</c:v>
                </c:pt>
                <c:pt idx="1566">
                  <c:v>684.4</c:v>
                </c:pt>
                <c:pt idx="1567">
                  <c:v>684.8</c:v>
                </c:pt>
                <c:pt idx="1568">
                  <c:v>685.2</c:v>
                </c:pt>
                <c:pt idx="1569">
                  <c:v>685.6</c:v>
                </c:pt>
                <c:pt idx="1570">
                  <c:v>686</c:v>
                </c:pt>
                <c:pt idx="1571">
                  <c:v>686.4</c:v>
                </c:pt>
                <c:pt idx="1572">
                  <c:v>686.8</c:v>
                </c:pt>
                <c:pt idx="1573">
                  <c:v>687.2</c:v>
                </c:pt>
                <c:pt idx="1574">
                  <c:v>687.6</c:v>
                </c:pt>
                <c:pt idx="1575">
                  <c:v>688</c:v>
                </c:pt>
                <c:pt idx="1576">
                  <c:v>688.4</c:v>
                </c:pt>
                <c:pt idx="1577">
                  <c:v>688.8</c:v>
                </c:pt>
                <c:pt idx="1578">
                  <c:v>689.2</c:v>
                </c:pt>
                <c:pt idx="1579">
                  <c:v>689.6</c:v>
                </c:pt>
                <c:pt idx="1580">
                  <c:v>690</c:v>
                </c:pt>
                <c:pt idx="1581">
                  <c:v>690.4</c:v>
                </c:pt>
                <c:pt idx="1582">
                  <c:v>690.8</c:v>
                </c:pt>
                <c:pt idx="1583">
                  <c:v>691.2</c:v>
                </c:pt>
                <c:pt idx="1584">
                  <c:v>691.4730731525</c:v>
                </c:pt>
                <c:pt idx="1585">
                  <c:v>691.6</c:v>
                </c:pt>
                <c:pt idx="1586">
                  <c:v>692</c:v>
                </c:pt>
                <c:pt idx="1587">
                  <c:v>692.4</c:v>
                </c:pt>
                <c:pt idx="1588">
                  <c:v>692.8</c:v>
                </c:pt>
                <c:pt idx="1589">
                  <c:v>693.2</c:v>
                </c:pt>
                <c:pt idx="1590">
                  <c:v>693.6</c:v>
                </c:pt>
                <c:pt idx="1591">
                  <c:v>694</c:v>
                </c:pt>
                <c:pt idx="1592">
                  <c:v>694.4</c:v>
                </c:pt>
                <c:pt idx="1593">
                  <c:v>694.8</c:v>
                </c:pt>
                <c:pt idx="1594">
                  <c:v>695.2</c:v>
                </c:pt>
                <c:pt idx="1595">
                  <c:v>695.6</c:v>
                </c:pt>
                <c:pt idx="1596">
                  <c:v>696</c:v>
                </c:pt>
                <c:pt idx="1597">
                  <c:v>696.4</c:v>
                </c:pt>
                <c:pt idx="1598">
                  <c:v>696.8</c:v>
                </c:pt>
                <c:pt idx="1599">
                  <c:v>697.2</c:v>
                </c:pt>
                <c:pt idx="1600">
                  <c:v>697.6</c:v>
                </c:pt>
                <c:pt idx="1601">
                  <c:v>698</c:v>
                </c:pt>
                <c:pt idx="1602">
                  <c:v>698.4</c:v>
                </c:pt>
                <c:pt idx="1603">
                  <c:v>698.8</c:v>
                </c:pt>
                <c:pt idx="1604">
                  <c:v>699.2</c:v>
                </c:pt>
                <c:pt idx="1605">
                  <c:v>699.6</c:v>
                </c:pt>
                <c:pt idx="1606">
                  <c:v>700</c:v>
                </c:pt>
                <c:pt idx="1607">
                  <c:v>700.4</c:v>
                </c:pt>
                <c:pt idx="1608">
                  <c:v>700.8</c:v>
                </c:pt>
                <c:pt idx="1609">
                  <c:v>701.2</c:v>
                </c:pt>
                <c:pt idx="1610">
                  <c:v>701.6</c:v>
                </c:pt>
                <c:pt idx="1611">
                  <c:v>702</c:v>
                </c:pt>
                <c:pt idx="1612">
                  <c:v>702.4</c:v>
                </c:pt>
                <c:pt idx="1613">
                  <c:v>702.8</c:v>
                </c:pt>
                <c:pt idx="1614">
                  <c:v>703.2</c:v>
                </c:pt>
                <c:pt idx="1615">
                  <c:v>703.6</c:v>
                </c:pt>
                <c:pt idx="1616">
                  <c:v>704</c:v>
                </c:pt>
                <c:pt idx="1617">
                  <c:v>704.4</c:v>
                </c:pt>
                <c:pt idx="1618">
                  <c:v>704.8</c:v>
                </c:pt>
                <c:pt idx="1619">
                  <c:v>705.2</c:v>
                </c:pt>
                <c:pt idx="1620">
                  <c:v>705.6</c:v>
                </c:pt>
                <c:pt idx="1621">
                  <c:v>706</c:v>
                </c:pt>
                <c:pt idx="1622">
                  <c:v>706.4</c:v>
                </c:pt>
                <c:pt idx="1623">
                  <c:v>706.8</c:v>
                </c:pt>
                <c:pt idx="1624">
                  <c:v>707.2</c:v>
                </c:pt>
                <c:pt idx="1625">
                  <c:v>707.6</c:v>
                </c:pt>
                <c:pt idx="1626">
                  <c:v>708</c:v>
                </c:pt>
                <c:pt idx="1627">
                  <c:v>708.4</c:v>
                </c:pt>
                <c:pt idx="1628">
                  <c:v>708.8</c:v>
                </c:pt>
                <c:pt idx="1629">
                  <c:v>709.2</c:v>
                </c:pt>
                <c:pt idx="1630">
                  <c:v>709.6</c:v>
                </c:pt>
                <c:pt idx="1631">
                  <c:v>710</c:v>
                </c:pt>
                <c:pt idx="1632">
                  <c:v>710.4</c:v>
                </c:pt>
                <c:pt idx="1633">
                  <c:v>710.8</c:v>
                </c:pt>
                <c:pt idx="1634">
                  <c:v>711.2</c:v>
                </c:pt>
                <c:pt idx="1635">
                  <c:v>711.6</c:v>
                </c:pt>
                <c:pt idx="1636">
                  <c:v>712</c:v>
                </c:pt>
                <c:pt idx="1637">
                  <c:v>712.4</c:v>
                </c:pt>
                <c:pt idx="1638">
                  <c:v>712.8</c:v>
                </c:pt>
                <c:pt idx="1639">
                  <c:v>713.2</c:v>
                </c:pt>
                <c:pt idx="1640">
                  <c:v>713.6</c:v>
                </c:pt>
                <c:pt idx="1641">
                  <c:v>714</c:v>
                </c:pt>
                <c:pt idx="1642">
                  <c:v>714.4</c:v>
                </c:pt>
                <c:pt idx="1643">
                  <c:v>714.8</c:v>
                </c:pt>
                <c:pt idx="1644">
                  <c:v>715.2</c:v>
                </c:pt>
                <c:pt idx="1645">
                  <c:v>715.6</c:v>
                </c:pt>
                <c:pt idx="1646">
                  <c:v>716</c:v>
                </c:pt>
                <c:pt idx="1647">
                  <c:v>716.4</c:v>
                </c:pt>
                <c:pt idx="1648">
                  <c:v>716.8</c:v>
                </c:pt>
                <c:pt idx="1649">
                  <c:v>717.2</c:v>
                </c:pt>
                <c:pt idx="1650">
                  <c:v>717.6</c:v>
                </c:pt>
                <c:pt idx="1651">
                  <c:v>718</c:v>
                </c:pt>
                <c:pt idx="1652">
                  <c:v>718.4</c:v>
                </c:pt>
                <c:pt idx="1653">
                  <c:v>718.8</c:v>
                </c:pt>
                <c:pt idx="1654">
                  <c:v>719.2</c:v>
                </c:pt>
                <c:pt idx="1655">
                  <c:v>719.6</c:v>
                </c:pt>
                <c:pt idx="1656">
                  <c:v>720</c:v>
                </c:pt>
                <c:pt idx="1657">
                  <c:v>720.4</c:v>
                </c:pt>
                <c:pt idx="1658">
                  <c:v>720.8</c:v>
                </c:pt>
                <c:pt idx="1659">
                  <c:v>721.2</c:v>
                </c:pt>
                <c:pt idx="1660">
                  <c:v>721.6</c:v>
                </c:pt>
                <c:pt idx="1661">
                  <c:v>722</c:v>
                </c:pt>
                <c:pt idx="1662">
                  <c:v>722.4</c:v>
                </c:pt>
                <c:pt idx="1663">
                  <c:v>722.8</c:v>
                </c:pt>
                <c:pt idx="1664">
                  <c:v>723.2</c:v>
                </c:pt>
                <c:pt idx="1665">
                  <c:v>723.6</c:v>
                </c:pt>
                <c:pt idx="1666">
                  <c:v>724</c:v>
                </c:pt>
                <c:pt idx="1667">
                  <c:v>724.4</c:v>
                </c:pt>
                <c:pt idx="1668">
                  <c:v>724.8</c:v>
                </c:pt>
                <c:pt idx="1669">
                  <c:v>725.2</c:v>
                </c:pt>
                <c:pt idx="1670">
                  <c:v>725.6</c:v>
                </c:pt>
                <c:pt idx="1671">
                  <c:v>726</c:v>
                </c:pt>
                <c:pt idx="1672">
                  <c:v>726.4</c:v>
                </c:pt>
                <c:pt idx="1673">
                  <c:v>726.8</c:v>
                </c:pt>
                <c:pt idx="1674">
                  <c:v>727.2</c:v>
                </c:pt>
                <c:pt idx="1675">
                  <c:v>727.6</c:v>
                </c:pt>
                <c:pt idx="1676">
                  <c:v>728</c:v>
                </c:pt>
                <c:pt idx="1677">
                  <c:v>728.4</c:v>
                </c:pt>
                <c:pt idx="1678">
                  <c:v>728.8</c:v>
                </c:pt>
                <c:pt idx="1679">
                  <c:v>729.2</c:v>
                </c:pt>
                <c:pt idx="1680">
                  <c:v>729.6</c:v>
                </c:pt>
                <c:pt idx="1681">
                  <c:v>730</c:v>
                </c:pt>
                <c:pt idx="1682">
                  <c:v>730.4</c:v>
                </c:pt>
                <c:pt idx="1683">
                  <c:v>730.8</c:v>
                </c:pt>
                <c:pt idx="1684">
                  <c:v>731.2</c:v>
                </c:pt>
                <c:pt idx="1685">
                  <c:v>731.6</c:v>
                </c:pt>
                <c:pt idx="1686">
                  <c:v>732</c:v>
                </c:pt>
                <c:pt idx="1687">
                  <c:v>732.4</c:v>
                </c:pt>
                <c:pt idx="1688">
                  <c:v>732.8</c:v>
                </c:pt>
                <c:pt idx="1689">
                  <c:v>733.2</c:v>
                </c:pt>
                <c:pt idx="1690">
                  <c:v>733.6</c:v>
                </c:pt>
                <c:pt idx="1691">
                  <c:v>734</c:v>
                </c:pt>
                <c:pt idx="1692">
                  <c:v>734.4</c:v>
                </c:pt>
                <c:pt idx="1693">
                  <c:v>734.8</c:v>
                </c:pt>
                <c:pt idx="1694">
                  <c:v>735.2</c:v>
                </c:pt>
                <c:pt idx="1695">
                  <c:v>735.6</c:v>
                </c:pt>
                <c:pt idx="1696">
                  <c:v>736</c:v>
                </c:pt>
                <c:pt idx="1697">
                  <c:v>736.4</c:v>
                </c:pt>
                <c:pt idx="1698">
                  <c:v>736.8</c:v>
                </c:pt>
                <c:pt idx="1699">
                  <c:v>737.2</c:v>
                </c:pt>
                <c:pt idx="1700">
                  <c:v>737.6</c:v>
                </c:pt>
                <c:pt idx="1701">
                  <c:v>738</c:v>
                </c:pt>
                <c:pt idx="1702">
                  <c:v>738.4</c:v>
                </c:pt>
                <c:pt idx="1703">
                  <c:v>738.8</c:v>
                </c:pt>
                <c:pt idx="1704">
                  <c:v>739.2</c:v>
                </c:pt>
                <c:pt idx="1705">
                  <c:v>739.6</c:v>
                </c:pt>
                <c:pt idx="1706">
                  <c:v>740</c:v>
                </c:pt>
                <c:pt idx="1707">
                  <c:v>740.4</c:v>
                </c:pt>
                <c:pt idx="1708">
                  <c:v>740.8</c:v>
                </c:pt>
                <c:pt idx="1709">
                  <c:v>741.2</c:v>
                </c:pt>
                <c:pt idx="1710">
                  <c:v>741.6</c:v>
                </c:pt>
                <c:pt idx="1711">
                  <c:v>742</c:v>
                </c:pt>
                <c:pt idx="1712">
                  <c:v>742.4</c:v>
                </c:pt>
                <c:pt idx="1713">
                  <c:v>742.8</c:v>
                </c:pt>
                <c:pt idx="1714">
                  <c:v>743.2</c:v>
                </c:pt>
                <c:pt idx="1715">
                  <c:v>743.6</c:v>
                </c:pt>
                <c:pt idx="1716">
                  <c:v>744</c:v>
                </c:pt>
                <c:pt idx="1717">
                  <c:v>744.4</c:v>
                </c:pt>
                <c:pt idx="1718">
                  <c:v>744.8</c:v>
                </c:pt>
                <c:pt idx="1719">
                  <c:v>745.2</c:v>
                </c:pt>
                <c:pt idx="1720">
                  <c:v>745.6</c:v>
                </c:pt>
                <c:pt idx="1721">
                  <c:v>746</c:v>
                </c:pt>
                <c:pt idx="1722">
                  <c:v>746.4</c:v>
                </c:pt>
                <c:pt idx="1723">
                  <c:v>746.8</c:v>
                </c:pt>
                <c:pt idx="1724">
                  <c:v>747.2</c:v>
                </c:pt>
                <c:pt idx="1725">
                  <c:v>747.6</c:v>
                </c:pt>
                <c:pt idx="1726">
                  <c:v>748</c:v>
                </c:pt>
                <c:pt idx="1727">
                  <c:v>748.4</c:v>
                </c:pt>
                <c:pt idx="1728">
                  <c:v>748.8</c:v>
                </c:pt>
                <c:pt idx="1729">
                  <c:v>749.2</c:v>
                </c:pt>
                <c:pt idx="1730">
                  <c:v>749.6</c:v>
                </c:pt>
                <c:pt idx="1731">
                  <c:v>750</c:v>
                </c:pt>
                <c:pt idx="1732">
                  <c:v>750.4</c:v>
                </c:pt>
                <c:pt idx="1733">
                  <c:v>750.8</c:v>
                </c:pt>
                <c:pt idx="1734">
                  <c:v>751.2</c:v>
                </c:pt>
                <c:pt idx="1735">
                  <c:v>751.6</c:v>
                </c:pt>
                <c:pt idx="1736">
                  <c:v>752</c:v>
                </c:pt>
                <c:pt idx="1737">
                  <c:v>752.4</c:v>
                </c:pt>
                <c:pt idx="1738">
                  <c:v>752.8</c:v>
                </c:pt>
                <c:pt idx="1739">
                  <c:v>753.2</c:v>
                </c:pt>
                <c:pt idx="1740">
                  <c:v>753.6</c:v>
                </c:pt>
                <c:pt idx="1741">
                  <c:v>754</c:v>
                </c:pt>
                <c:pt idx="1742">
                  <c:v>754.4</c:v>
                </c:pt>
                <c:pt idx="1743">
                  <c:v>754.8</c:v>
                </c:pt>
                <c:pt idx="1744">
                  <c:v>755.2</c:v>
                </c:pt>
                <c:pt idx="1745">
                  <c:v>755.6</c:v>
                </c:pt>
                <c:pt idx="1746">
                  <c:v>756</c:v>
                </c:pt>
                <c:pt idx="1747">
                  <c:v>756.4</c:v>
                </c:pt>
                <c:pt idx="1748">
                  <c:v>756.8</c:v>
                </c:pt>
                <c:pt idx="1749">
                  <c:v>757.2</c:v>
                </c:pt>
                <c:pt idx="1750">
                  <c:v>757.6</c:v>
                </c:pt>
                <c:pt idx="1751">
                  <c:v>758</c:v>
                </c:pt>
                <c:pt idx="1752">
                  <c:v>758.4</c:v>
                </c:pt>
                <c:pt idx="1753">
                  <c:v>758.8</c:v>
                </c:pt>
                <c:pt idx="1754">
                  <c:v>759.2</c:v>
                </c:pt>
                <c:pt idx="1755">
                  <c:v>759.6</c:v>
                </c:pt>
                <c:pt idx="1756">
                  <c:v>760</c:v>
                </c:pt>
                <c:pt idx="1757">
                  <c:v>760.4</c:v>
                </c:pt>
                <c:pt idx="1758">
                  <c:v>760.8</c:v>
                </c:pt>
                <c:pt idx="1759">
                  <c:v>761.2</c:v>
                </c:pt>
                <c:pt idx="1760">
                  <c:v>761.6</c:v>
                </c:pt>
                <c:pt idx="1761">
                  <c:v>762</c:v>
                </c:pt>
                <c:pt idx="1762">
                  <c:v>762.4</c:v>
                </c:pt>
                <c:pt idx="1763">
                  <c:v>762.8</c:v>
                </c:pt>
                <c:pt idx="1764">
                  <c:v>763.2</c:v>
                </c:pt>
                <c:pt idx="1765">
                  <c:v>763.6</c:v>
                </c:pt>
                <c:pt idx="1766">
                  <c:v>764</c:v>
                </c:pt>
                <c:pt idx="1767">
                  <c:v>764.4</c:v>
                </c:pt>
                <c:pt idx="1768">
                  <c:v>764.8</c:v>
                </c:pt>
                <c:pt idx="1769">
                  <c:v>765.2</c:v>
                </c:pt>
                <c:pt idx="1770">
                  <c:v>765.6</c:v>
                </c:pt>
                <c:pt idx="1771">
                  <c:v>766</c:v>
                </c:pt>
                <c:pt idx="1772">
                  <c:v>766.4</c:v>
                </c:pt>
                <c:pt idx="1773">
                  <c:v>766.8</c:v>
                </c:pt>
                <c:pt idx="1774">
                  <c:v>767.2</c:v>
                </c:pt>
                <c:pt idx="1775">
                  <c:v>767.6</c:v>
                </c:pt>
                <c:pt idx="1776">
                  <c:v>768</c:v>
                </c:pt>
                <c:pt idx="1777">
                  <c:v>768.4</c:v>
                </c:pt>
                <c:pt idx="1778">
                  <c:v>768.8</c:v>
                </c:pt>
                <c:pt idx="1779">
                  <c:v>769.2</c:v>
                </c:pt>
                <c:pt idx="1780">
                  <c:v>769.6</c:v>
                </c:pt>
                <c:pt idx="1781">
                  <c:v>770</c:v>
                </c:pt>
                <c:pt idx="1782">
                  <c:v>770.4</c:v>
                </c:pt>
                <c:pt idx="1783">
                  <c:v>770.8</c:v>
                </c:pt>
                <c:pt idx="1784">
                  <c:v>771.2</c:v>
                </c:pt>
                <c:pt idx="1785">
                  <c:v>771.6</c:v>
                </c:pt>
                <c:pt idx="1786">
                  <c:v>772</c:v>
                </c:pt>
                <c:pt idx="1787">
                  <c:v>772.4</c:v>
                </c:pt>
                <c:pt idx="1788">
                  <c:v>772.8</c:v>
                </c:pt>
                <c:pt idx="1789">
                  <c:v>773.2</c:v>
                </c:pt>
                <c:pt idx="1790">
                  <c:v>773.6</c:v>
                </c:pt>
                <c:pt idx="1791">
                  <c:v>774</c:v>
                </c:pt>
                <c:pt idx="1792">
                  <c:v>774.4</c:v>
                </c:pt>
                <c:pt idx="1793">
                  <c:v>774.8</c:v>
                </c:pt>
                <c:pt idx="1794">
                  <c:v>775.2</c:v>
                </c:pt>
                <c:pt idx="1795">
                  <c:v>775.6</c:v>
                </c:pt>
                <c:pt idx="1796">
                  <c:v>776</c:v>
                </c:pt>
                <c:pt idx="1797">
                  <c:v>776.4</c:v>
                </c:pt>
                <c:pt idx="1798">
                  <c:v>776.8</c:v>
                </c:pt>
                <c:pt idx="1799">
                  <c:v>777.2</c:v>
                </c:pt>
                <c:pt idx="1800">
                  <c:v>777.6</c:v>
                </c:pt>
                <c:pt idx="1801">
                  <c:v>778</c:v>
                </c:pt>
                <c:pt idx="1802">
                  <c:v>778.4</c:v>
                </c:pt>
                <c:pt idx="1803">
                  <c:v>778.8</c:v>
                </c:pt>
                <c:pt idx="1804">
                  <c:v>779.2</c:v>
                </c:pt>
                <c:pt idx="1805">
                  <c:v>779.6</c:v>
                </c:pt>
                <c:pt idx="1806">
                  <c:v>780</c:v>
                </c:pt>
                <c:pt idx="1807">
                  <c:v>780.4</c:v>
                </c:pt>
                <c:pt idx="1808">
                  <c:v>780.8</c:v>
                </c:pt>
                <c:pt idx="1809">
                  <c:v>781.2</c:v>
                </c:pt>
                <c:pt idx="1810">
                  <c:v>781.6</c:v>
                </c:pt>
                <c:pt idx="1811">
                  <c:v>782</c:v>
                </c:pt>
                <c:pt idx="1812">
                  <c:v>782.4</c:v>
                </c:pt>
                <c:pt idx="1813">
                  <c:v>782.8</c:v>
                </c:pt>
                <c:pt idx="1814">
                  <c:v>783.2</c:v>
                </c:pt>
                <c:pt idx="1815">
                  <c:v>783.6</c:v>
                </c:pt>
                <c:pt idx="1816">
                  <c:v>784</c:v>
                </c:pt>
                <c:pt idx="1817">
                  <c:v>784.4</c:v>
                </c:pt>
                <c:pt idx="1818">
                  <c:v>784.8</c:v>
                </c:pt>
                <c:pt idx="1819">
                  <c:v>785.2</c:v>
                </c:pt>
                <c:pt idx="1820">
                  <c:v>785.6</c:v>
                </c:pt>
                <c:pt idx="1821">
                  <c:v>786</c:v>
                </c:pt>
                <c:pt idx="1822">
                  <c:v>786.4</c:v>
                </c:pt>
                <c:pt idx="1823">
                  <c:v>786.8</c:v>
                </c:pt>
                <c:pt idx="1824">
                  <c:v>787.2</c:v>
                </c:pt>
                <c:pt idx="1825">
                  <c:v>787.6</c:v>
                </c:pt>
                <c:pt idx="1826">
                  <c:v>788</c:v>
                </c:pt>
                <c:pt idx="1827">
                  <c:v>788.4</c:v>
                </c:pt>
                <c:pt idx="1828">
                  <c:v>788.8</c:v>
                </c:pt>
                <c:pt idx="1829">
                  <c:v>789.2</c:v>
                </c:pt>
                <c:pt idx="1830">
                  <c:v>789.6</c:v>
                </c:pt>
                <c:pt idx="1831">
                  <c:v>790</c:v>
                </c:pt>
                <c:pt idx="1832">
                  <c:v>790.4</c:v>
                </c:pt>
                <c:pt idx="1833">
                  <c:v>790.8</c:v>
                </c:pt>
                <c:pt idx="1834">
                  <c:v>791.2</c:v>
                </c:pt>
                <c:pt idx="1835">
                  <c:v>791.6</c:v>
                </c:pt>
                <c:pt idx="1836">
                  <c:v>792</c:v>
                </c:pt>
                <c:pt idx="1837">
                  <c:v>792.4</c:v>
                </c:pt>
                <c:pt idx="1838">
                  <c:v>792.8</c:v>
                </c:pt>
                <c:pt idx="1839">
                  <c:v>793.2</c:v>
                </c:pt>
                <c:pt idx="1840">
                  <c:v>793.6</c:v>
                </c:pt>
                <c:pt idx="1841">
                  <c:v>794</c:v>
                </c:pt>
                <c:pt idx="1842">
                  <c:v>794.4</c:v>
                </c:pt>
                <c:pt idx="1843">
                  <c:v>794.8</c:v>
                </c:pt>
                <c:pt idx="1844">
                  <c:v>795.2</c:v>
                </c:pt>
                <c:pt idx="1845">
                  <c:v>795.6</c:v>
                </c:pt>
                <c:pt idx="1846">
                  <c:v>796</c:v>
                </c:pt>
                <c:pt idx="1847">
                  <c:v>796.4</c:v>
                </c:pt>
                <c:pt idx="1848">
                  <c:v>796.8</c:v>
                </c:pt>
                <c:pt idx="1849">
                  <c:v>797.2</c:v>
                </c:pt>
                <c:pt idx="1850">
                  <c:v>797.6</c:v>
                </c:pt>
                <c:pt idx="1851">
                  <c:v>798</c:v>
                </c:pt>
                <c:pt idx="1852">
                  <c:v>798.4</c:v>
                </c:pt>
                <c:pt idx="1853">
                  <c:v>798.8</c:v>
                </c:pt>
                <c:pt idx="1854">
                  <c:v>799.2</c:v>
                </c:pt>
                <c:pt idx="1855">
                  <c:v>799.6</c:v>
                </c:pt>
                <c:pt idx="1856">
                  <c:v>800</c:v>
                </c:pt>
                <c:pt idx="1857">
                  <c:v>800.4</c:v>
                </c:pt>
                <c:pt idx="1858">
                  <c:v>800.8</c:v>
                </c:pt>
                <c:pt idx="1859">
                  <c:v>801.2</c:v>
                </c:pt>
                <c:pt idx="1860">
                  <c:v>801.6</c:v>
                </c:pt>
                <c:pt idx="1861">
                  <c:v>802</c:v>
                </c:pt>
                <c:pt idx="1862">
                  <c:v>802.4</c:v>
                </c:pt>
                <c:pt idx="1863">
                  <c:v>802.8</c:v>
                </c:pt>
                <c:pt idx="1864">
                  <c:v>803.2</c:v>
                </c:pt>
                <c:pt idx="1865">
                  <c:v>803.6</c:v>
                </c:pt>
                <c:pt idx="1866">
                  <c:v>804</c:v>
                </c:pt>
                <c:pt idx="1867">
                  <c:v>804.4</c:v>
                </c:pt>
                <c:pt idx="1868">
                  <c:v>804.8</c:v>
                </c:pt>
                <c:pt idx="1869">
                  <c:v>805.2</c:v>
                </c:pt>
                <c:pt idx="1870">
                  <c:v>805.6</c:v>
                </c:pt>
                <c:pt idx="1871">
                  <c:v>806</c:v>
                </c:pt>
                <c:pt idx="1872">
                  <c:v>806.4</c:v>
                </c:pt>
                <c:pt idx="1873">
                  <c:v>806.65180657457</c:v>
                </c:pt>
                <c:pt idx="1874">
                  <c:v>806.8</c:v>
                </c:pt>
                <c:pt idx="1875">
                  <c:v>807.2</c:v>
                </c:pt>
                <c:pt idx="1876">
                  <c:v>807.6</c:v>
                </c:pt>
                <c:pt idx="1877">
                  <c:v>808</c:v>
                </c:pt>
                <c:pt idx="1878">
                  <c:v>808.4</c:v>
                </c:pt>
                <c:pt idx="1879">
                  <c:v>808.8</c:v>
                </c:pt>
                <c:pt idx="1880">
                  <c:v>809.2</c:v>
                </c:pt>
                <c:pt idx="1881">
                  <c:v>809.6</c:v>
                </c:pt>
                <c:pt idx="1882">
                  <c:v>810</c:v>
                </c:pt>
                <c:pt idx="1883">
                  <c:v>810.4</c:v>
                </c:pt>
                <c:pt idx="1884">
                  <c:v>810.8</c:v>
                </c:pt>
                <c:pt idx="1885">
                  <c:v>811.2</c:v>
                </c:pt>
                <c:pt idx="1886">
                  <c:v>811.6</c:v>
                </c:pt>
                <c:pt idx="1887">
                  <c:v>812</c:v>
                </c:pt>
                <c:pt idx="1888">
                  <c:v>812.4</c:v>
                </c:pt>
                <c:pt idx="1889">
                  <c:v>812.8</c:v>
                </c:pt>
                <c:pt idx="1890">
                  <c:v>813.2</c:v>
                </c:pt>
                <c:pt idx="1891">
                  <c:v>813.6</c:v>
                </c:pt>
                <c:pt idx="1892">
                  <c:v>814</c:v>
                </c:pt>
                <c:pt idx="1893">
                  <c:v>814.4</c:v>
                </c:pt>
                <c:pt idx="1894">
                  <c:v>814.8</c:v>
                </c:pt>
                <c:pt idx="1895">
                  <c:v>815.2</c:v>
                </c:pt>
                <c:pt idx="1896">
                  <c:v>815.6</c:v>
                </c:pt>
                <c:pt idx="1897">
                  <c:v>816</c:v>
                </c:pt>
                <c:pt idx="1898">
                  <c:v>816.4</c:v>
                </c:pt>
                <c:pt idx="1899">
                  <c:v>816.8</c:v>
                </c:pt>
                <c:pt idx="1900">
                  <c:v>817.2</c:v>
                </c:pt>
                <c:pt idx="1901">
                  <c:v>817.6</c:v>
                </c:pt>
                <c:pt idx="1902">
                  <c:v>818</c:v>
                </c:pt>
                <c:pt idx="1903">
                  <c:v>818.4</c:v>
                </c:pt>
                <c:pt idx="1904">
                  <c:v>818.8</c:v>
                </c:pt>
                <c:pt idx="1905">
                  <c:v>819.2</c:v>
                </c:pt>
                <c:pt idx="1906">
                  <c:v>819.6</c:v>
                </c:pt>
                <c:pt idx="1907">
                  <c:v>820</c:v>
                </c:pt>
                <c:pt idx="1908">
                  <c:v>820.4</c:v>
                </c:pt>
                <c:pt idx="1909">
                  <c:v>820.8</c:v>
                </c:pt>
                <c:pt idx="1910">
                  <c:v>821.2</c:v>
                </c:pt>
                <c:pt idx="1911">
                  <c:v>821.6</c:v>
                </c:pt>
                <c:pt idx="1912">
                  <c:v>822</c:v>
                </c:pt>
                <c:pt idx="1913">
                  <c:v>822.4</c:v>
                </c:pt>
                <c:pt idx="1914">
                  <c:v>822.8</c:v>
                </c:pt>
                <c:pt idx="1915">
                  <c:v>823.2</c:v>
                </c:pt>
                <c:pt idx="1916">
                  <c:v>823.6</c:v>
                </c:pt>
                <c:pt idx="1917">
                  <c:v>824</c:v>
                </c:pt>
                <c:pt idx="1918">
                  <c:v>824.4</c:v>
                </c:pt>
                <c:pt idx="1919">
                  <c:v>824.8</c:v>
                </c:pt>
                <c:pt idx="1920">
                  <c:v>825.2</c:v>
                </c:pt>
                <c:pt idx="1921">
                  <c:v>825.6</c:v>
                </c:pt>
                <c:pt idx="1922">
                  <c:v>826</c:v>
                </c:pt>
                <c:pt idx="1923">
                  <c:v>826.4</c:v>
                </c:pt>
                <c:pt idx="1924">
                  <c:v>826.8</c:v>
                </c:pt>
                <c:pt idx="1925">
                  <c:v>827.2</c:v>
                </c:pt>
                <c:pt idx="1926">
                  <c:v>827.6</c:v>
                </c:pt>
                <c:pt idx="1927">
                  <c:v>828</c:v>
                </c:pt>
                <c:pt idx="1928">
                  <c:v>828.4</c:v>
                </c:pt>
                <c:pt idx="1929">
                  <c:v>828.8</c:v>
                </c:pt>
                <c:pt idx="1930">
                  <c:v>829.2</c:v>
                </c:pt>
                <c:pt idx="1931">
                  <c:v>829.6</c:v>
                </c:pt>
                <c:pt idx="1932">
                  <c:v>830</c:v>
                </c:pt>
                <c:pt idx="1933">
                  <c:v>830.4</c:v>
                </c:pt>
                <c:pt idx="1934">
                  <c:v>830.8</c:v>
                </c:pt>
                <c:pt idx="1935">
                  <c:v>831.2</c:v>
                </c:pt>
                <c:pt idx="1936">
                  <c:v>831.6</c:v>
                </c:pt>
                <c:pt idx="1937">
                  <c:v>832</c:v>
                </c:pt>
                <c:pt idx="1938">
                  <c:v>832.4</c:v>
                </c:pt>
                <c:pt idx="1939">
                  <c:v>832.8</c:v>
                </c:pt>
                <c:pt idx="1940">
                  <c:v>833.2</c:v>
                </c:pt>
                <c:pt idx="1941">
                  <c:v>833.6</c:v>
                </c:pt>
                <c:pt idx="1942">
                  <c:v>834</c:v>
                </c:pt>
                <c:pt idx="1943">
                  <c:v>834.4</c:v>
                </c:pt>
                <c:pt idx="1944">
                  <c:v>834.8</c:v>
                </c:pt>
                <c:pt idx="1945">
                  <c:v>835.2</c:v>
                </c:pt>
                <c:pt idx="1946">
                  <c:v>835.6</c:v>
                </c:pt>
                <c:pt idx="1947">
                  <c:v>836</c:v>
                </c:pt>
                <c:pt idx="1948">
                  <c:v>836.4</c:v>
                </c:pt>
                <c:pt idx="1949">
                  <c:v>836.8</c:v>
                </c:pt>
                <c:pt idx="1950">
                  <c:v>837.2</c:v>
                </c:pt>
                <c:pt idx="1951">
                  <c:v>837.6</c:v>
                </c:pt>
                <c:pt idx="1952">
                  <c:v>838</c:v>
                </c:pt>
                <c:pt idx="1953">
                  <c:v>838.4</c:v>
                </c:pt>
                <c:pt idx="1954">
                  <c:v>838.8</c:v>
                </c:pt>
                <c:pt idx="1955">
                  <c:v>839.2</c:v>
                </c:pt>
                <c:pt idx="1956">
                  <c:v>839.6</c:v>
                </c:pt>
                <c:pt idx="1957">
                  <c:v>840</c:v>
                </c:pt>
                <c:pt idx="1958">
                  <c:v>840.4</c:v>
                </c:pt>
                <c:pt idx="1959">
                  <c:v>840.8</c:v>
                </c:pt>
                <c:pt idx="1960">
                  <c:v>841.2</c:v>
                </c:pt>
                <c:pt idx="1961">
                  <c:v>841.6</c:v>
                </c:pt>
                <c:pt idx="1962">
                  <c:v>842</c:v>
                </c:pt>
                <c:pt idx="1963">
                  <c:v>842.4</c:v>
                </c:pt>
                <c:pt idx="1964">
                  <c:v>842.8</c:v>
                </c:pt>
                <c:pt idx="1965">
                  <c:v>843.2</c:v>
                </c:pt>
                <c:pt idx="1966">
                  <c:v>843.6</c:v>
                </c:pt>
                <c:pt idx="1967">
                  <c:v>844</c:v>
                </c:pt>
                <c:pt idx="1968">
                  <c:v>844.4</c:v>
                </c:pt>
                <c:pt idx="1969">
                  <c:v>844.8</c:v>
                </c:pt>
                <c:pt idx="1970">
                  <c:v>845.2</c:v>
                </c:pt>
                <c:pt idx="1971">
                  <c:v>845.6</c:v>
                </c:pt>
                <c:pt idx="1972">
                  <c:v>846</c:v>
                </c:pt>
                <c:pt idx="1973">
                  <c:v>846.4</c:v>
                </c:pt>
                <c:pt idx="1974">
                  <c:v>846.8</c:v>
                </c:pt>
                <c:pt idx="1975">
                  <c:v>847.2</c:v>
                </c:pt>
                <c:pt idx="1976">
                  <c:v>847.6</c:v>
                </c:pt>
                <c:pt idx="1977">
                  <c:v>848</c:v>
                </c:pt>
                <c:pt idx="1978">
                  <c:v>848.4</c:v>
                </c:pt>
                <c:pt idx="1979">
                  <c:v>848.8</c:v>
                </c:pt>
                <c:pt idx="1980">
                  <c:v>849.2</c:v>
                </c:pt>
                <c:pt idx="1981">
                  <c:v>849.6</c:v>
                </c:pt>
                <c:pt idx="1982">
                  <c:v>850</c:v>
                </c:pt>
                <c:pt idx="1983">
                  <c:v>850.4</c:v>
                </c:pt>
                <c:pt idx="1984">
                  <c:v>850.8</c:v>
                </c:pt>
                <c:pt idx="1985">
                  <c:v>851.2</c:v>
                </c:pt>
                <c:pt idx="1986">
                  <c:v>851.6</c:v>
                </c:pt>
                <c:pt idx="1987">
                  <c:v>852</c:v>
                </c:pt>
                <c:pt idx="1988">
                  <c:v>852.4</c:v>
                </c:pt>
                <c:pt idx="1989">
                  <c:v>852.8</c:v>
                </c:pt>
                <c:pt idx="1990">
                  <c:v>853.2</c:v>
                </c:pt>
                <c:pt idx="1991">
                  <c:v>853.6</c:v>
                </c:pt>
                <c:pt idx="1992">
                  <c:v>854</c:v>
                </c:pt>
                <c:pt idx="1993">
                  <c:v>854.4</c:v>
                </c:pt>
                <c:pt idx="1994">
                  <c:v>854.8</c:v>
                </c:pt>
                <c:pt idx="1995">
                  <c:v>855.2</c:v>
                </c:pt>
                <c:pt idx="1996">
                  <c:v>855.6</c:v>
                </c:pt>
                <c:pt idx="1997">
                  <c:v>856</c:v>
                </c:pt>
                <c:pt idx="1998">
                  <c:v>856.4</c:v>
                </c:pt>
                <c:pt idx="1999">
                  <c:v>856.8</c:v>
                </c:pt>
                <c:pt idx="2000">
                  <c:v>857.2</c:v>
                </c:pt>
                <c:pt idx="2001">
                  <c:v>857.6</c:v>
                </c:pt>
                <c:pt idx="2002">
                  <c:v>858</c:v>
                </c:pt>
                <c:pt idx="2003">
                  <c:v>858.4</c:v>
                </c:pt>
                <c:pt idx="2004">
                  <c:v>858.8</c:v>
                </c:pt>
                <c:pt idx="2005">
                  <c:v>859.2</c:v>
                </c:pt>
                <c:pt idx="2006">
                  <c:v>859.6</c:v>
                </c:pt>
                <c:pt idx="2007">
                  <c:v>860</c:v>
                </c:pt>
                <c:pt idx="2008">
                  <c:v>860.4</c:v>
                </c:pt>
                <c:pt idx="2009">
                  <c:v>860.8</c:v>
                </c:pt>
                <c:pt idx="2010">
                  <c:v>861.2</c:v>
                </c:pt>
                <c:pt idx="2011">
                  <c:v>861.6</c:v>
                </c:pt>
                <c:pt idx="2012">
                  <c:v>862</c:v>
                </c:pt>
                <c:pt idx="2013">
                  <c:v>862.4</c:v>
                </c:pt>
                <c:pt idx="2014">
                  <c:v>862.8</c:v>
                </c:pt>
                <c:pt idx="2015">
                  <c:v>863.2</c:v>
                </c:pt>
                <c:pt idx="2016">
                  <c:v>863.6</c:v>
                </c:pt>
                <c:pt idx="2017">
                  <c:v>864</c:v>
                </c:pt>
                <c:pt idx="2018">
                  <c:v>864.4</c:v>
                </c:pt>
                <c:pt idx="2019">
                  <c:v>864.8</c:v>
                </c:pt>
                <c:pt idx="2020">
                  <c:v>865.2</c:v>
                </c:pt>
                <c:pt idx="2021">
                  <c:v>865.6</c:v>
                </c:pt>
                <c:pt idx="2022">
                  <c:v>866</c:v>
                </c:pt>
                <c:pt idx="2023">
                  <c:v>866.4</c:v>
                </c:pt>
                <c:pt idx="2024">
                  <c:v>866.8</c:v>
                </c:pt>
                <c:pt idx="2025">
                  <c:v>867.2</c:v>
                </c:pt>
                <c:pt idx="2026">
                  <c:v>867.6</c:v>
                </c:pt>
                <c:pt idx="2027">
                  <c:v>868</c:v>
                </c:pt>
                <c:pt idx="2028">
                  <c:v>868.4</c:v>
                </c:pt>
                <c:pt idx="2029">
                  <c:v>868.8</c:v>
                </c:pt>
                <c:pt idx="2030">
                  <c:v>869.2</c:v>
                </c:pt>
                <c:pt idx="2031">
                  <c:v>869.6</c:v>
                </c:pt>
                <c:pt idx="2032">
                  <c:v>870</c:v>
                </c:pt>
                <c:pt idx="2033">
                  <c:v>870.4</c:v>
                </c:pt>
                <c:pt idx="2034">
                  <c:v>870.8</c:v>
                </c:pt>
                <c:pt idx="2035">
                  <c:v>871.2</c:v>
                </c:pt>
                <c:pt idx="2036">
                  <c:v>871.6</c:v>
                </c:pt>
                <c:pt idx="2037">
                  <c:v>872</c:v>
                </c:pt>
                <c:pt idx="2038">
                  <c:v>872.4</c:v>
                </c:pt>
                <c:pt idx="2039">
                  <c:v>872.8</c:v>
                </c:pt>
                <c:pt idx="2040">
                  <c:v>873.2</c:v>
                </c:pt>
                <c:pt idx="2041">
                  <c:v>873.6</c:v>
                </c:pt>
                <c:pt idx="2042">
                  <c:v>874</c:v>
                </c:pt>
                <c:pt idx="2043">
                  <c:v>874.4</c:v>
                </c:pt>
                <c:pt idx="2044">
                  <c:v>874.8</c:v>
                </c:pt>
                <c:pt idx="2045">
                  <c:v>875.2</c:v>
                </c:pt>
                <c:pt idx="2046">
                  <c:v>875.6</c:v>
                </c:pt>
                <c:pt idx="2047">
                  <c:v>876</c:v>
                </c:pt>
                <c:pt idx="2048">
                  <c:v>876.4</c:v>
                </c:pt>
                <c:pt idx="2049">
                  <c:v>876.8</c:v>
                </c:pt>
                <c:pt idx="2050">
                  <c:v>877.2</c:v>
                </c:pt>
                <c:pt idx="2051">
                  <c:v>877.6</c:v>
                </c:pt>
                <c:pt idx="2052">
                  <c:v>878</c:v>
                </c:pt>
                <c:pt idx="2053">
                  <c:v>878.4</c:v>
                </c:pt>
                <c:pt idx="2054">
                  <c:v>878.8</c:v>
                </c:pt>
                <c:pt idx="2055">
                  <c:v>879.2</c:v>
                </c:pt>
                <c:pt idx="2056">
                  <c:v>879.6</c:v>
                </c:pt>
                <c:pt idx="2057">
                  <c:v>880</c:v>
                </c:pt>
                <c:pt idx="2058">
                  <c:v>880.4</c:v>
                </c:pt>
                <c:pt idx="2059">
                  <c:v>880.8</c:v>
                </c:pt>
                <c:pt idx="2060">
                  <c:v>881.2</c:v>
                </c:pt>
                <c:pt idx="2061">
                  <c:v>881.6</c:v>
                </c:pt>
                <c:pt idx="2062">
                  <c:v>882</c:v>
                </c:pt>
                <c:pt idx="2063">
                  <c:v>882.4</c:v>
                </c:pt>
                <c:pt idx="2064">
                  <c:v>882.8</c:v>
                </c:pt>
                <c:pt idx="2065">
                  <c:v>883.2</c:v>
                </c:pt>
                <c:pt idx="2066">
                  <c:v>883.6</c:v>
                </c:pt>
                <c:pt idx="2067">
                  <c:v>884</c:v>
                </c:pt>
                <c:pt idx="2068">
                  <c:v>884.4</c:v>
                </c:pt>
                <c:pt idx="2069">
                  <c:v>884.8</c:v>
                </c:pt>
                <c:pt idx="2070">
                  <c:v>885.2</c:v>
                </c:pt>
                <c:pt idx="2071">
                  <c:v>885.6</c:v>
                </c:pt>
                <c:pt idx="2072">
                  <c:v>886</c:v>
                </c:pt>
                <c:pt idx="2073">
                  <c:v>886.4</c:v>
                </c:pt>
                <c:pt idx="2074">
                  <c:v>886.8</c:v>
                </c:pt>
                <c:pt idx="2075">
                  <c:v>887.2</c:v>
                </c:pt>
                <c:pt idx="2076">
                  <c:v>887.6</c:v>
                </c:pt>
                <c:pt idx="2077">
                  <c:v>888</c:v>
                </c:pt>
                <c:pt idx="2078">
                  <c:v>888.4</c:v>
                </c:pt>
                <c:pt idx="2079">
                  <c:v>888.8</c:v>
                </c:pt>
                <c:pt idx="2080">
                  <c:v>889.2</c:v>
                </c:pt>
                <c:pt idx="2081">
                  <c:v>889.6</c:v>
                </c:pt>
                <c:pt idx="2082">
                  <c:v>890</c:v>
                </c:pt>
                <c:pt idx="2083">
                  <c:v>890.4</c:v>
                </c:pt>
                <c:pt idx="2084">
                  <c:v>890.8</c:v>
                </c:pt>
                <c:pt idx="2085">
                  <c:v>891.2</c:v>
                </c:pt>
                <c:pt idx="2086">
                  <c:v>891.6</c:v>
                </c:pt>
                <c:pt idx="2087">
                  <c:v>892</c:v>
                </c:pt>
                <c:pt idx="2088">
                  <c:v>892.4</c:v>
                </c:pt>
                <c:pt idx="2089">
                  <c:v>892.8</c:v>
                </c:pt>
                <c:pt idx="2090">
                  <c:v>893.2</c:v>
                </c:pt>
                <c:pt idx="2091">
                  <c:v>893.6</c:v>
                </c:pt>
                <c:pt idx="2092">
                  <c:v>894</c:v>
                </c:pt>
                <c:pt idx="2093">
                  <c:v>894.4</c:v>
                </c:pt>
                <c:pt idx="2094">
                  <c:v>894.8</c:v>
                </c:pt>
                <c:pt idx="2095">
                  <c:v>895.2</c:v>
                </c:pt>
                <c:pt idx="2096">
                  <c:v>895.6</c:v>
                </c:pt>
                <c:pt idx="2097">
                  <c:v>896</c:v>
                </c:pt>
                <c:pt idx="2098">
                  <c:v>896.4</c:v>
                </c:pt>
                <c:pt idx="2099">
                  <c:v>896.8</c:v>
                </c:pt>
                <c:pt idx="2100">
                  <c:v>897.2</c:v>
                </c:pt>
                <c:pt idx="2101">
                  <c:v>897.6</c:v>
                </c:pt>
                <c:pt idx="2102">
                  <c:v>898</c:v>
                </c:pt>
                <c:pt idx="2103">
                  <c:v>898.4</c:v>
                </c:pt>
                <c:pt idx="2104">
                  <c:v>898.8</c:v>
                </c:pt>
                <c:pt idx="2105">
                  <c:v>899.2</c:v>
                </c:pt>
                <c:pt idx="2106">
                  <c:v>899.6</c:v>
                </c:pt>
                <c:pt idx="2107">
                  <c:v>900</c:v>
                </c:pt>
                <c:pt idx="2108">
                  <c:v>900.4</c:v>
                </c:pt>
                <c:pt idx="2109">
                  <c:v>900.8</c:v>
                </c:pt>
                <c:pt idx="2110">
                  <c:v>901.2</c:v>
                </c:pt>
                <c:pt idx="2111">
                  <c:v>901.6</c:v>
                </c:pt>
                <c:pt idx="2112">
                  <c:v>902</c:v>
                </c:pt>
                <c:pt idx="2113">
                  <c:v>902.4</c:v>
                </c:pt>
                <c:pt idx="2114">
                  <c:v>902.8</c:v>
                </c:pt>
                <c:pt idx="2115">
                  <c:v>903.2</c:v>
                </c:pt>
                <c:pt idx="2116">
                  <c:v>903.6</c:v>
                </c:pt>
                <c:pt idx="2117">
                  <c:v>904</c:v>
                </c:pt>
                <c:pt idx="2118">
                  <c:v>904.4</c:v>
                </c:pt>
                <c:pt idx="2119">
                  <c:v>904.8</c:v>
                </c:pt>
                <c:pt idx="2120">
                  <c:v>905.2</c:v>
                </c:pt>
                <c:pt idx="2121">
                  <c:v>905.6</c:v>
                </c:pt>
                <c:pt idx="2122">
                  <c:v>906</c:v>
                </c:pt>
                <c:pt idx="2123">
                  <c:v>906.4</c:v>
                </c:pt>
                <c:pt idx="2124">
                  <c:v>906.8</c:v>
                </c:pt>
                <c:pt idx="2125">
                  <c:v>907.2</c:v>
                </c:pt>
                <c:pt idx="2126">
                  <c:v>907.6</c:v>
                </c:pt>
                <c:pt idx="2127">
                  <c:v>908</c:v>
                </c:pt>
                <c:pt idx="2128">
                  <c:v>908.4</c:v>
                </c:pt>
                <c:pt idx="2129">
                  <c:v>908.8</c:v>
                </c:pt>
                <c:pt idx="2130">
                  <c:v>909.2</c:v>
                </c:pt>
                <c:pt idx="2131">
                  <c:v>909.6</c:v>
                </c:pt>
                <c:pt idx="2132">
                  <c:v>910</c:v>
                </c:pt>
                <c:pt idx="2133">
                  <c:v>910.4</c:v>
                </c:pt>
                <c:pt idx="2134">
                  <c:v>910.8</c:v>
                </c:pt>
                <c:pt idx="2135">
                  <c:v>911.2</c:v>
                </c:pt>
                <c:pt idx="2136">
                  <c:v>911.6</c:v>
                </c:pt>
                <c:pt idx="2137">
                  <c:v>912</c:v>
                </c:pt>
                <c:pt idx="2138">
                  <c:v>912.4</c:v>
                </c:pt>
                <c:pt idx="2139">
                  <c:v>912.8</c:v>
                </c:pt>
                <c:pt idx="2140">
                  <c:v>913.2</c:v>
                </c:pt>
                <c:pt idx="2141">
                  <c:v>913.6</c:v>
                </c:pt>
                <c:pt idx="2142">
                  <c:v>914</c:v>
                </c:pt>
                <c:pt idx="2143">
                  <c:v>914.4</c:v>
                </c:pt>
                <c:pt idx="2144">
                  <c:v>914.8</c:v>
                </c:pt>
                <c:pt idx="2145">
                  <c:v>915.2</c:v>
                </c:pt>
                <c:pt idx="2146">
                  <c:v>915.6</c:v>
                </c:pt>
                <c:pt idx="2147">
                  <c:v>916</c:v>
                </c:pt>
                <c:pt idx="2148">
                  <c:v>916.4</c:v>
                </c:pt>
                <c:pt idx="2149">
                  <c:v>916.8</c:v>
                </c:pt>
                <c:pt idx="2150">
                  <c:v>917.2</c:v>
                </c:pt>
                <c:pt idx="2151">
                  <c:v>917.6</c:v>
                </c:pt>
                <c:pt idx="2152">
                  <c:v>918</c:v>
                </c:pt>
                <c:pt idx="2153">
                  <c:v>918.4</c:v>
                </c:pt>
                <c:pt idx="2154">
                  <c:v>918.8</c:v>
                </c:pt>
                <c:pt idx="2155">
                  <c:v>919.2</c:v>
                </c:pt>
                <c:pt idx="2156">
                  <c:v>919.6</c:v>
                </c:pt>
                <c:pt idx="2157">
                  <c:v>920</c:v>
                </c:pt>
                <c:pt idx="2158">
                  <c:v>920.4</c:v>
                </c:pt>
                <c:pt idx="2159">
                  <c:v>920.8</c:v>
                </c:pt>
                <c:pt idx="2160">
                  <c:v>921.2</c:v>
                </c:pt>
                <c:pt idx="2161">
                  <c:v>921.6</c:v>
                </c:pt>
                <c:pt idx="2162">
                  <c:v>921.7996913527</c:v>
                </c:pt>
                <c:pt idx="2163">
                  <c:v>921.8</c:v>
                </c:pt>
                <c:pt idx="2164">
                  <c:v>922</c:v>
                </c:pt>
                <c:pt idx="2165">
                  <c:v>922.4</c:v>
                </c:pt>
                <c:pt idx="2166">
                  <c:v>922.8</c:v>
                </c:pt>
                <c:pt idx="2167">
                  <c:v>923.2</c:v>
                </c:pt>
                <c:pt idx="2168">
                  <c:v>923.6</c:v>
                </c:pt>
                <c:pt idx="2169">
                  <c:v>924</c:v>
                </c:pt>
                <c:pt idx="2170">
                  <c:v>924.4</c:v>
                </c:pt>
                <c:pt idx="2171">
                  <c:v>924.8</c:v>
                </c:pt>
                <c:pt idx="2172">
                  <c:v>925.2</c:v>
                </c:pt>
                <c:pt idx="2173">
                  <c:v>925.6</c:v>
                </c:pt>
                <c:pt idx="2174">
                  <c:v>926</c:v>
                </c:pt>
                <c:pt idx="2175">
                  <c:v>926.4</c:v>
                </c:pt>
                <c:pt idx="2176">
                  <c:v>926.8</c:v>
                </c:pt>
                <c:pt idx="2177">
                  <c:v>927.2</c:v>
                </c:pt>
                <c:pt idx="2178">
                  <c:v>927.6</c:v>
                </c:pt>
                <c:pt idx="2179">
                  <c:v>928</c:v>
                </c:pt>
                <c:pt idx="2180">
                  <c:v>928.4</c:v>
                </c:pt>
                <c:pt idx="2181">
                  <c:v>928.8</c:v>
                </c:pt>
                <c:pt idx="2182">
                  <c:v>929.2</c:v>
                </c:pt>
                <c:pt idx="2183">
                  <c:v>929.6</c:v>
                </c:pt>
                <c:pt idx="2184">
                  <c:v>930</c:v>
                </c:pt>
                <c:pt idx="2185">
                  <c:v>930.4</c:v>
                </c:pt>
                <c:pt idx="2186">
                  <c:v>930.8</c:v>
                </c:pt>
                <c:pt idx="2187">
                  <c:v>931.2</c:v>
                </c:pt>
                <c:pt idx="2188">
                  <c:v>931.6</c:v>
                </c:pt>
                <c:pt idx="2189">
                  <c:v>932</c:v>
                </c:pt>
                <c:pt idx="2190">
                  <c:v>932.4</c:v>
                </c:pt>
                <c:pt idx="2191">
                  <c:v>932.8</c:v>
                </c:pt>
                <c:pt idx="2192">
                  <c:v>933.2</c:v>
                </c:pt>
                <c:pt idx="2193">
                  <c:v>933.6</c:v>
                </c:pt>
                <c:pt idx="2194">
                  <c:v>934</c:v>
                </c:pt>
                <c:pt idx="2195">
                  <c:v>934.4</c:v>
                </c:pt>
                <c:pt idx="2196">
                  <c:v>934.8</c:v>
                </c:pt>
                <c:pt idx="2197">
                  <c:v>935.2</c:v>
                </c:pt>
                <c:pt idx="2198">
                  <c:v>935.6</c:v>
                </c:pt>
                <c:pt idx="2199">
                  <c:v>936</c:v>
                </c:pt>
                <c:pt idx="2200">
                  <c:v>936.4</c:v>
                </c:pt>
                <c:pt idx="2201">
                  <c:v>936.8</c:v>
                </c:pt>
                <c:pt idx="2202">
                  <c:v>937.2</c:v>
                </c:pt>
                <c:pt idx="2203">
                  <c:v>937.6</c:v>
                </c:pt>
                <c:pt idx="2204">
                  <c:v>938</c:v>
                </c:pt>
                <c:pt idx="2205">
                  <c:v>938.4</c:v>
                </c:pt>
                <c:pt idx="2206">
                  <c:v>938.8</c:v>
                </c:pt>
                <c:pt idx="2207">
                  <c:v>939.2</c:v>
                </c:pt>
                <c:pt idx="2208">
                  <c:v>939.6</c:v>
                </c:pt>
                <c:pt idx="2209">
                  <c:v>940</c:v>
                </c:pt>
                <c:pt idx="2210">
                  <c:v>940.4</c:v>
                </c:pt>
                <c:pt idx="2211">
                  <c:v>940.8</c:v>
                </c:pt>
                <c:pt idx="2212">
                  <c:v>941.2</c:v>
                </c:pt>
                <c:pt idx="2213">
                  <c:v>941.6</c:v>
                </c:pt>
                <c:pt idx="2214">
                  <c:v>942</c:v>
                </c:pt>
                <c:pt idx="2215">
                  <c:v>942.4</c:v>
                </c:pt>
                <c:pt idx="2216">
                  <c:v>942.8</c:v>
                </c:pt>
                <c:pt idx="2217">
                  <c:v>943.2</c:v>
                </c:pt>
                <c:pt idx="2218">
                  <c:v>943.6</c:v>
                </c:pt>
                <c:pt idx="2219">
                  <c:v>944</c:v>
                </c:pt>
                <c:pt idx="2220">
                  <c:v>944.4</c:v>
                </c:pt>
                <c:pt idx="2221">
                  <c:v>944.8</c:v>
                </c:pt>
                <c:pt idx="2222">
                  <c:v>945.2</c:v>
                </c:pt>
                <c:pt idx="2223">
                  <c:v>945.6</c:v>
                </c:pt>
                <c:pt idx="2224">
                  <c:v>946</c:v>
                </c:pt>
                <c:pt idx="2225">
                  <c:v>946.4</c:v>
                </c:pt>
                <c:pt idx="2226">
                  <c:v>946.8</c:v>
                </c:pt>
                <c:pt idx="2227">
                  <c:v>947.2</c:v>
                </c:pt>
                <c:pt idx="2228">
                  <c:v>947.6</c:v>
                </c:pt>
                <c:pt idx="2229">
                  <c:v>948</c:v>
                </c:pt>
                <c:pt idx="2230">
                  <c:v>948.4</c:v>
                </c:pt>
                <c:pt idx="2231">
                  <c:v>948.8</c:v>
                </c:pt>
                <c:pt idx="2232">
                  <c:v>949.2</c:v>
                </c:pt>
                <c:pt idx="2233">
                  <c:v>949.6</c:v>
                </c:pt>
                <c:pt idx="2234">
                  <c:v>950</c:v>
                </c:pt>
                <c:pt idx="2235">
                  <c:v>950.4</c:v>
                </c:pt>
                <c:pt idx="2236">
                  <c:v>950.8</c:v>
                </c:pt>
                <c:pt idx="2237">
                  <c:v>951.2</c:v>
                </c:pt>
                <c:pt idx="2238">
                  <c:v>951.6</c:v>
                </c:pt>
                <c:pt idx="2239">
                  <c:v>952</c:v>
                </c:pt>
                <c:pt idx="2240">
                  <c:v>952.4</c:v>
                </c:pt>
                <c:pt idx="2241">
                  <c:v>952.8</c:v>
                </c:pt>
                <c:pt idx="2242">
                  <c:v>953.2</c:v>
                </c:pt>
                <c:pt idx="2243">
                  <c:v>953.6</c:v>
                </c:pt>
                <c:pt idx="2244">
                  <c:v>954</c:v>
                </c:pt>
                <c:pt idx="2245">
                  <c:v>954.4</c:v>
                </c:pt>
                <c:pt idx="2246">
                  <c:v>954.8</c:v>
                </c:pt>
                <c:pt idx="2247">
                  <c:v>955.2</c:v>
                </c:pt>
                <c:pt idx="2248">
                  <c:v>955.6</c:v>
                </c:pt>
                <c:pt idx="2249">
                  <c:v>956</c:v>
                </c:pt>
                <c:pt idx="2250">
                  <c:v>956.4</c:v>
                </c:pt>
                <c:pt idx="2251">
                  <c:v>956.8</c:v>
                </c:pt>
                <c:pt idx="2252">
                  <c:v>957.2</c:v>
                </c:pt>
                <c:pt idx="2253">
                  <c:v>957.6</c:v>
                </c:pt>
                <c:pt idx="2254">
                  <c:v>958</c:v>
                </c:pt>
                <c:pt idx="2255">
                  <c:v>958.4</c:v>
                </c:pt>
                <c:pt idx="2256">
                  <c:v>958.8</c:v>
                </c:pt>
                <c:pt idx="2257">
                  <c:v>959.2</c:v>
                </c:pt>
                <c:pt idx="2258">
                  <c:v>959.6</c:v>
                </c:pt>
                <c:pt idx="2259">
                  <c:v>960</c:v>
                </c:pt>
                <c:pt idx="2260">
                  <c:v>960.4</c:v>
                </c:pt>
                <c:pt idx="2261">
                  <c:v>960.8</c:v>
                </c:pt>
                <c:pt idx="2262">
                  <c:v>961.2</c:v>
                </c:pt>
                <c:pt idx="2263">
                  <c:v>961.6</c:v>
                </c:pt>
                <c:pt idx="2264">
                  <c:v>962</c:v>
                </c:pt>
                <c:pt idx="2265">
                  <c:v>962.4</c:v>
                </c:pt>
                <c:pt idx="2266">
                  <c:v>962.8</c:v>
                </c:pt>
                <c:pt idx="2267">
                  <c:v>963.2</c:v>
                </c:pt>
                <c:pt idx="2268">
                  <c:v>963.6</c:v>
                </c:pt>
                <c:pt idx="2269">
                  <c:v>964</c:v>
                </c:pt>
                <c:pt idx="2270">
                  <c:v>964.4</c:v>
                </c:pt>
                <c:pt idx="2271">
                  <c:v>964.8</c:v>
                </c:pt>
                <c:pt idx="2272">
                  <c:v>965.2</c:v>
                </c:pt>
                <c:pt idx="2273">
                  <c:v>965.6</c:v>
                </c:pt>
                <c:pt idx="2274">
                  <c:v>966</c:v>
                </c:pt>
                <c:pt idx="2275">
                  <c:v>966.4</c:v>
                </c:pt>
                <c:pt idx="2276">
                  <c:v>966.8</c:v>
                </c:pt>
                <c:pt idx="2277">
                  <c:v>967.2</c:v>
                </c:pt>
                <c:pt idx="2278">
                  <c:v>967.6</c:v>
                </c:pt>
                <c:pt idx="2279">
                  <c:v>968</c:v>
                </c:pt>
                <c:pt idx="2280">
                  <c:v>968.4</c:v>
                </c:pt>
                <c:pt idx="2281">
                  <c:v>968.8</c:v>
                </c:pt>
                <c:pt idx="2282">
                  <c:v>969.2</c:v>
                </c:pt>
                <c:pt idx="2283">
                  <c:v>969.6</c:v>
                </c:pt>
                <c:pt idx="2284">
                  <c:v>970</c:v>
                </c:pt>
                <c:pt idx="2285">
                  <c:v>970.4</c:v>
                </c:pt>
                <c:pt idx="2286">
                  <c:v>970.8</c:v>
                </c:pt>
                <c:pt idx="2287">
                  <c:v>971.2</c:v>
                </c:pt>
                <c:pt idx="2288">
                  <c:v>971.6</c:v>
                </c:pt>
                <c:pt idx="2289">
                  <c:v>972</c:v>
                </c:pt>
                <c:pt idx="2290">
                  <c:v>972.4</c:v>
                </c:pt>
                <c:pt idx="2291">
                  <c:v>972.8</c:v>
                </c:pt>
                <c:pt idx="2292">
                  <c:v>973.2</c:v>
                </c:pt>
                <c:pt idx="2293">
                  <c:v>973.6</c:v>
                </c:pt>
                <c:pt idx="2294">
                  <c:v>974</c:v>
                </c:pt>
                <c:pt idx="2295">
                  <c:v>974.4</c:v>
                </c:pt>
                <c:pt idx="2296">
                  <c:v>974.8</c:v>
                </c:pt>
                <c:pt idx="2297">
                  <c:v>975.2</c:v>
                </c:pt>
                <c:pt idx="2298">
                  <c:v>975.6</c:v>
                </c:pt>
                <c:pt idx="2299">
                  <c:v>976</c:v>
                </c:pt>
                <c:pt idx="2300">
                  <c:v>976.4</c:v>
                </c:pt>
                <c:pt idx="2301">
                  <c:v>976.8</c:v>
                </c:pt>
                <c:pt idx="2302">
                  <c:v>977.2</c:v>
                </c:pt>
                <c:pt idx="2303">
                  <c:v>977.6</c:v>
                </c:pt>
                <c:pt idx="2304">
                  <c:v>978</c:v>
                </c:pt>
                <c:pt idx="2305">
                  <c:v>978.4</c:v>
                </c:pt>
                <c:pt idx="2306">
                  <c:v>978.8</c:v>
                </c:pt>
                <c:pt idx="2307">
                  <c:v>979.2</c:v>
                </c:pt>
                <c:pt idx="2308">
                  <c:v>979.6</c:v>
                </c:pt>
                <c:pt idx="2309">
                  <c:v>980</c:v>
                </c:pt>
                <c:pt idx="2310">
                  <c:v>980.4</c:v>
                </c:pt>
                <c:pt idx="2311">
                  <c:v>980.8</c:v>
                </c:pt>
                <c:pt idx="2312">
                  <c:v>981.2</c:v>
                </c:pt>
                <c:pt idx="2313">
                  <c:v>981.6</c:v>
                </c:pt>
                <c:pt idx="2314">
                  <c:v>982</c:v>
                </c:pt>
                <c:pt idx="2315">
                  <c:v>982.4</c:v>
                </c:pt>
                <c:pt idx="2316">
                  <c:v>982.8</c:v>
                </c:pt>
                <c:pt idx="2317">
                  <c:v>983.2</c:v>
                </c:pt>
                <c:pt idx="2318">
                  <c:v>983.6</c:v>
                </c:pt>
                <c:pt idx="2319">
                  <c:v>984</c:v>
                </c:pt>
                <c:pt idx="2320">
                  <c:v>984.4</c:v>
                </c:pt>
                <c:pt idx="2321">
                  <c:v>984.8</c:v>
                </c:pt>
                <c:pt idx="2322">
                  <c:v>985.2</c:v>
                </c:pt>
                <c:pt idx="2323">
                  <c:v>985.6</c:v>
                </c:pt>
                <c:pt idx="2324">
                  <c:v>986</c:v>
                </c:pt>
                <c:pt idx="2325">
                  <c:v>986.4</c:v>
                </c:pt>
                <c:pt idx="2326">
                  <c:v>986.8</c:v>
                </c:pt>
                <c:pt idx="2327">
                  <c:v>987.2</c:v>
                </c:pt>
                <c:pt idx="2328">
                  <c:v>987.6</c:v>
                </c:pt>
                <c:pt idx="2329">
                  <c:v>988</c:v>
                </c:pt>
                <c:pt idx="2330">
                  <c:v>988.4</c:v>
                </c:pt>
                <c:pt idx="2331">
                  <c:v>988.8</c:v>
                </c:pt>
                <c:pt idx="2332">
                  <c:v>989.2</c:v>
                </c:pt>
                <c:pt idx="2333">
                  <c:v>989.6</c:v>
                </c:pt>
                <c:pt idx="2334">
                  <c:v>990</c:v>
                </c:pt>
                <c:pt idx="2335">
                  <c:v>990.4</c:v>
                </c:pt>
                <c:pt idx="2336">
                  <c:v>990.8</c:v>
                </c:pt>
                <c:pt idx="2337">
                  <c:v>991.2</c:v>
                </c:pt>
                <c:pt idx="2338">
                  <c:v>991.6</c:v>
                </c:pt>
                <c:pt idx="2339">
                  <c:v>992</c:v>
                </c:pt>
                <c:pt idx="2340">
                  <c:v>992.4</c:v>
                </c:pt>
                <c:pt idx="2341">
                  <c:v>992.8</c:v>
                </c:pt>
                <c:pt idx="2342">
                  <c:v>993.2</c:v>
                </c:pt>
                <c:pt idx="2343">
                  <c:v>993.6</c:v>
                </c:pt>
                <c:pt idx="2344">
                  <c:v>994</c:v>
                </c:pt>
                <c:pt idx="2345">
                  <c:v>994.4</c:v>
                </c:pt>
                <c:pt idx="2346">
                  <c:v>994.8</c:v>
                </c:pt>
                <c:pt idx="2347">
                  <c:v>995.2</c:v>
                </c:pt>
                <c:pt idx="2348">
                  <c:v>995.6</c:v>
                </c:pt>
                <c:pt idx="2349">
                  <c:v>996</c:v>
                </c:pt>
                <c:pt idx="2350">
                  <c:v>996.4</c:v>
                </c:pt>
                <c:pt idx="2351">
                  <c:v>996.8</c:v>
                </c:pt>
                <c:pt idx="2352">
                  <c:v>997.2</c:v>
                </c:pt>
                <c:pt idx="2353">
                  <c:v>997.6</c:v>
                </c:pt>
                <c:pt idx="2354">
                  <c:v>998</c:v>
                </c:pt>
                <c:pt idx="2355">
                  <c:v>998.4</c:v>
                </c:pt>
                <c:pt idx="2356">
                  <c:v>998.8</c:v>
                </c:pt>
                <c:pt idx="2357">
                  <c:v>999.2</c:v>
                </c:pt>
                <c:pt idx="2358">
                  <c:v>999.6</c:v>
                </c:pt>
                <c:pt idx="2359">
                  <c:v>1000</c:v>
                </c:pt>
              </c:numCache>
            </c:numRef>
          </c:xVal>
          <c:yVal>
            <c:numRef>
              <c:f>'Chart Data'!$B$2:$B$2361</c:f>
              <c:numCache>
                <c:formatCode>0.0</c:formatCode>
                <c:ptCount val="2360"/>
                <c:pt idx="0">
                  <c:v>6.3100829923655E-05</c:v>
                </c:pt>
                <c:pt idx="1">
                  <c:v>6.3258953618651E-05</c:v>
                </c:pt>
                <c:pt idx="2">
                  <c:v>6.3419074241664E-05</c:v>
                </c:pt>
                <c:pt idx="3">
                  <c:v>6.3581244557844E-05</c:v>
                </c:pt>
                <c:pt idx="4">
                  <c:v>6.3745519248409E-05</c:v>
                </c:pt>
                <c:pt idx="5">
                  <c:v>6.3911954996326E-05</c:v>
                </c:pt>
                <c:pt idx="6">
                  <c:v>6.4080610576508E-05</c:v>
                </c:pt>
                <c:pt idx="7">
                  <c:v>6.4251546950802E-05</c:v>
                </c:pt>
                <c:pt idx="8">
                  <c:v>6.4424827368079E-05</c:v>
                </c:pt>
                <c:pt idx="9">
                  <c:v>6.4600517469724E-05</c:v>
                </c:pt>
                <c:pt idx="10">
                  <c:v>6.477868540086E-05</c:v>
                </c:pt>
                <c:pt idx="11">
                  <c:v>6.4959401927692E-05</c:v>
                </c:pt>
                <c:pt idx="12">
                  <c:v>6.5142740561318E-05</c:v>
                </c:pt>
                <c:pt idx="13">
                  <c:v>6.5328777688455E-05</c:v>
                </c:pt>
                <c:pt idx="14">
                  <c:v>6.5517592709504E-05</c:v>
                </c:pt>
                <c:pt idx="15">
                  <c:v>6.5709268184435E-05</c:v>
                </c:pt>
                <c:pt idx="16">
                  <c:v>6.5903889986999E-05</c:v>
                </c:pt>
                <c:pt idx="17">
                  <c:v>6.6101547467825E-05</c:v>
                </c:pt>
                <c:pt idx="18">
                  <c:v>6.6302333626976E-05</c:v>
                </c:pt>
                <c:pt idx="19">
                  <c:v>6.650634529661E-05</c:v>
                </c:pt>
                <c:pt idx="20">
                  <c:v>6.6713683334422E-05</c:v>
                </c:pt>
                <c:pt idx="21">
                  <c:v>6.69244528286E-05</c:v>
                </c:pt>
                <c:pt idx="22">
                  <c:v>6.7138763315086E-05</c:v>
                </c:pt>
                <c:pt idx="23">
                  <c:v>6.7356729007997E-05</c:v>
                </c:pt>
                <c:pt idx="24">
                  <c:v>6.7578469044115E-05</c:v>
                </c:pt>
                <c:pt idx="25">
                  <c:v>6.7804107742447E-05</c:v>
                </c:pt>
                <c:pt idx="26">
                  <c:v>6.8033774879923E-05</c:v>
                </c:pt>
                <c:pt idx="27">
                  <c:v>6.8267605984379E-05</c:v>
                </c:pt>
                <c:pt idx="28">
                  <c:v>6.8505742646091E-05</c:v>
                </c:pt>
                <c:pt idx="29">
                  <c:v>6.87483328492E-05</c:v>
                </c:pt>
                <c:pt idx="30">
                  <c:v>6.8995531324496E-05</c:v>
                </c:pt>
                <c:pt idx="31">
                  <c:v>6.9247499925156E-05</c:v>
                </c:pt>
                <c:pt idx="32">
                  <c:v>6.9504408027143E-05</c:v>
                </c:pt>
                <c:pt idx="33">
                  <c:v>6.9766432956147E-05</c:v>
                </c:pt>
                <c:pt idx="34">
                  <c:v>7.0033760443083E-05</c:v>
                </c:pt>
                <c:pt idx="35">
                  <c:v>7.0306585110367E-05</c:v>
                </c:pt>
                <c:pt idx="36">
                  <c:v>7.0585110991342E-05</c:v>
                </c:pt>
                <c:pt idx="37">
                  <c:v>7.0869552085485E-05</c:v>
                </c:pt>
                <c:pt idx="38">
                  <c:v>7.116013295223E-05</c:v>
                </c:pt>
                <c:pt idx="39">
                  <c:v>7.1457089346489E-05</c:v>
                </c:pt>
                <c:pt idx="40">
                  <c:v>7.1760668899273E-05</c:v>
                </c:pt>
                <c:pt idx="41">
                  <c:v>7.2071131847093E-05</c:v>
                </c:pt>
                <c:pt idx="42">
                  <c:v>7.2388751814163E-05</c:v>
                </c:pt>
                <c:pt idx="43">
                  <c:v>7.2713816651835E-05</c:v>
                </c:pt>
                <c:pt idx="44">
                  <c:v>7.3046629340085E-05</c:v>
                </c:pt>
                <c:pt idx="45">
                  <c:v>7.3387508956344E-05</c:v>
                </c:pt>
                <c:pt idx="46">
                  <c:v>7.3736791717474E-05</c:v>
                </c:pt>
                <c:pt idx="47">
                  <c:v>7.4094832101271E-05</c:v>
                </c:pt>
                <c:pt idx="48">
                  <c:v>7.4462004054498E-05</c:v>
                </c:pt>
                <c:pt idx="49">
                  <c:v>7.4838702295136E-05</c:v>
                </c:pt>
                <c:pt idx="50">
                  <c:v>7.522534371736E-05</c:v>
                </c:pt>
                <c:pt idx="51">
                  <c:v>7.562236890857E-05</c:v>
                </c:pt>
                <c:pt idx="52">
                  <c:v>7.6030243788809E-05</c:v>
                </c:pt>
                <c:pt idx="53">
                  <c:v>7.6449461383959E-05</c:v>
                </c:pt>
                <c:pt idx="54">
                  <c:v>7.6880543745309E-05</c:v>
                </c:pt>
                <c:pt idx="55">
                  <c:v>7.7324044029466E-05</c:v>
                </c:pt>
                <c:pt idx="56">
                  <c:v>7.7780548754057E-05</c:v>
                </c:pt>
                <c:pt idx="57">
                  <c:v>7.8250680246383E-05</c:v>
                </c:pt>
                <c:pt idx="58">
                  <c:v>7.8735099304092E-05</c:v>
                </c:pt>
                <c:pt idx="59">
                  <c:v>7.9234508089062E-05</c:v>
                </c:pt>
                <c:pt idx="60">
                  <c:v>7.9749653278117E-05</c:v>
                </c:pt>
                <c:pt idx="61">
                  <c:v>8.0281329496904E-05</c:v>
                </c:pt>
                <c:pt idx="62">
                  <c:v>8.0830383066319E-05</c:v>
                </c:pt>
                <c:pt idx="63">
                  <c:v>8.139771609437E-05</c:v>
                </c:pt>
                <c:pt idx="64">
                  <c:v>8.1984290950267E-05</c:v>
                </c:pt>
                <c:pt idx="65">
                  <c:v>8.2591135162001E-05</c:v>
                </c:pt>
                <c:pt idx="66">
                  <c:v>8.3219346783748E-05</c:v>
                </c:pt>
                <c:pt idx="67">
                  <c:v>8.3870100285182E-05</c:v>
                </c:pt>
                <c:pt idx="68">
                  <c:v>8.4544653021369E-05</c:v>
                </c:pt>
                <c:pt idx="69">
                  <c:v>8.5244352349403E-05</c:v>
                </c:pt>
                <c:pt idx="70">
                  <c:v>8.5970643466551E-05</c:v>
                </c:pt>
                <c:pt idx="71">
                  <c:v>8.6725078054467E-05</c:v>
                </c:pt>
                <c:pt idx="72">
                  <c:v>8.7509323825362E-05</c:v>
                </c:pt>
                <c:pt idx="73">
                  <c:v>8.832517507898E-05</c:v>
                </c:pt>
                <c:pt idx="74">
                  <c:v>8.9174564394174E-05</c:v>
                </c:pt>
                <c:pt idx="75">
                  <c:v>9.0059575596164E-05</c:v>
                </c:pt>
                <c:pt idx="76">
                  <c:v>9.0982458160516E-05</c:v>
                </c:pt>
                <c:pt idx="77">
                  <c:v>9.1945643238045E-05</c:v>
                </c:pt>
                <c:pt idx="78">
                  <c:v>9.2951761511739E-05</c:v>
                </c:pt>
                <c:pt idx="79">
                  <c:v>9.4003663128118E-05</c:v>
                </c:pt>
                <c:pt idx="80">
                  <c:v>9.5104439981985E-05</c:v>
                </c:pt>
                <c:pt idx="81">
                  <c:v>9.6257450676266E-05</c:v>
                </c:pt>
                <c:pt idx="82">
                  <c:v>9.7466348528762E-05</c:v>
                </c:pt>
                <c:pt idx="83">
                  <c:v>9.8735113056492E-05</c:v>
                </c:pt>
                <c:pt idx="84">
                  <c:v>0.00010006808543774</c:v>
                </c:pt>
                <c:pt idx="85">
                  <c:v>0.00010147000853389</c:v>
                </c:pt>
                <c:pt idx="86">
                  <c:v>0.00010294607215015</c:v>
                </c:pt>
                <c:pt idx="87">
                  <c:v>0.00010450196432974</c:v>
                </c:pt>
                <c:pt idx="88">
                  <c:v>0.00010614392961347</c:v>
                </c:pt>
                <c:pt idx="89">
                  <c:v>0.00010787883536049</c:v>
                </c:pt>
                <c:pt idx="90">
                  <c:v>0.00010971424742324</c:v>
                </c:pt>
                <c:pt idx="91">
                  <c:v>0.00011165851670533</c:v>
                </c:pt>
                <c:pt idx="92">
                  <c:v>0.00011372087841678</c:v>
                </c:pt>
                <c:pt idx="93">
                  <c:v>0.00011591156618559</c:v>
                </c:pt>
                <c:pt idx="94">
                  <c:v>0.00011824194360346</c:v>
                </c:pt>
                <c:pt idx="95">
                  <c:v>0.00012072465629385</c:v>
                </c:pt>
                <c:pt idx="96">
                  <c:v>0.0001233738082141</c:v>
                </c:pt>
                <c:pt idx="97">
                  <c:v>0.00012620516666962</c:v>
                </c:pt>
                <c:pt idx="98">
                  <c:v>0.00012923640146104</c:v>
                </c:pt>
                <c:pt idx="99">
                  <c:v>0.00013248736475315</c:v>
                </c:pt>
                <c:pt idx="100">
                  <c:v>0.00013598041970418</c:v>
                </c:pt>
                <c:pt idx="101">
                  <c:v>0.00013974082770279</c:v>
                </c:pt>
                <c:pt idx="102">
                  <c:v>0.00014379720632708</c:v>
                </c:pt>
                <c:pt idx="103">
                  <c:v>0.00014818207299228</c:v>
                </c:pt>
                <c:pt idx="104">
                  <c:v>0.00015293249286086</c:v>
                </c:pt>
                <c:pt idx="105">
                  <c:v>0.00015809085417132</c:v>
                </c:pt>
                <c:pt idx="106">
                  <c:v>0.00016370579999123</c:v>
                </c:pt>
                <c:pt idx="107">
                  <c:v>0.00016983335290419</c:v>
                </c:pt>
                <c:pt idx="108">
                  <c:v>0.00017653827881465</c:v>
                </c:pt>
                <c:pt idx="109">
                  <c:v>0.00018389574858955</c:v>
                </c:pt>
                <c:pt idx="110">
                  <c:v>0.00019199337257885</c:v>
                </c:pt>
                <c:pt idx="111">
                  <c:v>0.00020093370441794</c:v>
                </c:pt>
                <c:pt idx="112">
                  <c:v>0.00021083733860293</c:v>
                </c:pt>
                <c:pt idx="113">
                  <c:v>0.00022184676342963</c:v>
                </c:pt>
                <c:pt idx="114">
                  <c:v>0.00023413118009012</c:v>
                </c:pt>
                <c:pt idx="115">
                  <c:v>0.00024789256419606</c:v>
                </c:pt>
                <c:pt idx="116">
                  <c:v>0.00026337333333106</c:v>
                </c:pt>
                <c:pt idx="117">
                  <c:v>0.00028086610080857</c:v>
                </c:pt>
                <c:pt idx="118">
                  <c:v>0.00030072615115952</c:v>
                </c:pt>
                <c:pt idx="119">
                  <c:v>0.00032338747876577</c:v>
                </c:pt>
                <c:pt idx="120">
                  <c:v>0.00034938350080572</c:v>
                </c:pt>
                <c:pt idx="121">
                  <c:v>0.00037937390140782</c:v>
                </c:pt>
                <c:pt idx="122">
                  <c:v>0.00041417948902537</c:v>
                </c:pt>
                <c:pt idx="123">
                  <c:v>0.00045482742989683</c:v>
                </c:pt>
                <c:pt idx="124">
                  <c:v>0.0005026096641602</c:v>
                </c:pt>
                <c:pt idx="125">
                  <c:v>0.00055915746210276</c:v>
                </c:pt>
                <c:pt idx="126">
                  <c:v>0.00062653431559962</c:v>
                </c:pt>
                <c:pt idx="127">
                  <c:v>0.00070734627321239</c:v>
                </c:pt>
                <c:pt idx="128">
                  <c:v>0.00080486035334616</c:v>
                </c:pt>
                <c:pt idx="129">
                  <c:v>0.0009231014548825</c:v>
                </c:pt>
                <c:pt idx="130">
                  <c:v>0.0010668538733574</c:v>
                </c:pt>
                <c:pt idx="131">
                  <c:v>0.0012414037602376</c:v>
                </c:pt>
                <c:pt idx="132">
                  <c:v>0.0014516959010417</c:v>
                </c:pt>
                <c:pt idx="133">
                  <c:v>0.0017003391681217</c:v>
                </c:pt>
                <c:pt idx="134">
                  <c:v>0.0019837223893917</c:v>
                </c:pt>
                <c:pt idx="135">
                  <c:v>0.0022859677546692</c:v>
                </c:pt>
                <c:pt idx="136">
                  <c:v>0.0025727590282087</c:v>
                </c:pt>
                <c:pt idx="137">
                  <c:v>0.0027917353341787</c:v>
                </c:pt>
                <c:pt idx="138">
                  <c:v>0.0028882317264527</c:v>
                </c:pt>
                <c:pt idx="139">
                  <c:v>0.0028897262302283</c:v>
                </c:pt>
                <c:pt idx="140">
                  <c:v>0.0028338385559045</c:v>
                </c:pt>
                <c:pt idx="141">
                  <c:v>0.002644972937546</c:v>
                </c:pt>
                <c:pt idx="142">
                  <c:v>0.0023718672166865</c:v>
                </c:pt>
                <c:pt idx="143">
                  <c:v>0.00206992489055</c:v>
                </c:pt>
                <c:pt idx="144">
                  <c:v>0.0017791588872443</c:v>
                </c:pt>
                <c:pt idx="145">
                  <c:v>0.0015201729836485</c:v>
                </c:pt>
                <c:pt idx="146">
                  <c:v>0.0012993720542523</c:v>
                </c:pt>
                <c:pt idx="147">
                  <c:v>0.0011154200279757</c:v>
                </c:pt>
                <c:pt idx="148">
                  <c:v>0.00096376439323254</c:v>
                </c:pt>
                <c:pt idx="149">
                  <c:v>0.00083909283733422</c:v>
                </c:pt>
                <c:pt idx="150">
                  <c:v>0.00073643469621661</c:v>
                </c:pt>
                <c:pt idx="151">
                  <c:v>0.00065154234799664</c:v>
                </c:pt>
                <c:pt idx="152">
                  <c:v>0.00058094112894556</c:v>
                </c:pt>
                <c:pt idx="153">
                  <c:v>0.00052184916894891</c:v>
                </c:pt>
                <c:pt idx="154">
                  <c:v>0.00047206073848604</c:v>
                </c:pt>
                <c:pt idx="155">
                  <c:v>0.00042983208019399</c:v>
                </c:pt>
                <c:pt idx="156">
                  <c:v>0.00039378324027027</c:v>
                </c:pt>
                <c:pt idx="157">
                  <c:v>0.00036281845355162</c:v>
                </c:pt>
                <c:pt idx="158">
                  <c:v>0.00033606343512464</c:v>
                </c:pt>
                <c:pt idx="159">
                  <c:v>0.00031281670305601</c:v>
                </c:pt>
                <c:pt idx="160">
                  <c:v>0.00029251203525839</c:v>
                </c:pt>
                <c:pt idx="161">
                  <c:v>0.00027468956086042</c:v>
                </c:pt>
                <c:pt idx="162">
                  <c:v>0.00025897347091553</c:v>
                </c:pt>
                <c:pt idx="163">
                  <c:v>0.00024505477857697</c:v>
                </c:pt>
                <c:pt idx="164">
                  <c:v>0.00023267792750224</c:v>
                </c:pt>
                <c:pt idx="165">
                  <c:v>0.0002216303375297</c:v>
                </c:pt>
                <c:pt idx="166">
                  <c:v>0.00021173419932192</c:v>
                </c:pt>
                <c:pt idx="167">
                  <c:v>0.00020283999808757</c:v>
                </c:pt>
                <c:pt idx="168">
                  <c:v>0.00019482137301282</c:v>
                </c:pt>
                <c:pt idx="169">
                  <c:v>0.00018757101383315</c:v>
                </c:pt>
                <c:pt idx="170">
                  <c:v>0.00018099736702175</c:v>
                </c:pt>
                <c:pt idx="171">
                  <c:v>0.0001750219774171</c:v>
                </c:pt>
                <c:pt idx="172">
                  <c:v>0.00016957733129451</c:v>
                </c:pt>
                <c:pt idx="173">
                  <c:v>0.00016460509727084</c:v>
                </c:pt>
                <c:pt idx="174">
                  <c:v>0.00016005468450945</c:v>
                </c:pt>
                <c:pt idx="175">
                  <c:v>0.00015588205530244</c:v>
                </c:pt>
                <c:pt idx="176">
                  <c:v>0.00015204874261198</c:v>
                </c:pt>
                <c:pt idx="177">
                  <c:v>0.00014852103356011</c:v>
                </c:pt>
                <c:pt idx="178">
                  <c:v>0.00014526928791769</c:v>
                </c:pt>
                <c:pt idx="179">
                  <c:v>0.00014226736691876</c:v>
                </c:pt>
                <c:pt idx="180">
                  <c:v>0.00013949215263498</c:v>
                </c:pt>
                <c:pt idx="181">
                  <c:v>0.00013692314200426</c:v>
                </c:pt>
                <c:pt idx="182">
                  <c:v>0.00013454210265519</c:v>
                </c:pt>
                <c:pt idx="183">
                  <c:v>0.00013233278008735</c:v>
                </c:pt>
                <c:pt idx="184">
                  <c:v>0.00013028064769558</c:v>
                </c:pt>
                <c:pt idx="185">
                  <c:v>0.00012837269266924</c:v>
                </c:pt>
                <c:pt idx="186">
                  <c:v>0.00012659723203895</c:v>
                </c:pt>
                <c:pt idx="187">
                  <c:v>0.00012494375414477</c:v>
                </c:pt>
                <c:pt idx="188">
                  <c:v>0.00012340278161227</c:v>
                </c:pt>
                <c:pt idx="189">
                  <c:v>0.00012196575258395</c:v>
                </c:pt>
                <c:pt idx="190">
                  <c:v>0.00012062491749336</c:v>
                </c:pt>
                <c:pt idx="191">
                  <c:v>0.00011937324911208</c:v>
                </c:pt>
                <c:pt idx="192">
                  <c:v>0.00011820436396409</c:v>
                </c:pt>
                <c:pt idx="193">
                  <c:v>0.00011711245350289</c:v>
                </c:pt>
                <c:pt idx="194">
                  <c:v>0.00011609222369595</c:v>
                </c:pt>
                <c:pt idx="195">
                  <c:v>0.00011513884186808</c:v>
                </c:pt>
                <c:pt idx="196">
                  <c:v>0.00011424788982851</c:v>
                </c:pt>
                <c:pt idx="197">
                  <c:v>0.00011341532245014</c:v>
                </c:pt>
                <c:pt idx="198">
                  <c:v>0.00011263743099152</c:v>
                </c:pt>
                <c:pt idx="199">
                  <c:v>0.00011191081055321</c:v>
                </c:pt>
                <c:pt idx="200">
                  <c:v>0.00011123233114678</c:v>
                </c:pt>
                <c:pt idx="201">
                  <c:v>0.00011059911192708</c:v>
                </c:pt>
                <c:pt idx="202">
                  <c:v>0.00011000849820025</c:v>
                </c:pt>
                <c:pt idx="203">
                  <c:v>0.00010945804087241</c:v>
                </c:pt>
                <c:pt idx="204">
                  <c:v>0.00010894547804856</c:v>
                </c:pt>
                <c:pt idx="205">
                  <c:v>0.00010846871852948</c:v>
                </c:pt>
                <c:pt idx="206">
                  <c:v>0.00010802582698728</c:v>
                </c:pt>
                <c:pt idx="207">
                  <c:v>0.00010761501062792</c:v>
                </c:pt>
                <c:pt idx="208">
                  <c:v>0.00010723460717376</c:v>
                </c:pt>
                <c:pt idx="209">
                  <c:v>0.00010688307401948</c:v>
                </c:pt>
                <c:pt idx="210">
                  <c:v>0.00010655897843302</c:v>
                </c:pt>
                <c:pt idx="211">
                  <c:v>0.0001062609886887</c:v>
                </c:pt>
                <c:pt idx="212">
                  <c:v>0.00010598786603315</c:v>
                </c:pt>
                <c:pt idx="213">
                  <c:v>0.00010573845739639</c:v>
                </c:pt>
                <c:pt idx="214">
                  <c:v>0.00010551168877084</c:v>
                </c:pt>
                <c:pt idx="215">
                  <c:v>0.0001053065591896</c:v>
                </c:pt>
                <c:pt idx="216">
                  <c:v>0.0001051221352435</c:v>
                </c:pt>
                <c:pt idx="217">
                  <c:v>0.00010495754608291</c:v>
                </c:pt>
                <c:pt idx="218">
                  <c:v>0.0001048119788567</c:v>
                </c:pt>
                <c:pt idx="219">
                  <c:v>0.00010468467454549</c:v>
                </c:pt>
                <c:pt idx="220">
                  <c:v>0.00010457492415134</c:v>
                </c:pt>
                <c:pt idx="221">
                  <c:v>0.00010448206521003</c:v>
                </c:pt>
                <c:pt idx="222">
                  <c:v>0.0001044054785955</c:v>
                </c:pt>
                <c:pt idx="223">
                  <c:v>0.00010434458558943</c:v>
                </c:pt>
                <c:pt idx="224">
                  <c:v>0.00010429884519161</c:v>
                </c:pt>
                <c:pt idx="225">
                  <c:v>0.00010426775164927</c:v>
                </c:pt>
                <c:pt idx="226">
                  <c:v>0.00010425083218585</c:v>
                </c:pt>
                <c:pt idx="227">
                  <c:v>0.00010424764491147</c:v>
                </c:pt>
                <c:pt idx="228">
                  <c:v>0.00010425777689934</c:v>
                </c:pt>
                <c:pt idx="229">
                  <c:v>0.00010428084241369</c:v>
                </c:pt>
                <c:pt idx="230">
                  <c:v>0.00010431648127644</c:v>
                </c:pt>
                <c:pt idx="231">
                  <c:v>0.00010436435736078</c:v>
                </c:pt>
                <c:pt idx="232">
                  <c:v>0.00010442415720127</c:v>
                </c:pt>
                <c:pt idx="233">
                  <c:v>0.00010449558871079</c:v>
                </c:pt>
                <c:pt idx="234">
                  <c:v>0.00010457837999575</c:v>
                </c:pt>
                <c:pt idx="235">
                  <c:v>0.00010467227826172</c:v>
                </c:pt>
                <c:pt idx="236">
                  <c:v>0.00010477704880228</c:v>
                </c:pt>
                <c:pt idx="237">
                  <c:v>0.0001048924740647</c:v>
                </c:pt>
                <c:pt idx="238">
                  <c:v>0.00010501835278662</c:v>
                </c:pt>
                <c:pt idx="239">
                  <c:v>0.00010515449919819</c:v>
                </c:pt>
                <c:pt idx="240">
                  <c:v>0.00010530074228502</c:v>
                </c:pt>
                <c:pt idx="241">
                  <c:v>0.00010545692510735</c:v>
                </c:pt>
                <c:pt idx="242">
                  <c:v>0.00010562290417152</c:v>
                </c:pt>
                <c:pt idx="243">
                  <c:v>0.00010579854884996</c:v>
                </c:pt>
                <c:pt idx="244">
                  <c:v>0.0001059837408464</c:v>
                </c:pt>
                <c:pt idx="245">
                  <c:v>0.00010617837370319</c:v>
                </c:pt>
                <c:pt idx="246">
                  <c:v>0.00010638235234807</c:v>
                </c:pt>
                <c:pt idx="247">
                  <c:v>0.0001065955926776</c:v>
                </c:pt>
                <c:pt idx="248">
                  <c:v>0.00010681802117519</c:v>
                </c:pt>
                <c:pt idx="249">
                  <c:v>0.00010704957456144</c:v>
                </c:pt>
                <c:pt idx="250">
                  <c:v>0.00010729019947488</c:v>
                </c:pt>
                <c:pt idx="251">
                  <c:v>0.00010753985218144</c:v>
                </c:pt>
                <c:pt idx="252">
                  <c:v>0.00010779849831092</c:v>
                </c:pt>
                <c:pt idx="253">
                  <c:v>0.00010806611261914</c:v>
                </c:pt>
                <c:pt idx="254">
                  <c:v>0.00010834267877431</c:v>
                </c:pt>
                <c:pt idx="255">
                  <c:v>0.00010862818916651</c:v>
                </c:pt>
                <c:pt idx="256">
                  <c:v>0.00010892264473919</c:v>
                </c:pt>
                <c:pt idx="257">
                  <c:v>0.0001092260548417</c:v>
                </c:pt>
                <c:pt idx="258">
                  <c:v>0.00010953843710193</c:v>
                </c:pt>
                <c:pt idx="259">
                  <c:v>0.00010985981731834</c:v>
                </c:pt>
                <c:pt idx="260">
                  <c:v>0.0001101902293707</c:v>
                </c:pt>
                <c:pt idx="261">
                  <c:v>0.00011052971514876</c:v>
                </c:pt>
                <c:pt idx="262">
                  <c:v>0.00011087832449857</c:v>
                </c:pt>
                <c:pt idx="263">
                  <c:v>0.00011123611518574</c:v>
                </c:pt>
                <c:pt idx="264">
                  <c:v>0.00011160315287538</c:v>
                </c:pt>
                <c:pt idx="265">
                  <c:v>0.00011197951112834</c:v>
                </c:pt>
                <c:pt idx="266">
                  <c:v>0.00011236527141351</c:v>
                </c:pt>
                <c:pt idx="267">
                  <c:v>0.00011276052313589</c:v>
                </c:pt>
                <c:pt idx="268">
                  <c:v>0.00011316536368039</c:v>
                </c:pt>
                <c:pt idx="269">
                  <c:v>0.0001135798984712</c:v>
                </c:pt>
                <c:pt idx="270">
                  <c:v>0.00011400424104667</c:v>
                </c:pt>
                <c:pt idx="271">
                  <c:v>0.00011443851314977</c:v>
                </c:pt>
                <c:pt idx="272">
                  <c:v>0.00011488284483417</c:v>
                </c:pt>
                <c:pt idx="273">
                  <c:v>0.00011533737458602</c:v>
                </c:pt>
                <c:pt idx="274">
                  <c:v>0.00011580224946171</c:v>
                </c:pt>
                <c:pt idx="275">
                  <c:v>0.0001162776252417</c:v>
                </c:pt>
                <c:pt idx="276">
                  <c:v>0.00011676366660085</c:v>
                </c:pt>
                <c:pt idx="277">
                  <c:v>0.0001172605472954</c:v>
                </c:pt>
                <c:pt idx="278">
                  <c:v>0.00011776845036719</c:v>
                </c:pt>
                <c:pt idx="279">
                  <c:v>0.0001182875683654</c:v>
                </c:pt>
                <c:pt idx="280">
                  <c:v>0.0001188181035864</c:v>
                </c:pt>
                <c:pt idx="281">
                  <c:v>0.00011936026833225</c:v>
                </c:pt>
                <c:pt idx="282">
                  <c:v>0.00011991428518846</c:v>
                </c:pt>
                <c:pt idx="283">
                  <c:v>0.00012048038732172</c:v>
                </c:pt>
                <c:pt idx="284">
                  <c:v>0.00012105881879835</c:v>
                </c:pt>
                <c:pt idx="285">
                  <c:v>0.00012164983492423</c:v>
                </c:pt>
                <c:pt idx="286">
                  <c:v>0.00012225370260724</c:v>
                </c:pt>
                <c:pt idx="287">
                  <c:v>0.00012287070074305</c:v>
                </c:pt>
                <c:pt idx="288">
                  <c:v>0.00012350112062535</c:v>
                </c:pt>
                <c:pt idx="289">
                  <c:v>0.00012414526638175</c:v>
                </c:pt>
                <c:pt idx="290">
                  <c:v>0.00012480345543644</c:v>
                </c:pt>
                <c:pt idx="291">
                  <c:v>0.00012547601900102</c:v>
                </c:pt>
                <c:pt idx="292">
                  <c:v>0.00012616330259494</c:v>
                </c:pt>
                <c:pt idx="293">
                  <c:v>0.000126865666597</c:v>
                </c:pt>
                <c:pt idx="294">
                  <c:v>0.00012758348682971</c:v>
                </c:pt>
                <c:pt idx="295">
                  <c:v>0.0001283171551781</c:v>
                </c:pt>
                <c:pt idx="296">
                  <c:v>0.00012906708024511</c:v>
                </c:pt>
                <c:pt idx="297">
                  <c:v>0.00012983368804544</c:v>
                </c:pt>
                <c:pt idx="298">
                  <c:v>0.00013061742274007</c:v>
                </c:pt>
                <c:pt idx="299">
                  <c:v>0.00013141874741402</c:v>
                </c:pt>
                <c:pt idx="300">
                  <c:v>0.00013223814489963</c:v>
                </c:pt>
                <c:pt idx="301">
                  <c:v>0.0001330761186483</c:v>
                </c:pt>
                <c:pt idx="302">
                  <c:v>0.00013393319365348</c:v>
                </c:pt>
                <c:pt idx="303">
                  <c:v>0.00013480991742825</c:v>
                </c:pt>
                <c:pt idx="304">
                  <c:v>0.00013570686104072</c:v>
                </c:pt>
                <c:pt idx="305">
                  <c:v>0.00013662462021091</c:v>
                </c:pt>
                <c:pt idx="306">
                  <c:v>0.00013756381647326</c:v>
                </c:pt>
                <c:pt idx="307">
                  <c:v>0.00013852509840869</c:v>
                </c:pt>
                <c:pt idx="308">
                  <c:v>0.000139509142951</c:v>
                </c:pt>
                <c:pt idx="309">
                  <c:v>0.00014051665677238</c:v>
                </c:pt>
                <c:pt idx="310">
                  <c:v>0.00014154837775345</c:v>
                </c:pt>
                <c:pt idx="311">
                  <c:v>0.00014260507654335</c:v>
                </c:pt>
                <c:pt idx="312">
                  <c:v>0.00014368755821618</c:v>
                </c:pt>
                <c:pt idx="313">
                  <c:v>0.00014479666403036</c:v>
                </c:pt>
                <c:pt idx="314">
                  <c:v>0.00014593327329809</c:v>
                </c:pt>
                <c:pt idx="315">
                  <c:v>0.00014709830537259</c:v>
                </c:pt>
                <c:pt idx="316">
                  <c:v>0.00014829272176161</c:v>
                </c:pt>
                <c:pt idx="317">
                  <c:v>0.00014951752837609</c:v>
                </c:pt>
                <c:pt idx="318">
                  <c:v>0.00015077377792395</c:v>
                </c:pt>
                <c:pt idx="319">
                  <c:v>0.00015206257245945</c:v>
                </c:pt>
                <c:pt idx="320">
                  <c:v>0.00015338506609971</c:v>
                </c:pt>
                <c:pt idx="321">
                  <c:v>0.00015474246792086</c:v>
                </c:pt>
                <c:pt idx="322">
                  <c:v>0.0001561360450473</c:v>
                </c:pt>
                <c:pt idx="323">
                  <c:v>0.00015756712594881</c:v>
                </c:pt>
                <c:pt idx="324">
                  <c:v>0.00015903710396141</c:v>
                </c:pt>
                <c:pt idx="325">
                  <c:v>0.00016054744104952</c:v>
                </c:pt>
                <c:pt idx="326">
                  <c:v>0.00016209967182803</c:v>
                </c:pt>
                <c:pt idx="327">
                  <c:v>0.00016369540786524</c:v>
                </c:pt>
                <c:pt idx="328">
                  <c:v>0.00016533634228874</c:v>
                </c:pt>
                <c:pt idx="329">
                  <c:v>0.00016702425471915</c:v>
                </c:pt>
                <c:pt idx="330">
                  <c:v>0.00016876101655805</c:v>
                </c:pt>
                <c:pt idx="331">
                  <c:v>0.00017054859665965</c:v>
                </c:pt>
                <c:pt idx="332">
                  <c:v>0.00017238906741813</c:v>
                </c:pt>
                <c:pt idx="333">
                  <c:v>0.00017428461130552</c:v>
                </c:pt>
                <c:pt idx="334">
                  <c:v>0.00017623752789867</c:v>
                </c:pt>
                <c:pt idx="335">
                  <c:v>0.00017825024143732</c:v>
                </c:pt>
                <c:pt idx="336">
                  <c:v>0.00018032530895955</c:v>
                </c:pt>
                <c:pt idx="337">
                  <c:v>0.00018246542906526</c:v>
                </c:pt>
                <c:pt idx="338">
                  <c:v>0.00018467345136375</c:v>
                </c:pt>
                <c:pt idx="339">
                  <c:v>0.00018695238666672</c:v>
                </c:pt>
                <c:pt idx="340">
                  <c:v>0.00018930541799463</c:v>
                </c:pt>
                <c:pt idx="341">
                  <c:v>0.00019173591247118</c:v>
                </c:pt>
                <c:pt idx="342">
                  <c:v>0.00019424743418857</c:v>
                </c:pt>
                <c:pt idx="343">
                  <c:v>0.00019684375813491</c:v>
                </c:pt>
                <c:pt idx="344">
                  <c:v>0.000199528885285</c:v>
                </c:pt>
                <c:pt idx="345">
                  <c:v>0.00020230705896654</c:v>
                </c:pt>
                <c:pt idx="346">
                  <c:v>0.00020518278262621</c:v>
                </c:pt>
                <c:pt idx="347">
                  <c:v>0.00020816083913389</c:v>
                </c:pt>
                <c:pt idx="348">
                  <c:v>0.00021124631177864</c:v>
                </c:pt>
                <c:pt idx="349">
                  <c:v>0.00021444460712783</c:v>
                </c:pt>
                <c:pt idx="350">
                  <c:v>0.00021776147994007</c:v>
                </c:pt>
                <c:pt idx="351">
                  <c:v>0.0002212030603455</c:v>
                </c:pt>
                <c:pt idx="352">
                  <c:v>0.00022477588353133</c:v>
                </c:pt>
                <c:pt idx="353">
                  <c:v>0.00022848692219991</c:v>
                </c:pt>
                <c:pt idx="354">
                  <c:v>0.00023234362209825</c:v>
                </c:pt>
                <c:pt idx="355">
                  <c:v>0.00023635394095504</c:v>
                </c:pt>
                <c:pt idx="356">
                  <c:v>0.00024052639120286</c:v>
                </c:pt>
                <c:pt idx="357">
                  <c:v>0.00024487008691112</c:v>
                </c:pt>
                <c:pt idx="358">
                  <c:v>0.0002493947954094</c:v>
                </c:pt>
                <c:pt idx="359">
                  <c:v>0.00025411099414342</c:v>
                </c:pt>
                <c:pt idx="360">
                  <c:v>0.00025902993337704</c:v>
                </c:pt>
                <c:pt idx="361">
                  <c:v>0.00026416370543556</c:v>
                </c:pt>
                <c:pt idx="362">
                  <c:v>0.00026952532127983</c:v>
                </c:pt>
                <c:pt idx="363">
                  <c:v>0.00027512879530931</c:v>
                </c:pt>
                <c:pt idx="364">
                  <c:v>0.00028098923941721</c:v>
                </c:pt>
                <c:pt idx="365">
                  <c:v>0.0002871229674663</c:v>
                </c:pt>
                <c:pt idx="366">
                  <c:v>0.0002935476115216</c:v>
                </c:pt>
                <c:pt idx="367">
                  <c:v>0.00030028225137184</c:v>
                </c:pt>
                <c:pt idx="368">
                  <c:v>0.00030734755909882</c:v>
                </c:pt>
                <c:pt idx="369">
                  <c:v>0.00031476596071937</c:v>
                </c:pt>
                <c:pt idx="370">
                  <c:v>0.00032256181723516</c:v>
                </c:pt>
                <c:pt idx="371">
                  <c:v>0.00033076162778965</c:v>
                </c:pt>
                <c:pt idx="372">
                  <c:v>0.00033939425805986</c:v>
                </c:pt>
                <c:pt idx="373">
                  <c:v>0.00034849119751512</c:v>
                </c:pt>
                <c:pt idx="374">
                  <c:v>0.00035808684977123</c:v>
                </c:pt>
                <c:pt idx="375">
                  <c:v>0.00036821886097523</c:v>
                </c:pt>
                <c:pt idx="376">
                  <c:v>0.0003789284919956</c:v>
                </c:pt>
                <c:pt idx="377">
                  <c:v>0.000390261041193</c:v>
                </c:pt>
                <c:pt idx="378">
                  <c:v>0.00040226632574322</c:v>
                </c:pt>
                <c:pt idx="379">
                  <c:v>0.00041499923091722</c:v>
                </c:pt>
                <c:pt idx="380">
                  <c:v>0.00042852033844815</c:v>
                </c:pt>
                <c:pt idx="381">
                  <c:v>0.00044289664719602</c:v>
                </c:pt>
                <c:pt idx="382">
                  <c:v>0.00045820240184037</c:v>
                </c:pt>
                <c:pt idx="383">
                  <c:v>0.00047452004839239</c:v>
                </c:pt>
                <c:pt idx="384">
                  <c:v>0.00049194133905119</c:v>
                </c:pt>
                <c:pt idx="385">
                  <c:v>0.00051056861349751</c:v>
                </c:pt>
                <c:pt idx="386">
                  <c:v>0.00053051628933217</c:v>
                </c:pt>
                <c:pt idx="387">
                  <c:v>0.00055191260129153</c:v>
                </c:pt>
                <c:pt idx="388">
                  <c:v>0.00057490163745013</c:v>
                </c:pt>
                <c:pt idx="389">
                  <c:v>0.00059964573129154</c:v>
                </c:pt>
                <c:pt idx="390">
                  <c:v>0.0006263282818607</c:v>
                </c:pt>
                <c:pt idx="391">
                  <c:v>0.00065515709094547</c:v>
                </c:pt>
                <c:pt idx="392">
                  <c:v>0.00068636832733723</c:v>
                </c:pt>
                <c:pt idx="393">
                  <c:v>0.00072023125496085</c:v>
                </c:pt>
                <c:pt idx="394">
                  <c:v>0.00075705389571763</c:v>
                </c:pt>
                <c:pt idx="395">
                  <c:v>0.00079718984147457</c:v>
                </c:pt>
                <c:pt idx="396">
                  <c:v>0.00084104648572465</c:v>
                </c:pt>
                <c:pt idx="397">
                  <c:v>0.00088909501801163</c:v>
                </c:pt>
                <c:pt idx="398">
                  <c:v>0.00094188261861753</c:v>
                </c:pt>
                <c:pt idx="399">
                  <c:v>0.0010000474145099</c:v>
                </c:pt>
                <c:pt idx="400">
                  <c:v>0.0010643369200197</c:v>
                </c:pt>
                <c:pt idx="401">
                  <c:v>0.0011356309006735</c:v>
                </c:pt>
                <c:pt idx="402">
                  <c:v>0.0012149698845737</c:v>
                </c:pt>
                <c:pt idx="403">
                  <c:v>0.0013035909282082</c:v>
                </c:pt>
                <c:pt idx="404">
                  <c:v>0.0014029727577327</c:v>
                </c:pt>
                <c:pt idx="405">
                  <c:v>0.0015148931010086</c:v>
                </c:pt>
                <c:pt idx="406">
                  <c:v>0.0016415019663853</c:v>
                </c:pt>
                <c:pt idx="407">
                  <c:v>0.0017854159016192</c:v>
                </c:pt>
                <c:pt idx="408">
                  <c:v>0.0019498400007945</c:v>
                </c:pt>
                <c:pt idx="409">
                  <c:v>0.0021387267738909</c:v>
                </c:pt>
                <c:pt idx="410">
                  <c:v>0.0023569841398383</c:v>
                </c:pt>
                <c:pt idx="411">
                  <c:v>0.0026107489429744</c:v>
                </c:pt>
                <c:pt idx="412">
                  <c:v>0.0029077476412111</c:v>
                </c:pt>
                <c:pt idx="413">
                  <c:v>0.0032577719882224</c:v>
                </c:pt>
                <c:pt idx="414">
                  <c:v>0.0036733035998601</c:v>
                </c:pt>
                <c:pt idx="415">
                  <c:v>0.0041703240911912</c:v>
                </c:pt>
                <c:pt idx="416">
                  <c:v>0.0047693387712861</c:v>
                </c:pt>
                <c:pt idx="417">
                  <c:v>0.0054966019532217</c:v>
                </c:pt>
                <c:pt idx="418">
                  <c:v>0.0063854158697701</c:v>
                </c:pt>
                <c:pt idx="419">
                  <c:v>0.007477086046708</c:v>
                </c:pt>
                <c:pt idx="420">
                  <c:v>0.0088204599663706</c:v>
                </c:pt>
                <c:pt idx="421">
                  <c:v>0.010467619287698</c:v>
                </c:pt>
                <c:pt idx="422">
                  <c:v>0.012460864314791</c:v>
                </c:pt>
                <c:pt idx="423">
                  <c:v>0.014802982359021</c:v>
                </c:pt>
                <c:pt idx="424">
                  <c:v>0.017402729303588</c:v>
                </c:pt>
                <c:pt idx="425">
                  <c:v>0.020002651517942</c:v>
                </c:pt>
                <c:pt idx="426">
                  <c:v>0.022143403768077</c:v>
                </c:pt>
                <c:pt idx="427">
                  <c:v>0.023271509043535</c:v>
                </c:pt>
                <c:pt idx="428">
                  <c:v>0.023348125765647</c:v>
                </c:pt>
                <c:pt idx="429">
                  <c:v>0.023025799966376</c:v>
                </c:pt>
                <c:pt idx="430">
                  <c:v>0.021489299156509</c:v>
                </c:pt>
                <c:pt idx="431">
                  <c:v>0.019127433004439</c:v>
                </c:pt>
                <c:pt idx="432">
                  <c:v>0.016486048697771</c:v>
                </c:pt>
                <c:pt idx="433">
                  <c:v>0.013957010128706</c:v>
                </c:pt>
                <c:pt idx="434">
                  <c:v>0.011732360500353</c:v>
                </c:pt>
                <c:pt idx="435">
                  <c:v>0.0098629534067841</c:v>
                </c:pt>
                <c:pt idx="436">
                  <c:v>0.0083274895827995</c:v>
                </c:pt>
                <c:pt idx="437">
                  <c:v>0.0070779497115905</c:v>
                </c:pt>
                <c:pt idx="438">
                  <c:v>0.0060624716054062</c:v>
                </c:pt>
                <c:pt idx="439">
                  <c:v>0.0052345989520381</c:v>
                </c:pt>
                <c:pt idx="440">
                  <c:v>0.0045558530468213</c:v>
                </c:pt>
                <c:pt idx="441">
                  <c:v>0.0039955148687195</c:v>
                </c:pt>
                <c:pt idx="442">
                  <c:v>0.003529472279211</c:v>
                </c:pt>
                <c:pt idx="443">
                  <c:v>0.0031389188493277</c:v>
                </c:pt>
                <c:pt idx="444">
                  <c:v>0.0028091920155023</c:v>
                </c:pt>
                <c:pt idx="445">
                  <c:v>0.0025288250392207</c:v>
                </c:pt>
                <c:pt idx="446">
                  <c:v>0.0022888052044467</c:v>
                </c:pt>
                <c:pt idx="447">
                  <c:v>0.0020820050280299</c:v>
                </c:pt>
                <c:pt idx="448">
                  <c:v>0.0019027500218609</c:v>
                </c:pt>
                <c:pt idx="449">
                  <c:v>0.0017464910714513</c:v>
                </c:pt>
                <c:pt idx="450">
                  <c:v>0.0016095558152023</c:v>
                </c:pt>
                <c:pt idx="451">
                  <c:v>0.0014889593201163</c:v>
                </c:pt>
                <c:pt idx="452">
                  <c:v>0.0013822592125036</c:v>
                </c:pt>
                <c:pt idx="453">
                  <c:v>0.0012874441973042</c:v>
                </c:pt>
                <c:pt idx="454">
                  <c:v>0.0012028477460747</c:v>
                </c:pt>
                <c:pt idx="455">
                  <c:v>0.0011270808482889</c:v>
                </c:pt>
                <c:pt idx="456">
                  <c:v>0.0010589792807442</c:v>
                </c:pt>
                <c:pt idx="457">
                  <c:v>0.00099756199847649</c:v>
                </c:pt>
                <c:pt idx="458">
                  <c:v>0.00094199809689736</c:v>
                </c:pt>
                <c:pt idx="459">
                  <c:v>0.00089158042013049</c:v>
                </c:pt>
                <c:pt idx="460">
                  <c:v>0.00084570435427389</c:v>
                </c:pt>
                <c:pt idx="461">
                  <c:v>0.00080385068988542</c:v>
                </c:pt>
                <c:pt idx="462">
                  <c:v>0.00076557169683013</c:v>
                </c:pt>
                <c:pt idx="463">
                  <c:v>0.0007304797495619</c:v>
                </c:pt>
                <c:pt idx="464">
                  <c:v>0.00069823798854106</c:v>
                </c:pt>
                <c:pt idx="465">
                  <c:v>0.00066855261592549</c:v>
                </c:pt>
                <c:pt idx="466">
                  <c:v>0.00064116650978775</c:v>
                </c:pt>
                <c:pt idx="467">
                  <c:v>0.00061585390743493</c:v>
                </c:pt>
                <c:pt idx="468">
                  <c:v>0.00059241595976894</c:v>
                </c:pt>
                <c:pt idx="469">
                  <c:v>0.00057067699861284</c:v>
                </c:pt>
                <c:pt idx="470">
                  <c:v>0.00055048139022376</c:v>
                </c:pt>
                <c:pt idx="471">
                  <c:v>0.00053169087283094</c:v>
                </c:pt>
                <c:pt idx="472">
                  <c:v>0.0005141822954974</c:v>
                </c:pt>
                <c:pt idx="473">
                  <c:v>0.00049784569106107</c:v>
                </c:pt>
                <c:pt idx="474">
                  <c:v>0.00048258262824619</c:v>
                </c:pt>
                <c:pt idx="475">
                  <c:v>0.00046830479792317</c:v>
                </c:pt>
                <c:pt idx="476">
                  <c:v>0.00045493279645529</c:v>
                </c:pt>
                <c:pt idx="477">
                  <c:v>0.00044239507550628</c:v>
                </c:pt>
                <c:pt idx="478">
                  <c:v>0.00043062703290735</c:v>
                </c:pt>
                <c:pt idx="479">
                  <c:v>0.00041957022343955</c:v>
                </c:pt>
                <c:pt idx="480">
                  <c:v>0.00040917167187103</c:v>
                </c:pt>
                <c:pt idx="481">
                  <c:v>0.00039938327344857</c:v>
                </c:pt>
                <c:pt idx="482">
                  <c:v>0.00039016126939981</c:v>
                </c:pt>
                <c:pt idx="483">
                  <c:v>0.00038146578695157</c:v>
                </c:pt>
                <c:pt idx="484">
                  <c:v>0.00037326043498641</c:v>
                </c:pt>
                <c:pt idx="485">
                  <c:v>0.0003655119478059</c:v>
                </c:pt>
                <c:pt idx="486">
                  <c:v>0.00035818987059238</c:v>
                </c:pt>
                <c:pt idx="487">
                  <c:v>0.00035126628110274</c:v>
                </c:pt>
                <c:pt idx="488">
                  <c:v>0.00034471554291789</c:v>
                </c:pt>
                <c:pt idx="489">
                  <c:v>0.00033851408623787</c:v>
                </c:pt>
                <c:pt idx="490">
                  <c:v>0.00033264021277522</c:v>
                </c:pt>
                <c:pt idx="491">
                  <c:v>0.00032707392177537</c:v>
                </c:pt>
                <c:pt idx="492">
                  <c:v>0.00032179675459791</c:v>
                </c:pt>
                <c:pt idx="493">
                  <c:v>0.00031679165563684</c:v>
                </c:pt>
                <c:pt idx="494">
                  <c:v>0.00031204284765204</c:v>
                </c:pt>
                <c:pt idx="495">
                  <c:v>0.00030753571983571</c:v>
                </c:pt>
                <c:pt idx="496">
                  <c:v>0.00030325672715314</c:v>
                </c:pt>
                <c:pt idx="497">
                  <c:v>0.00029919329968273</c:v>
                </c:pt>
                <c:pt idx="498">
                  <c:v>0.00029533376083974</c:v>
                </c:pt>
                <c:pt idx="499">
                  <c:v>0.00029166725350585</c:v>
                </c:pt>
                <c:pt idx="500">
                  <c:v>0.00028818367320618</c:v>
                </c:pt>
                <c:pt idx="501">
                  <c:v>0.00028487360757853</c:v>
                </c:pt>
                <c:pt idx="502">
                  <c:v>0.00028172828146914</c:v>
                </c:pt>
                <c:pt idx="503">
                  <c:v>0.00027873950706767</c:v>
                </c:pt>
                <c:pt idx="504">
                  <c:v>0.00027589963856185</c:v>
                </c:pt>
                <c:pt idx="505">
                  <c:v>0.00027320153085178</c:v>
                </c:pt>
                <c:pt idx="506">
                  <c:v>0.00027063850191582</c:v>
                </c:pt>
                <c:pt idx="507">
                  <c:v>0.00026820429846547</c:v>
                </c:pt>
                <c:pt idx="508">
                  <c:v>0.00026589306456681</c:v>
                </c:pt>
                <c:pt idx="509">
                  <c:v>0.00026369931294103</c:v>
                </c:pt>
                <c:pt idx="510">
                  <c:v>0.00026161789868751</c:v>
                </c:pt>
                <c:pt idx="511">
                  <c:v>0.00025964399520054</c:v>
                </c:pt>
                <c:pt idx="512">
                  <c:v>0.00025777307207435</c:v>
                </c:pt>
                <c:pt idx="513">
                  <c:v>0.00025600087481307</c:v>
                </c:pt>
                <c:pt idx="514">
                  <c:v>0.00025432340618062</c:v>
                </c:pt>
                <c:pt idx="515">
                  <c:v>0.00025273690904255</c:v>
                </c:pt>
                <c:pt idx="516">
                  <c:v>0.00025123785056688</c:v>
                </c:pt>
                <c:pt idx="517">
                  <c:v>0.00024982290766387</c:v>
                </c:pt>
                <c:pt idx="518">
                  <c:v>0.00024848895355691</c:v>
                </c:pt>
                <c:pt idx="519">
                  <c:v>0.00024723304538686</c:v>
                </c:pt>
                <c:pt idx="520">
                  <c:v>0.00024605241276189</c:v>
                </c:pt>
                <c:pt idx="521">
                  <c:v>0.00024494444717313</c:v>
                </c:pt>
                <c:pt idx="522">
                  <c:v>0.00024390669220395</c:v>
                </c:pt>
                <c:pt idx="523">
                  <c:v>0.00024293683446765</c:v>
                </c:pt>
                <c:pt idx="524">
                  <c:v>0.00024203269521414</c:v>
                </c:pt>
                <c:pt idx="525">
                  <c:v>0.00024119222255187</c:v>
                </c:pt>
                <c:pt idx="526">
                  <c:v>0.00024041348423604</c:v>
                </c:pt>
                <c:pt idx="527">
                  <c:v>0.00023969466097861</c:v>
                </c:pt>
                <c:pt idx="528">
                  <c:v>0.00023903404023955</c:v>
                </c:pt>
                <c:pt idx="529">
                  <c:v>0.0002384300104625</c:v>
                </c:pt>
                <c:pt idx="530">
                  <c:v>0.00023788105572105</c:v>
                </c:pt>
                <c:pt idx="531">
                  <c:v>0.00023738575074502</c:v>
                </c:pt>
                <c:pt idx="532">
                  <c:v>0.00023694275629866</c:v>
                </c:pt>
                <c:pt idx="533">
                  <c:v>0.00023655081488504</c:v>
                </c:pt>
                <c:pt idx="534">
                  <c:v>0.00023620874675337</c:v>
                </c:pt>
                <c:pt idx="535">
                  <c:v>0.00023591544618759</c:v>
                </c:pt>
                <c:pt idx="536">
                  <c:v>0.00023566987805673</c:v>
                </c:pt>
                <c:pt idx="537">
                  <c:v>0.00023547107460906</c:v>
                </c:pt>
                <c:pt idx="538">
                  <c:v>0.0002353181324934</c:v>
                </c:pt>
                <c:pt idx="539">
                  <c:v>0.00023521020999272</c:v>
                </c:pt>
                <c:pt idx="540">
                  <c:v>0.00023514652445602</c:v>
                </c:pt>
                <c:pt idx="541">
                  <c:v>0.00023512634991576</c:v>
                </c:pt>
                <c:pt idx="542">
                  <c:v>0.00023514901487944</c:v>
                </c:pt>
                <c:pt idx="543">
                  <c:v>0.00023521390028437</c:v>
                </c:pt>
                <c:pt idx="544">
                  <c:v>0.00023532043760599</c:v>
                </c:pt>
                <c:pt idx="545">
                  <c:v>0.00023546810711084</c:v>
                </c:pt>
                <c:pt idx="546">
                  <c:v>0.00023565643624575</c:v>
                </c:pt>
                <c:pt idx="547">
                  <c:v>0.00023588499815599</c:v>
                </c:pt>
                <c:pt idx="548">
                  <c:v>0.00023615341032524</c:v>
                </c:pt>
                <c:pt idx="549">
                  <c:v>0.00023646133333136</c:v>
                </c:pt>
                <c:pt idx="550">
                  <c:v>0.00023680846971197</c:v>
                </c:pt>
                <c:pt idx="551">
                  <c:v>0.00023719456293479</c:v>
                </c:pt>
                <c:pt idx="552">
                  <c:v>0.00023761939646798</c:v>
                </c:pt>
                <c:pt idx="553">
                  <c:v>0.00023808279294608</c:v>
                </c:pt>
                <c:pt idx="554">
                  <c:v>0.00023858461342778</c:v>
                </c:pt>
                <c:pt idx="555">
                  <c:v>0.00023912475674196</c:v>
                </c:pt>
                <c:pt idx="556">
                  <c:v>0.0002397031589189</c:v>
                </c:pt>
                <c:pt idx="557">
                  <c:v>0.0002403197927039</c:v>
                </c:pt>
                <c:pt idx="558">
                  <c:v>0.00024097466715083</c:v>
                </c:pt>
                <c:pt idx="559">
                  <c:v>0.00024166782729356</c:v>
                </c:pt>
                <c:pt idx="560">
                  <c:v>0.00024239935389325</c:v>
                </c:pt>
                <c:pt idx="561">
                  <c:v>0.00024316936326024</c:v>
                </c:pt>
                <c:pt idx="562">
                  <c:v>0.00024397800714896</c:v>
                </c:pt>
                <c:pt idx="563">
                  <c:v>0.00024482547272515</c:v>
                </c:pt>
                <c:pt idx="564">
                  <c:v>0.00024571198260434</c:v>
                </c:pt>
                <c:pt idx="565">
                  <c:v>0.00024663779496144</c:v>
                </c:pt>
                <c:pt idx="566">
                  <c:v>0.00024760320371088</c:v>
                </c:pt>
                <c:pt idx="567">
                  <c:v>0.00024860853875751</c:v>
                </c:pt>
                <c:pt idx="568">
                  <c:v>0.00024965416631839</c:v>
                </c:pt>
                <c:pt idx="569">
                  <c:v>0.00025074048931611</c:v>
                </c:pt>
                <c:pt idx="570">
                  <c:v>0.00025186794784411</c:v>
                </c:pt>
                <c:pt idx="571">
                  <c:v>0.00025303701970526</c:v>
                </c:pt>
                <c:pt idx="572">
                  <c:v>0.00025424822102474</c:v>
                </c:pt>
                <c:pt idx="573">
                  <c:v>0.00025550210693875</c:v>
                </c:pt>
                <c:pt idx="574">
                  <c:v>0.00025679927236078</c:v>
                </c:pt>
                <c:pt idx="575">
                  <c:v>0.00025814035282745</c:v>
                </c:pt>
                <c:pt idx="576">
                  <c:v>0.00025952602542616</c:v>
                </c:pt>
                <c:pt idx="577">
                  <c:v>0.00026095700980712</c:v>
                </c:pt>
                <c:pt idx="578">
                  <c:v>0.00026243406928263</c:v>
                </c:pt>
                <c:pt idx="579">
                  <c:v>0.00026395801201669</c:v>
                </c:pt>
                <c:pt idx="580">
                  <c:v>0.00026552969230851</c:v>
                </c:pt>
                <c:pt idx="581">
                  <c:v>0.00026715001197364</c:v>
                </c:pt>
                <c:pt idx="582">
                  <c:v>0.00026881992182698</c:v>
                </c:pt>
                <c:pt idx="583">
                  <c:v>0.0002705404232721</c:v>
                </c:pt>
                <c:pt idx="584">
                  <c:v>0.00027231257000192</c:v>
                </c:pt>
                <c:pt idx="585">
                  <c:v>0.00027413746981609</c:v>
                </c:pt>
                <c:pt idx="586">
                  <c:v>0.00027601628656075</c:v>
                </c:pt>
                <c:pt idx="587">
                  <c:v>0.00027795024219724</c:v>
                </c:pt>
                <c:pt idx="588">
                  <c:v>0.00027994061900621</c:v>
                </c:pt>
                <c:pt idx="589">
                  <c:v>0.00028198876193484</c:v>
                </c:pt>
                <c:pt idx="590">
                  <c:v>0.00028409608109475</c:v>
                </c:pt>
                <c:pt idx="591">
                  <c:v>0.00028626405441951</c:v>
                </c:pt>
                <c:pt idx="592">
                  <c:v>0.00028849423049068</c:v>
                </c:pt>
                <c:pt idx="593">
                  <c:v>0.0002907882315426</c:v>
                </c:pt>
                <c:pt idx="594">
                  <c:v>0.00029314775665649</c:v>
                </c:pt>
                <c:pt idx="595">
                  <c:v>0.00029557458515549</c:v>
                </c:pt>
                <c:pt idx="596">
                  <c:v>0.00029807058021332</c:v>
                </c:pt>
                <c:pt idx="597">
                  <c:v>0.0003006376926897</c:v>
                </c:pt>
                <c:pt idx="598">
                  <c:v>0.00030327796520742</c:v>
                </c:pt>
                <c:pt idx="599">
                  <c:v>0.00030599353648654</c:v>
                </c:pt>
                <c:pt idx="600">
                  <c:v>0.00030878664595274</c:v>
                </c:pt>
                <c:pt idx="601">
                  <c:v>0.0003116596386381</c:v>
                </c:pt>
                <c:pt idx="602">
                  <c:v>0.00031461497039413</c:v>
                </c:pt>
                <c:pt idx="603">
                  <c:v>0.0003176552134383</c:v>
                </c:pt>
                <c:pt idx="604">
                  <c:v>0.00032078306225726</c:v>
                </c:pt>
                <c:pt idx="605">
                  <c:v>0.00032400133989175</c:v>
                </c:pt>
                <c:pt idx="606">
                  <c:v>0.00032731300463008</c:v>
                </c:pt>
                <c:pt idx="607">
                  <c:v>0.00033072115713967</c:v>
                </c:pt>
                <c:pt idx="608">
                  <c:v>0.0003342290480683</c:v>
                </c:pt>
                <c:pt idx="609">
                  <c:v>0.00033784008614933</c:v>
                </c:pt>
                <c:pt idx="610">
                  <c:v>0.00034155784684847</c:v>
                </c:pt>
                <c:pt idx="611">
                  <c:v>0.00034538608159243</c:v>
                </c:pt>
                <c:pt idx="612">
                  <c:v>0.00034932872762348</c:v>
                </c:pt>
                <c:pt idx="613">
                  <c:v>0.00035338991852783</c:v>
                </c:pt>
                <c:pt idx="614">
                  <c:v>0.00035757399548987</c:v>
                </c:pt>
                <c:pt idx="615">
                  <c:v>0.00036188551932888</c:v>
                </c:pt>
                <c:pt idx="616">
                  <c:v>0.00036632928337997</c:v>
                </c:pt>
                <c:pt idx="617">
                  <c:v>0.00037091032728664</c:v>
                </c:pt>
                <c:pt idx="618">
                  <c:v>0.00037563395177823</c:v>
                </c:pt>
                <c:pt idx="619">
                  <c:v>0.00038050573451272</c:v>
                </c:pt>
                <c:pt idx="620">
                  <c:v>0.00038553154707235</c:v>
                </c:pt>
                <c:pt idx="621">
                  <c:v>0.00039071757320809</c:v>
                </c:pt>
                <c:pt idx="622">
                  <c:v>0.00039607032843791</c:v>
                </c:pt>
                <c:pt idx="623">
                  <c:v>0.00040159668111403</c:v>
                </c:pt>
                <c:pt idx="624">
                  <c:v>0.00040730387508533</c:v>
                </c:pt>
                <c:pt idx="625">
                  <c:v>0.00041319955409342</c:v>
                </c:pt>
                <c:pt idx="626">
                  <c:v>0.00041929178805497</c:v>
                </c:pt>
                <c:pt idx="627">
                  <c:v>0.0004255891013975</c:v>
                </c:pt>
                <c:pt idx="628">
                  <c:v>0.0004321005036334</c:v>
                </c:pt>
                <c:pt idx="629">
                  <c:v>0.00043883552237545</c:v>
                </c:pt>
                <c:pt idx="630">
                  <c:v>0.00044580423901821</c:v>
                </c:pt>
                <c:pt idx="631">
                  <c:v>0.00045301732733321</c:v>
                </c:pt>
                <c:pt idx="632">
                  <c:v>0.00046048609525202</c:v>
                </c:pt>
                <c:pt idx="633">
                  <c:v>0.00046822253014065</c:v>
                </c:pt>
                <c:pt idx="634">
                  <c:v>0.00047623934790154</c:v>
                </c:pt>
                <c:pt idx="635">
                  <c:v>0.00048455004627643</c:v>
                </c:pt>
                <c:pt idx="636">
                  <c:v>0.0004931689627645</c:v>
                </c:pt>
                <c:pt idx="637">
                  <c:v>0.00050211133761708</c:v>
                </c:pt>
                <c:pt idx="638">
                  <c:v>0.00051139338242233</c:v>
                </c:pt>
                <c:pt idx="639">
                  <c:v>0.0005210323548527</c:v>
                </c:pt>
                <c:pt idx="640">
                  <c:v>0.00053104664021445</c:v>
                </c:pt>
                <c:pt idx="641">
                  <c:v>0.00054145584051428</c:v>
                </c:pt>
                <c:pt idx="642">
                  <c:v>0.00055228087184348</c:v>
                </c:pt>
                <c:pt idx="643">
                  <c:v>0.0005635440709772</c:v>
                </c:pt>
                <c:pt idx="644">
                  <c:v>0.00057526931219641</c:v>
                </c:pt>
                <c:pt idx="645">
                  <c:v>0.00058748213546597</c:v>
                </c:pt>
                <c:pt idx="646">
                  <c:v>0.00060020988724486</c:v>
                </c:pt>
                <c:pt idx="647">
                  <c:v>0.00061348187536838</c:v>
                </c:pt>
                <c:pt idx="648">
                  <c:v>0.00062732953962851</c:v>
                </c:pt>
                <c:pt idx="649">
                  <c:v>0.00064178663989316</c:v>
                </c:pt>
                <c:pt idx="650">
                  <c:v>0.00065688946385055</c:v>
                </c:pt>
                <c:pt idx="651">
                  <c:v>0.00067267705674789</c:v>
                </c:pt>
                <c:pt idx="652">
                  <c:v>0.0006891914758194</c:v>
                </c:pt>
                <c:pt idx="653">
                  <c:v>0.00070647807247483</c:v>
                </c:pt>
                <c:pt idx="654">
                  <c:v>0.00072458580575546</c:v>
                </c:pt>
                <c:pt idx="655">
                  <c:v>0.00074356759106923</c:v>
                </c:pt>
                <c:pt idx="656">
                  <c:v>0.00076348068880351</c:v>
                </c:pt>
                <c:pt idx="657">
                  <c:v>0.00078438713809775</c:v>
                </c:pt>
                <c:pt idx="658">
                  <c:v>0.00080635424185582</c:v>
                </c:pt>
                <c:pt idx="659">
                  <c:v>0.00082945511001168</c:v>
                </c:pt>
                <c:pt idx="660">
                  <c:v>0.00085376926915729</c:v>
                </c:pt>
                <c:pt idx="661">
                  <c:v>0.00087938334792911</c:v>
                </c:pt>
                <c:pt idx="662">
                  <c:v>0.00090639184906832</c:v>
                </c:pt>
                <c:pt idx="663">
                  <c:v>0.00093489802086447</c:v>
                </c:pt>
                <c:pt idx="664">
                  <c:v>0.00096501484281965</c:v>
                </c:pt>
                <c:pt idx="665">
                  <c:v>0.00099686614289952</c:v>
                </c:pt>
                <c:pt idx="666">
                  <c:v>0.0010305878667524</c:v>
                </c:pt>
                <c:pt idx="667">
                  <c:v>0.001066329522883</c:v>
                </c:pt>
                <c:pt idx="668">
                  <c:v>0.0011042558320918</c:v>
                </c:pt>
                <c:pt idx="669">
                  <c:v>0.0011445486146959</c:v>
                </c:pt>
                <c:pt idx="670">
                  <c:v>0.0011874089553303</c:v>
                </c:pt>
                <c:pt idx="671">
                  <c:v>0.0012330596927406</c:v>
                </c:pt>
                <c:pt idx="672">
                  <c:v>0.0012817482912369</c:v>
                </c:pt>
                <c:pt idx="673">
                  <c:v>0.00133375016177</c:v>
                </c:pt>
                <c:pt idx="674">
                  <c:v>0.0013893725144334</c:v>
                </c:pt>
                <c:pt idx="675">
                  <c:v>0.0014489588412074</c:v>
                </c:pt>
                <c:pt idx="676">
                  <c:v>0.0015128941487784</c:v>
                </c:pt>
                <c:pt idx="677">
                  <c:v>0.001581611087326</c:v>
                </c:pt>
                <c:pt idx="678">
                  <c:v>0.0016555971536272</c:v>
                </c:pt>
                <c:pt idx="679">
                  <c:v>0.0017354031874389</c:v>
                </c:pt>
                <c:pt idx="680">
                  <c:v>0.0018216534311713</c:v>
                </c:pt>
                <c:pt idx="681">
                  <c:v>0.0019150574873529</c:v>
                </c:pt>
                <c:pt idx="682">
                  <c:v>0.0020164245902613</c:v>
                </c:pt>
                <c:pt idx="683">
                  <c:v>0.0021266807125812</c:v>
                </c:pt>
                <c:pt idx="684">
                  <c:v>0.0022468891620212</c:v>
                </c:pt>
                <c:pt idx="685">
                  <c:v>0.0023782754958059</c:v>
                </c:pt>
                <c:pt idx="686">
                  <c:v>0.0025222578054403</c:v>
                </c:pt>
                <c:pt idx="687">
                  <c:v>0.0026804837171817</c:v>
                </c:pt>
                <c:pt idx="688">
                  <c:v>0.0028548758385027</c:v>
                </c:pt>
                <c:pt idx="689">
                  <c:v>0.0030476878894043</c:v>
                </c:pt>
                <c:pt idx="690">
                  <c:v>0.0032615744337766</c:v>
                </c:pt>
                <c:pt idx="691">
                  <c:v>0.0034996780311675</c:v>
                </c:pt>
                <c:pt idx="692">
                  <c:v>0.0037657388484844</c:v>
                </c:pt>
                <c:pt idx="693">
                  <c:v>0.0040642334235324</c:v>
                </c:pt>
                <c:pt idx="694">
                  <c:v>0.004400551525317</c:v>
                </c:pt>
                <c:pt idx="695">
                  <c:v>0.0047812231451314</c:v>
                </c:pt>
                <c:pt idx="696">
                  <c:v>0.0052142119080913</c:v>
                </c:pt>
                <c:pt idx="697">
                  <c:v>0.0057092970780427</c:v>
                </c:pt>
                <c:pt idx="698">
                  <c:v>0.0062785744741875</c:v>
                </c:pt>
                <c:pt idx="699">
                  <c:v>0.0069371178750041</c:v>
                </c:pt>
                <c:pt idx="700">
                  <c:v>0.0077038579318393</c:v>
                </c:pt>
                <c:pt idx="701">
                  <c:v>0.0086027564643841</c:v>
                </c:pt>
                <c:pt idx="702">
                  <c:v>0.009664381221367</c:v>
                </c:pt>
                <c:pt idx="703">
                  <c:v>0.010928019303715</c:v>
                </c:pt>
                <c:pt idx="704">
                  <c:v>0.012444501536193</c:v>
                </c:pt>
                <c:pt idx="705">
                  <c:v>0.014279928187435</c:v>
                </c:pt>
                <c:pt idx="706">
                  <c:v>0.016520441530967</c:v>
                </c:pt>
                <c:pt idx="707">
                  <c:v>0.019277963177687</c:v>
                </c:pt>
                <c:pt idx="708">
                  <c:v>0.022696114505213</c:v>
                </c:pt>
                <c:pt idx="709">
                  <c:v>0.026953706756027</c:v>
                </c:pt>
                <c:pt idx="710">
                  <c:v>0.032258876975964</c:v>
                </c:pt>
                <c:pt idx="711">
                  <c:v>0.038817960940256</c:v>
                </c:pt>
                <c:pt idx="712">
                  <c:v>0.046747931387564</c:v>
                </c:pt>
                <c:pt idx="713">
                  <c:v>0.055887131432098</c:v>
                </c:pt>
                <c:pt idx="714">
                  <c:v>0.065487740474163</c:v>
                </c:pt>
                <c:pt idx="715">
                  <c:v>0.07394184615537</c:v>
                </c:pt>
                <c:pt idx="716">
                  <c:v>0.079007114073814</c:v>
                </c:pt>
                <c:pt idx="717">
                  <c:v>0.079660240854003</c:v>
                </c:pt>
                <c:pt idx="718">
                  <c:v>0.078928869504359</c:v>
                </c:pt>
                <c:pt idx="719">
                  <c:v>0.073736844080114</c:v>
                </c:pt>
                <c:pt idx="720">
                  <c:v>0.065220729820289</c:v>
                </c:pt>
                <c:pt idx="721">
                  <c:v>0.055616189627844</c:v>
                </c:pt>
                <c:pt idx="722">
                  <c:v>0.046505764821572</c:v>
                </c:pt>
                <c:pt idx="723">
                  <c:v>0.038615704889891</c:v>
                </c:pt>
                <c:pt idx="724">
                  <c:v>0.032095881525487</c:v>
                </c:pt>
                <c:pt idx="725">
                  <c:v>0.026824752783474</c:v>
                </c:pt>
                <c:pt idx="726">
                  <c:v>0.022595106775049</c:v>
                </c:pt>
                <c:pt idx="727">
                  <c:v>0.019199385285133</c:v>
                </c:pt>
                <c:pt idx="728">
                  <c:v>0.016459741955611</c:v>
                </c:pt>
                <c:pt idx="729">
                  <c:v>0.014233497499398</c:v>
                </c:pt>
                <c:pt idx="730">
                  <c:v>0.012409529648627</c:v>
                </c:pt>
                <c:pt idx="731">
                  <c:v>0.010902336290209</c:v>
                </c:pt>
                <c:pt idx="732">
                  <c:v>0.0096463148117565</c:v>
                </c:pt>
                <c:pt idx="733">
                  <c:v>0.0085910151708697</c:v>
                </c:pt>
                <c:pt idx="734">
                  <c:v>0.0076974395889067</c:v>
                </c:pt>
                <c:pt idx="735">
                  <c:v>0.0069352399087802</c:v>
                </c:pt>
                <c:pt idx="736">
                  <c:v>0.0062806214317891</c:v>
                </c:pt>
                <c:pt idx="737">
                  <c:v>0.0057147813380767</c:v>
                </c:pt>
                <c:pt idx="738">
                  <c:v>0.0052227442548245</c:v>
                </c:pt>
                <c:pt idx="739">
                  <c:v>0.0047924906563754</c:v>
                </c:pt>
                <c:pt idx="740">
                  <c:v>0.0044143008697546</c:v>
                </c:pt>
                <c:pt idx="741">
                  <c:v>0.0040802581650963</c:v>
                </c:pt>
                <c:pt idx="742">
                  <c:v>0.0037838697306174</c:v>
                </c:pt>
                <c:pt idx="743">
                  <c:v>0.0035197754889778</c:v>
                </c:pt>
                <c:pt idx="744">
                  <c:v>0.0032835227821647</c:v>
                </c:pt>
                <c:pt idx="745">
                  <c:v>0.0030713907803205</c:v>
                </c:pt>
                <c:pt idx="746">
                  <c:v>0.0028802526858005</c:v>
                </c:pt>
                <c:pt idx="747">
                  <c:v>0.0027074668642266</c:v>
                </c:pt>
                <c:pt idx="748">
                  <c:v>0.0025507902667428</c:v>
                </c:pt>
                <c:pt idx="749">
                  <c:v>0.0024083091452238</c:v>
                </c:pt>
                <c:pt idx="750">
                  <c:v>0.0022783832706211</c:v>
                </c:pt>
                <c:pt idx="751">
                  <c:v>0.0021596007619951</c:v>
                </c:pt>
                <c:pt idx="752">
                  <c:v>0.0020507413044185</c:v>
                </c:pt>
                <c:pt idx="753">
                  <c:v>0.0019507460383174</c:v>
                </c:pt>
                <c:pt idx="754">
                  <c:v>0.0018586927845722</c:v>
                </c:pt>
                <c:pt idx="755">
                  <c:v>0.0017737755604245</c:v>
                </c:pt>
                <c:pt idx="756">
                  <c:v>0.001695287563994</c:v>
                </c:pt>
                <c:pt idx="757">
                  <c:v>0.0016226069768942</c:v>
                </c:pt>
                <c:pt idx="758">
                  <c:v>0.0015551850675173</c:v>
                </c:pt>
                <c:pt idx="759">
                  <c:v>0.0014925361812977</c:v>
                </c:pt>
                <c:pt idx="760">
                  <c:v>0.0014342292855598</c:v>
                </c:pt>
                <c:pt idx="761">
                  <c:v>0.0013798808006019</c:v>
                </c:pt>
                <c:pt idx="762">
                  <c:v>0.0013291484993743</c:v>
                </c:pt>
                <c:pt idx="763">
                  <c:v>0.0012817262984543</c:v>
                </c:pt>
                <c:pt idx="764">
                  <c:v>0.0012373397952685</c:v>
                </c:pt>
                <c:pt idx="765">
                  <c:v>0.0011957424324086</c:v>
                </c:pt>
                <c:pt idx="766">
                  <c:v>0.0011567121907699</c:v>
                </c:pt>
                <c:pt idx="767">
                  <c:v>0.0011200487301554</c:v>
                </c:pt>
                <c:pt idx="768">
                  <c:v>0.0010855709097465</c:v>
                </c:pt>
                <c:pt idx="769">
                  <c:v>0.0010531146320653</c:v>
                </c:pt>
                <c:pt idx="770">
                  <c:v>0.0010225309632629</c:v>
                </c:pt>
                <c:pt idx="771">
                  <c:v>0.00099368449013242</c:v>
                </c:pt>
                <c:pt idx="772">
                  <c:v>0.00096645188049891</c:v>
                </c:pt>
                <c:pt idx="773">
                  <c:v>0.00094072061881146</c:v>
                </c:pt>
                <c:pt idx="774">
                  <c:v>0.00091638789306535</c:v>
                </c:pt>
                <c:pt idx="775">
                  <c:v>0.00089335961276873</c:v>
                </c:pt>
                <c:pt idx="776">
                  <c:v>0.00087154954066755</c:v>
                </c:pt>
                <c:pt idx="777">
                  <c:v>0.00085087852345887</c:v>
                </c:pt>
                <c:pt idx="778">
                  <c:v>0.00083127380883926</c:v>
                </c:pt>
                <c:pt idx="779">
                  <c:v>0.00081266843802145</c:v>
                </c:pt>
                <c:pt idx="780">
                  <c:v>0.00079500070436309</c:v>
                </c:pt>
                <c:pt idx="781">
                  <c:v>0.00077821367003326</c:v>
                </c:pt>
                <c:pt idx="782">
                  <c:v>0.00076225473373272</c:v>
                </c:pt>
                <c:pt idx="783">
                  <c:v>0.00074707524341266</c:v>
                </c:pt>
                <c:pt idx="784">
                  <c:v>0.00073263014873181</c:v>
                </c:pt>
                <c:pt idx="785">
                  <c:v>0.00071887768867133</c:v>
                </c:pt>
                <c:pt idx="786">
                  <c:v>0.00070577911031198</c:v>
                </c:pt>
                <c:pt idx="787">
                  <c:v>0.00069329841528023</c:v>
                </c:pt>
                <c:pt idx="788">
                  <c:v>0.00068140213080393</c:v>
                </c:pt>
                <c:pt idx="789">
                  <c:v>0.00067005910269287</c:v>
                </c:pt>
                <c:pt idx="790">
                  <c:v>0.00065924030788392</c:v>
                </c:pt>
                <c:pt idx="791">
                  <c:v>0.00064891868447221</c:v>
                </c:pt>
                <c:pt idx="792">
                  <c:v>0.00063906897739472</c:v>
                </c:pt>
                <c:pt idx="793">
                  <c:v>0.00062966759814552</c:v>
                </c:pt>
                <c:pt idx="794">
                  <c:v>0.00062069249708865</c:v>
                </c:pt>
                <c:pt idx="795">
                  <c:v>0.00061212304709665</c:v>
                </c:pt>
                <c:pt idx="796">
                  <c:v>0.00060393993738588</c:v>
                </c:pt>
                <c:pt idx="797">
                  <c:v>0.00059612507654419</c:v>
                </c:pt>
                <c:pt idx="798">
                  <c:v>0.00058866150385681</c:v>
                </c:pt>
                <c:pt idx="799">
                  <c:v>0.00058153330813286</c:v>
                </c:pt>
                <c:pt idx="800">
                  <c:v>0.00057472555331986</c:v>
                </c:pt>
                <c:pt idx="801">
                  <c:v>0.00056822421026932</c:v>
                </c:pt>
                <c:pt idx="802">
                  <c:v>0.00056201609408265</c:v>
                </c:pt>
                <c:pt idx="803">
                  <c:v>0.00055608880652576</c:v>
                </c:pt>
                <c:pt idx="804">
                  <c:v>0.0005504306830529</c:v>
                </c:pt>
                <c:pt idx="805">
                  <c:v>0.00054503074402663</c:v>
                </c:pt>
                <c:pt idx="806">
                  <c:v>0.00053987864976229</c:v>
                </c:pt>
                <c:pt idx="807">
                  <c:v>0.00053496465906189</c:v>
                </c:pt>
                <c:pt idx="808">
                  <c:v>0.00053027959093511</c:v>
                </c:pt>
                <c:pt idx="809">
                  <c:v>0.00052581478923455</c:v>
                </c:pt>
                <c:pt idx="810">
                  <c:v>0.00052156208995829</c:v>
                </c:pt>
                <c:pt idx="811">
                  <c:v>0.0005175137909965</c:v>
                </c:pt>
                <c:pt idx="812">
                  <c:v>0.00051366262411939</c:v>
                </c:pt>
                <c:pt idx="813">
                  <c:v>0.00051000172902327</c:v>
                </c:pt>
                <c:pt idx="814">
                  <c:v>0.00050652462926763</c:v>
                </c:pt>
                <c:pt idx="815">
                  <c:v>0.00050322520995209</c:v>
                </c:pt>
                <c:pt idx="816">
                  <c:v>0.00050009769699522</c:v>
                </c:pt>
                <c:pt idx="817">
                  <c:v>0.00049713663788983</c:v>
                </c:pt>
                <c:pt idx="818">
                  <c:v>0.00049433688382049</c:v>
                </c:pt>
                <c:pt idx="819">
                  <c:v>0.00049169357303894</c:v>
                </c:pt>
                <c:pt idx="820">
                  <c:v>0.00048920211540231</c:v>
                </c:pt>
                <c:pt idx="821">
                  <c:v>0.00048685817798725</c:v>
                </c:pt>
                <c:pt idx="822">
                  <c:v>0.00048465767170042</c:v>
                </c:pt>
                <c:pt idx="823">
                  <c:v>0.00048259673881286</c:v>
                </c:pt>
                <c:pt idx="824">
                  <c:v>0.00048067174135156</c:v>
                </c:pt>
                <c:pt idx="825">
                  <c:v>0.00047887925028737</c:v>
                </c:pt>
                <c:pt idx="826">
                  <c:v>0.00047721603546351</c:v>
                </c:pt>
                <c:pt idx="827">
                  <c:v>0.00047567905621328</c:v>
                </c:pt>
                <c:pt idx="828">
                  <c:v>0.00047426545262021</c:v>
                </c:pt>
                <c:pt idx="829">
                  <c:v>0.00047297253737746</c:v>
                </c:pt>
                <c:pt idx="830">
                  <c:v>0.0004717977882069</c:v>
                </c:pt>
                <c:pt idx="831">
                  <c:v>0.00047073884080151</c:v>
                </c:pt>
                <c:pt idx="832">
                  <c:v>0.00046979348225779</c:v>
                </c:pt>
                <c:pt idx="833">
                  <c:v>0.00046895964496745</c:v>
                </c:pt>
                <c:pt idx="834">
                  <c:v>0.00046823540094016</c:v>
                </c:pt>
                <c:pt idx="835">
                  <c:v>0.00046761895653168</c:v>
                </c:pt>
                <c:pt idx="836">
                  <c:v>0.00046710864755324</c:v>
                </c:pt>
                <c:pt idx="837">
                  <c:v>0.00046670293474074</c:v>
                </c:pt>
                <c:pt idx="838">
                  <c:v>0.0004664003995634</c:v>
                </c:pt>
                <c:pt idx="839">
                  <c:v>0.00046619974035372</c:v>
                </c:pt>
                <c:pt idx="840">
                  <c:v>0.00046609976874171</c:v>
                </c:pt>
                <c:pt idx="841">
                  <c:v>0.00046609940637822</c:v>
                </c:pt>
                <c:pt idx="842">
                  <c:v>0.000466197681933</c:v>
                </c:pt>
                <c:pt idx="843">
                  <c:v>0.00046639372835491</c:v>
                </c:pt>
                <c:pt idx="844">
                  <c:v>0.00046668678038241</c:v>
                </c:pt>
                <c:pt idx="845">
                  <c:v>0.00046707617229377</c:v>
                </c:pt>
                <c:pt idx="846">
                  <c:v>0.0004675613358874</c:v>
                </c:pt>
                <c:pt idx="847">
                  <c:v>0.00046814179868369</c:v>
                </c:pt>
                <c:pt idx="848">
                  <c:v>0.00046881718234047</c:v>
                </c:pt>
                <c:pt idx="849">
                  <c:v>0.00046958720127537</c:v>
                </c:pt>
                <c:pt idx="850">
                  <c:v>0.00047045166148887</c:v>
                </c:pt>
                <c:pt idx="851">
                  <c:v>0.00047141045958268</c:v>
                </c:pt>
                <c:pt idx="852">
                  <c:v>0.00047246358196905</c:v>
                </c:pt>
                <c:pt idx="853">
                  <c:v>0.0004736111042669</c:v>
                </c:pt>
                <c:pt idx="854">
                  <c:v>0.00047485319088168</c:v>
                </c:pt>
                <c:pt idx="855">
                  <c:v>0.0004761900947665</c:v>
                </c:pt>
                <c:pt idx="856">
                  <c:v>0.00047762215736248</c:v>
                </c:pt>
                <c:pt idx="857">
                  <c:v>0.00047914980871717</c:v>
                </c:pt>
                <c:pt idx="858">
                  <c:v>0.00048077356778033</c:v>
                </c:pt>
                <c:pt idx="859">
                  <c:v>0.00048249404287719</c:v>
                </c:pt>
                <c:pt idx="860">
                  <c:v>0.00048431193235953</c:v>
                </c:pt>
                <c:pt idx="861">
                  <c:v>0.00048622802543598</c:v>
                </c:pt>
                <c:pt idx="862">
                  <c:v>0.00048824320318331</c:v>
                </c:pt>
                <c:pt idx="863">
                  <c:v>0.00049035843974104</c:v>
                </c:pt>
                <c:pt idx="864">
                  <c:v>0.00049257480369251</c:v>
                </c:pt>
                <c:pt idx="865">
                  <c:v>0.00049489345963611</c:v>
                </c:pt>
                <c:pt idx="866">
                  <c:v>0.00049731566995094</c:v>
                </c:pt>
                <c:pt idx="867">
                  <c:v>0.00049984279676203</c:v>
                </c:pt>
                <c:pt idx="868">
                  <c:v>0.00050247630411076</c:v>
                </c:pt>
                <c:pt idx="869">
                  <c:v>0.00050521776033695</c:v>
                </c:pt>
                <c:pt idx="870">
                  <c:v>0.0005080688406799</c:v>
                </c:pt>
                <c:pt idx="871">
                  <c:v>0.00051103133010623</c:v>
                </c:pt>
                <c:pt idx="872">
                  <c:v>0.00051410712637349</c:v>
                </c:pt>
                <c:pt idx="873">
                  <c:v>0.00051729824333914</c:v>
                </c:pt>
                <c:pt idx="874">
                  <c:v>0.00052060681452559</c:v>
                </c:pt>
                <c:pt idx="875">
                  <c:v>0.00052403509695284</c:v>
                </c:pt>
                <c:pt idx="876">
                  <c:v>0.00052758547525139</c:v>
                </c:pt>
                <c:pt idx="877">
                  <c:v>0.00053126046606913</c:v>
                </c:pt>
                <c:pt idx="878">
                  <c:v>0.00053506272278715</c:v>
                </c:pt>
                <c:pt idx="879">
                  <c:v>0.00053899504056056</c:v>
                </c:pt>
                <c:pt idx="880">
                  <c:v>0.00054306036170196</c:v>
                </c:pt>
                <c:pt idx="881">
                  <c:v>0.00054726178142634</c:v>
                </c:pt>
                <c:pt idx="882">
                  <c:v>0.00055160255397798</c:v>
                </c:pt>
                <c:pt idx="883">
                  <c:v>0.00055608609916153</c:v>
                </c:pt>
                <c:pt idx="884">
                  <c:v>0.0005607160093011</c:v>
                </c:pt>
                <c:pt idx="885">
                  <c:v>0.00056549605665326</c:v>
                </c:pt>
                <c:pt idx="886">
                  <c:v>0.00057043020130192</c:v>
                </c:pt>
                <c:pt idx="887">
                  <c:v>0.00057552259956515</c:v>
                </c:pt>
                <c:pt idx="888">
                  <c:v>0.00058077761294671</c:v>
                </c:pt>
                <c:pt idx="889">
                  <c:v>0.00058619981766726</c:v>
                </c:pt>
                <c:pt idx="890">
                  <c:v>0.00059179401481361</c:v>
                </c:pt>
                <c:pt idx="891">
                  <c:v>0.00059756524114689</c:v>
                </c:pt>
                <c:pt idx="892">
                  <c:v>0.00060351878061435</c:v>
                </c:pt>
                <c:pt idx="893">
                  <c:v>0.00060966017661283</c:v>
                </c:pt>
                <c:pt idx="894">
                  <c:v>0.00061599524505606</c:v>
                </c:pt>
                <c:pt idx="895">
                  <c:v>0.00062253008830215</c:v>
                </c:pt>
                <c:pt idx="896">
                  <c:v>0.00062927111000253</c:v>
                </c:pt>
                <c:pt idx="897">
                  <c:v>0.00063622503093844</c:v>
                </c:pt>
                <c:pt idx="898">
                  <c:v>0.00064339890591698</c:v>
                </c:pt>
                <c:pt idx="899">
                  <c:v>0.0006508001418046</c:v>
                </c:pt>
                <c:pt idx="900">
                  <c:v>0.0006584365167827</c:v>
                </c:pt>
                <c:pt idx="901">
                  <c:v>0.00066631620091751</c:v>
                </c:pt>
                <c:pt idx="902">
                  <c:v>0.00067444777814402</c:v>
                </c:pt>
                <c:pt idx="903">
                  <c:v>0.00068284026977302</c:v>
                </c:pt>
                <c:pt idx="904">
                  <c:v>0.00069150315963968</c:v>
                </c:pt>
                <c:pt idx="905">
                  <c:v>0.00070044642102268</c:v>
                </c:pt>
                <c:pt idx="906">
                  <c:v>0.00070968054547496</c:v>
                </c:pt>
                <c:pt idx="907">
                  <c:v>0.00071921657371941</c:v>
                </c:pt>
                <c:pt idx="908">
                  <c:v>0.0007290661287776</c:v>
                </c:pt>
                <c:pt idx="909">
                  <c:v>0.00073924145151482</c:v>
                </c:pt>
                <c:pt idx="910">
                  <c:v>0.00074975543880215</c:v>
                </c:pt>
                <c:pt idx="911">
                  <c:v>0.00076062168451528</c:v>
                </c:pt>
                <c:pt idx="912">
                  <c:v>0.00077185452361094</c:v>
                </c:pt>
                <c:pt idx="913">
                  <c:v>0.00078346907954497</c:v>
                </c:pt>
                <c:pt idx="914">
                  <c:v>0.00079548131532216</c:v>
                </c:pt>
                <c:pt idx="915">
                  <c:v>0.00080790808849645</c:v>
                </c:pt>
                <c:pt idx="916">
                  <c:v>0.00082076721047222</c:v>
                </c:pt>
                <c:pt idx="917">
                  <c:v>0.0008340775104926</c:v>
                </c:pt>
                <c:pt idx="918">
                  <c:v>0.00084785890474049</c:v>
                </c:pt>
                <c:pt idx="919">
                  <c:v>0.00086213247102168</c:v>
                </c:pt>
                <c:pt idx="920">
                  <c:v>0.00087692052954893</c:v>
                </c:pt>
                <c:pt idx="921">
                  <c:v>0.00089224673040037</c:v>
                </c:pt>
                <c:pt idx="922">
                  <c:v>0.00090813614828734</c:v>
                </c:pt>
                <c:pt idx="923">
                  <c:v>0.00092461538533525</c:v>
                </c:pt>
                <c:pt idx="924">
                  <c:v>0.00094171268265839</c:v>
                </c:pt>
                <c:pt idx="925">
                  <c:v>0.00095945804159615</c:v>
                </c:pt>
                <c:pt idx="926">
                  <c:v>0.00097788335557542</c:v>
                </c:pt>
                <c:pt idx="927">
                  <c:v>0.00099702255367394</c:v>
                </c:pt>
                <c:pt idx="928">
                  <c:v>0.0010169117570827</c:v>
                </c:pt>
                <c:pt idx="929">
                  <c:v>0.0010375894498054</c:v>
                </c:pt>
                <c:pt idx="930">
                  <c:v>0.0010590966650913</c:v>
                </c:pt>
                <c:pt idx="931">
                  <c:v>0.0010814771892755</c:v>
                </c:pt>
                <c:pt idx="932">
                  <c:v>0.0011047777849061</c:v>
                </c:pt>
                <c:pt idx="933">
                  <c:v>0.0011290484352653</c:v>
                </c:pt>
                <c:pt idx="934">
                  <c:v>0.0011543426126577</c:v>
                </c:pt>
                <c:pt idx="935">
                  <c:v>0.0011807175731337</c:v>
                </c:pt>
                <c:pt idx="936">
                  <c:v>0.001208234680664</c:v>
                </c:pt>
                <c:pt idx="937">
                  <c:v>0.0012369597641649</c:v>
                </c:pt>
                <c:pt idx="938">
                  <c:v>0.0012669635112301</c:v>
                </c:pt>
                <c:pt idx="939">
                  <c:v>0.001298321902931</c:v>
                </c:pt>
                <c:pt idx="940">
                  <c:v>0.0013311166946478</c:v>
                </c:pt>
                <c:pt idx="941">
                  <c:v>0.0013654359485686</c:v>
                </c:pt>
                <c:pt idx="942">
                  <c:v>0.001401374624287</c:v>
                </c:pt>
                <c:pt idx="943">
                  <c:v>0.0014390352348365</c:v>
                </c:pt>
                <c:pt idx="944">
                  <c:v>0.0014785285765614</c:v>
                </c:pt>
                <c:pt idx="945">
                  <c:v>0.0015199745424489</c:v>
                </c:pt>
                <c:pt idx="946">
                  <c:v>0.0015635030299816</c:v>
                </c:pt>
                <c:pt idx="947">
                  <c:v>0.0016092549562401</c:v>
                </c:pt>
                <c:pt idx="948">
                  <c:v>0.0016573833949418</c:v>
                </c:pt>
                <c:pt idx="949">
                  <c:v>0.0017080548523958</c:v>
                </c:pt>
                <c:pt idx="950">
                  <c:v>0.001761450702055</c:v>
                </c:pt>
                <c:pt idx="951">
                  <c:v>0.0018177688005278</c:v>
                </c:pt>
                <c:pt idx="952">
                  <c:v>0.0018772253116755</c:v>
                </c:pt>
                <c:pt idx="953">
                  <c:v>0.0019400567698829</c:v>
                </c:pt>
                <c:pt idx="954">
                  <c:v>0.0020065224188957</c:v>
                </c:pt>
                <c:pt idx="955">
                  <c:v>0.0020769068689447</c:v>
                </c:pt>
                <c:pt idx="956">
                  <c:v>0.0021515231224419</c:v>
                </c:pt>
                <c:pt idx="957">
                  <c:v>0.0022307160276185</c:v>
                </c:pt>
                <c:pt idx="958">
                  <c:v>0.0023148662304005</c:v>
                </c:pt>
                <c:pt idx="959">
                  <c:v>0.002404394708026</c:v>
                </c:pt>
                <c:pt idx="960">
                  <c:v>0.002499767983907</c:v>
                </c:pt>
                <c:pt idx="961">
                  <c:v>0.0026015041427101</c:v>
                </c:pt>
                <c:pt idx="962">
                  <c:v>0.0027101797883967</c:v>
                </c:pt>
                <c:pt idx="963">
                  <c:v>0.0028264381170984</c:v>
                </c:pt>
                <c:pt idx="964">
                  <c:v>0.0029509983125573</c:v>
                </c:pt>
                <c:pt idx="965">
                  <c:v>0.0030846665161643</c:v>
                </c:pt>
                <c:pt idx="966">
                  <c:v>0.0032283486786134</c:v>
                </c:pt>
                <c:pt idx="967">
                  <c:v>0.0033830656687339</c:v>
                </c:pt>
                <c:pt idx="968">
                  <c:v>0.0035499711009042</c:v>
                </c:pt>
                <c:pt idx="969">
                  <c:v>0.0037303724504763</c:v>
                </c:pt>
                <c:pt idx="970">
                  <c:v>0.0039257561632557</c:v>
                </c:pt>
                <c:pt idx="971">
                  <c:v>0.004137817638757</c:v>
                </c:pt>
                <c:pt idx="972">
                  <c:v>0.0043684971889201</c:v>
                </c:pt>
                <c:pt idx="973">
                  <c:v>0.0046200233592504</c:v>
                </c:pt>
                <c:pt idx="974">
                  <c:v>0.0048949653680985</c:v>
                </c:pt>
                <c:pt idx="975">
                  <c:v>0.0051962968993228</c:v>
                </c:pt>
                <c:pt idx="976">
                  <c:v>0.0055274741110064</c:v>
                </c:pt>
                <c:pt idx="977">
                  <c:v>0.0058925315491101</c:v>
                </c:pt>
                <c:pt idx="978">
                  <c:v>0.0062962007500852</c:v>
                </c:pt>
                <c:pt idx="979">
                  <c:v>0.0067440577779079</c:v>
                </c:pt>
                <c:pt idx="980">
                  <c:v>0.0072427079047364</c:v>
                </c:pt>
                <c:pt idx="981">
                  <c:v>0.0078000183015909</c:v>
                </c:pt>
                <c:pt idx="982">
                  <c:v>0.0084254132263664</c:v>
                </c:pt>
                <c:pt idx="983">
                  <c:v>0.0091302511650429</c:v>
                </c:pt>
                <c:pt idx="984">
                  <c:v>0.0099283102456298</c:v>
                </c:pt>
                <c:pt idx="985">
                  <c:v>0.010836417784706</c:v>
                </c:pt>
                <c:pt idx="986">
                  <c:v>0.011875273158032</c:v>
                </c:pt>
                <c:pt idx="987">
                  <c:v>0.013070531891334</c:v>
                </c:pt>
                <c:pt idx="988">
                  <c:v>0.014454245155871</c:v>
                </c:pt>
                <c:pt idx="989">
                  <c:v>0.016066785723888</c:v>
                </c:pt>
                <c:pt idx="990">
                  <c:v>0.017959442758909</c:v>
                </c:pt>
                <c:pt idx="991">
                  <c:v>0.020197938127104</c:v>
                </c:pt>
                <c:pt idx="992">
                  <c:v>0.022867210538922</c:v>
                </c:pt>
                <c:pt idx="993">
                  <c:v>0.026077931864483</c:v>
                </c:pt>
                <c:pt idx="994">
                  <c:v>0.0299753479314</c:v>
                </c:pt>
                <c:pt idx="995">
                  <c:v>0.034751096356261</c:v>
                </c:pt>
                <c:pt idx="996">
                  <c:v>0.040658391446704</c:v>
                </c:pt>
                <c:pt idx="997">
                  <c:v>0.048029796955656</c:v>
                </c:pt>
                <c:pt idx="998">
                  <c:v>0.057293465601157</c:v>
                </c:pt>
                <c:pt idx="999">
                  <c:v>0.068975088021685</c:v>
                </c:pt>
                <c:pt idx="1000">
                  <c:v>0.083652368957425</c:v>
                </c:pt>
                <c:pt idx="1001">
                  <c:v>0.1017879084297</c:v>
                </c:pt>
                <c:pt idx="1002">
                  <c:v>0.12330926464384</c:v>
                </c:pt>
                <c:pt idx="1003">
                  <c:v>0.14681377422904</c:v>
                </c:pt>
                <c:pt idx="1004">
                  <c:v>0.16862965762556</c:v>
                </c:pt>
                <c:pt idx="1005">
                  <c:v>0.18292683210204</c:v>
                </c:pt>
                <c:pt idx="1006">
                  <c:v>0.18555632584316</c:v>
                </c:pt>
                <c:pt idx="1007">
                  <c:v>0.18446178630074</c:v>
                </c:pt>
                <c:pt idx="1008">
                  <c:v>0.17260106903781</c:v>
                </c:pt>
                <c:pt idx="1009">
                  <c:v>0.15188331008257</c:v>
                </c:pt>
                <c:pt idx="1010">
                  <c:v>0.12834449921321</c:v>
                </c:pt>
                <c:pt idx="1011">
                  <c:v>0.10620810234401</c:v>
                </c:pt>
                <c:pt idx="1012">
                  <c:v>0.087300047790589</c:v>
                </c:pt>
                <c:pt idx="1013">
                  <c:v>0.071901293546309</c:v>
                </c:pt>
                <c:pt idx="1014">
                  <c:v>0.059618102053282</c:v>
                </c:pt>
                <c:pt idx="1015">
                  <c:v>0.049877293399288</c:v>
                </c:pt>
                <c:pt idx="1016">
                  <c:v>0.042135383943228</c:v>
                </c:pt>
                <c:pt idx="1017">
                  <c:v>0.035942346941445</c:v>
                </c:pt>
                <c:pt idx="1018">
                  <c:v>0.030946056520986</c:v>
                </c:pt>
                <c:pt idx="1019">
                  <c:v>0.026877556709285</c:v>
                </c:pt>
                <c:pt idx="1020">
                  <c:v>0.023533120734513</c:v>
                </c:pt>
                <c:pt idx="1021">
                  <c:v>0.020758438385555</c:v>
                </c:pt>
                <c:pt idx="1022">
                  <c:v>0.018436111231241</c:v>
                </c:pt>
                <c:pt idx="1023">
                  <c:v>0.016476211852515</c:v>
                </c:pt>
                <c:pt idx="1024">
                  <c:v>0.014809299627221</c:v>
                </c:pt>
                <c:pt idx="1025">
                  <c:v>0.013381291944654</c:v>
                </c:pt>
                <c:pt idx="1026">
                  <c:v>0.012149699563047</c:v>
                </c:pt>
                <c:pt idx="1027">
                  <c:v>0.011080853616121</c:v>
                </c:pt>
                <c:pt idx="1028">
                  <c:v>0.01014785132935</c:v>
                </c:pt>
                <c:pt idx="1029">
                  <c:v>0.0093290235193908</c:v>
                </c:pt>
                <c:pt idx="1030">
                  <c:v>0.0086067825947574</c:v>
                </c:pt>
                <c:pt idx="1031">
                  <c:v>0.0079667497104453</c:v>
                </c:pt>
                <c:pt idx="1032">
                  <c:v>0.0073970881492137</c:v>
                </c:pt>
                <c:pt idx="1033">
                  <c:v>0.0068879901869024</c:v>
                </c:pt>
                <c:pt idx="1034">
                  <c:v>0.0064312790599461</c:v>
                </c:pt>
                <c:pt idx="1035">
                  <c:v>0.0060200979118338</c:v>
                </c:pt>
                <c:pt idx="1036">
                  <c:v>0.0056486649632881</c:v>
                </c:pt>
                <c:pt idx="1037">
                  <c:v>0.0053120794761072</c:v>
                </c:pt>
                <c:pt idx="1038">
                  <c:v>0.0050061669553198</c:v>
                </c:pt>
                <c:pt idx="1039">
                  <c:v>0.0047273548733378</c:v>
                </c:pt>
                <c:pt idx="1040">
                  <c:v>0.0044725722946966</c:v>
                </c:pt>
                <c:pt idx="1041">
                  <c:v>0.0042391683366884</c:v>
                </c:pt>
                <c:pt idx="1042">
                  <c:v>0.0040248455660216</c:v>
                </c:pt>
                <c:pt idx="1043">
                  <c:v>0.0038276053091694</c:v>
                </c:pt>
                <c:pt idx="1044">
                  <c:v>0.003645702519557</c:v>
                </c:pt>
                <c:pt idx="1045">
                  <c:v>0.0034776083526542</c:v>
                </c:pt>
                <c:pt idx="1046">
                  <c:v>0.0033219789901356</c:v>
                </c:pt>
                <c:pt idx="1047">
                  <c:v>0.0031776295556636</c:v>
                </c:pt>
                <c:pt idx="1048">
                  <c:v>0.0030435121990829</c:v>
                </c:pt>
                <c:pt idx="1049">
                  <c:v>0.002918697608866</c:v>
                </c:pt>
                <c:pt idx="1050">
                  <c:v>0.0028023593564822</c:v>
                </c:pt>
                <c:pt idx="1051">
                  <c:v>0.0026937605899702</c:v>
                </c:pt>
                <c:pt idx="1052">
                  <c:v>0.0025922426841736</c:v>
                </c:pt>
                <c:pt idx="1053">
                  <c:v>0.0024972155270406</c:v>
                </c:pt>
                <c:pt idx="1054">
                  <c:v>0.002408149179034</c:v>
                </c:pt>
                <c:pt idx="1055">
                  <c:v>0.0023245666891087</c:v>
                </c:pt>
                <c:pt idx="1056">
                  <c:v>0.0022460378882351</c:v>
                </c:pt>
                <c:pt idx="1057">
                  <c:v>0.0021721740119088</c:v>
                </c:pt>
                <c:pt idx="1058">
                  <c:v>0.0021026230279218</c:v>
                </c:pt>
                <c:pt idx="1059">
                  <c:v>0.0020370655659874</c:v>
                </c:pt>
                <c:pt idx="1060">
                  <c:v>0.0019752113625092</c:v>
                </c:pt>
                <c:pt idx="1061">
                  <c:v>0.0019167961475403</c:v>
                </c:pt>
                <c:pt idx="1062">
                  <c:v>0.0018615789123669</c:v>
                </c:pt>
                <c:pt idx="1063">
                  <c:v>0.0018093395055983</c:v>
                </c:pt>
                <c:pt idx="1064">
                  <c:v>0.0017598765135183</c:v>
                </c:pt>
                <c:pt idx="1065">
                  <c:v>0.001713005387025</c:v>
                </c:pt>
                <c:pt idx="1066">
                  <c:v>0.0016685567829986</c:v>
                </c:pt>
                <c:pt idx="1067">
                  <c:v>0.0016263750925671</c:v>
                </c:pt>
                <c:pt idx="1068">
                  <c:v>0.001586317132645</c:v>
                </c:pt>
                <c:pt idx="1069">
                  <c:v>0.0015482509804166</c:v>
                </c:pt>
                <c:pt idx="1070">
                  <c:v>0.0015120549332371</c:v>
                </c:pt>
                <c:pt idx="1071">
                  <c:v>0.0014776165787971</c:v>
                </c:pt>
                <c:pt idx="1072">
                  <c:v>0.0014448319624225</c:v>
                </c:pt>
                <c:pt idx="1073">
                  <c:v>0.0014136048401121</c:v>
                </c:pt>
                <c:pt idx="1074">
                  <c:v>0.0013838460073923</c:v>
                </c:pt>
                <c:pt idx="1075">
                  <c:v>0.0013554726953421</c:v>
                </c:pt>
                <c:pt idx="1076">
                  <c:v>0.0013284080262316</c:v>
                </c:pt>
                <c:pt idx="1077">
                  <c:v>0.0013025805221589</c:v>
                </c:pt>
                <c:pt idx="1078">
                  <c:v>0.0012779236608839</c:v>
                </c:pt>
                <c:pt idx="1079">
                  <c:v>0.0012543754737618</c:v>
                </c:pt>
                <c:pt idx="1080">
                  <c:v>0.0012318781812875</c:v>
                </c:pt>
                <c:pt idx="1081">
                  <c:v>0.0012103778622957</c:v>
                </c:pt>
                <c:pt idx="1082">
                  <c:v>0.0011898241533187</c:v>
                </c:pt>
                <c:pt idx="1083">
                  <c:v>0.001170169975012</c:v>
                </c:pt>
                <c:pt idx="1084">
                  <c:v>0.0011513712829048</c:v>
                </c:pt>
                <c:pt idx="1085">
                  <c:v>0.0011333868400437</c:v>
                </c:pt>
                <c:pt idx="1086">
                  <c:v>0.001116178009367</c:v>
                </c:pt>
                <c:pt idx="1087">
                  <c:v>0.0010997085638842</c:v>
                </c:pt>
                <c:pt idx="1088">
                  <c:v>0.0010839445129441</c:v>
                </c:pt>
                <c:pt idx="1089">
                  <c:v>0.0010688539430583</c:v>
                </c:pt>
                <c:pt idx="1090">
                  <c:v>0.0010544068719115</c:v>
                </c:pt>
                <c:pt idx="1091">
                  <c:v>0.0010405751143292</c:v>
                </c:pt>
                <c:pt idx="1092">
                  <c:v>0.001027332159106</c:v>
                </c:pt>
                <c:pt idx="1093">
                  <c:v>0.0010146530557039</c:v>
                </c:pt>
                <c:pt idx="1094">
                  <c:v>0.0010025143099368</c:v>
                </c:pt>
                <c:pt idx="1095">
                  <c:v>0.00099089378784022</c:v>
                </c:pt>
                <c:pt idx="1096">
                  <c:v>0.00097977062700788</c:v>
                </c:pt>
                <c:pt idx="1097">
                  <c:v>0.00096912515474675</c:v>
                </c:pt>
                <c:pt idx="1098">
                  <c:v>0.00095893881246415</c:v>
                </c:pt>
                <c:pt idx="1099">
                  <c:v>0.0009491940857575</c:v>
                </c:pt>
                <c:pt idx="1100">
                  <c:v>0.00093987443972754</c:v>
                </c:pt>
                <c:pt idx="1101">
                  <c:v>0.00093096425908082</c:v>
                </c:pt>
                <c:pt idx="1102">
                  <c:v>0.00092244879262759</c:v>
                </c:pt>
                <c:pt idx="1103">
                  <c:v>0.00091431410181804</c:v>
                </c:pt>
                <c:pt idx="1104">
                  <c:v>0.00090654701299166</c:v>
                </c:pt>
                <c:pt idx="1105">
                  <c:v>0.0008991350730449</c:v>
                </c:pt>
                <c:pt idx="1106">
                  <c:v>0.00089206650824781</c:v>
                </c:pt>
                <c:pt idx="1107">
                  <c:v>0.00088533018596501</c:v>
                </c:pt>
                <c:pt idx="1108">
                  <c:v>0.00087891557905739</c:v>
                </c:pt>
                <c:pt idx="1109">
                  <c:v>0.00087281273276085</c:v>
                </c:pt>
                <c:pt idx="1110">
                  <c:v>0.00086701223385566</c:v>
                </c:pt>
                <c:pt idx="1111">
                  <c:v>0.00086150518195635</c:v>
                </c:pt>
                <c:pt idx="1112">
                  <c:v>0.00085628316276637</c:v>
                </c:pt>
                <c:pt idx="1113">
                  <c:v>0.00085133822315491</c:v>
                </c:pt>
                <c:pt idx="1114">
                  <c:v>0.0008466628479254</c:v>
                </c:pt>
                <c:pt idx="1115">
                  <c:v>0.00084224993815588</c:v>
                </c:pt>
                <c:pt idx="1116">
                  <c:v>0.00083809279100156</c:v>
                </c:pt>
                <c:pt idx="1117">
                  <c:v>0.00083418508085873</c:v>
                </c:pt>
                <c:pt idx="1118">
                  <c:v>0.0008305208417976</c:v>
                </c:pt>
                <c:pt idx="1119">
                  <c:v>0.00082709445117911</c:v>
                </c:pt>
                <c:pt idx="1120">
                  <c:v>0.00082390061437757</c:v>
                </c:pt>
                <c:pt idx="1121">
                  <c:v>0.00082093435053747</c:v>
                </c:pt>
                <c:pt idx="1122">
                  <c:v>0.00081819097929838</c:v>
                </c:pt>
                <c:pt idx="1123">
                  <c:v>0.00081566610842734</c:v>
                </c:pt>
                <c:pt idx="1124">
                  <c:v>0.00081335562230295</c:v>
                </c:pt>
                <c:pt idx="1125">
                  <c:v>0.00081125567119974</c:v>
                </c:pt>
                <c:pt idx="1126">
                  <c:v>0.00080936266132577</c:v>
                </c:pt>
                <c:pt idx="1127">
                  <c:v>0.00080767324556994</c:v>
                </c:pt>
                <c:pt idx="1128">
                  <c:v>0.00080618431491926</c:v>
                </c:pt>
                <c:pt idx="1129">
                  <c:v>0.00080489299050936</c:v>
                </c:pt>
                <c:pt idx="1130">
                  <c:v>0.00080379661627471</c:v>
                </c:pt>
                <c:pt idx="1131">
                  <c:v>0.00080289275216771</c:v>
                </c:pt>
                <c:pt idx="1132">
                  <c:v>0.00080217916791833</c:v>
                </c:pt>
                <c:pt idx="1133">
                  <c:v>0.00080165383730874</c:v>
                </c:pt>
                <c:pt idx="1134">
                  <c:v>0.0008013149329391</c:v>
                </c:pt>
                <c:pt idx="1135">
                  <c:v>0.00080116082146331</c:v>
                </c:pt>
                <c:pt idx="1136">
                  <c:v>0.00080119005927509</c:v>
                </c:pt>
                <c:pt idx="1137">
                  <c:v>0.00080140138862692</c:v>
                </c:pt>
                <c:pt idx="1138">
                  <c:v>0.00080179373416595</c:v>
                </c:pt>
                <c:pt idx="1139">
                  <c:v>0.00080236619987264</c:v>
                </c:pt>
                <c:pt idx="1140">
                  <c:v>0.00080311806638965</c:v>
                </c:pt>
                <c:pt idx="1141">
                  <c:v>0.00080404878872969</c:v>
                </c:pt>
                <c:pt idx="1142">
                  <c:v>0.00080515799435282</c:v>
                </c:pt>
                <c:pt idx="1143">
                  <c:v>0.00080644548160476</c:v>
                </c:pt>
                <c:pt idx="1144">
                  <c:v>0.00080791121850925</c:v>
                </c:pt>
                <c:pt idx="1145">
                  <c:v>0.0008095553419088</c:v>
                </c:pt>
                <c:pt idx="1146">
                  <c:v>0.00081137815694924</c:v>
                </c:pt>
                <c:pt idx="1147">
                  <c:v>0.00081338013690497</c:v>
                </c:pt>
                <c:pt idx="1148">
                  <c:v>0.00081556192334266</c:v>
                </c:pt>
                <c:pt idx="1149">
                  <c:v>0.00081792432662267</c:v>
                </c:pt>
                <c:pt idx="1150">
                  <c:v>0.00082046832673842</c:v>
                </c:pt>
                <c:pt idx="1151">
                  <c:v>0.00082319507449501</c:v>
                </c:pt>
                <c:pt idx="1152">
                  <c:v>0.00082610589302994</c:v>
                </c:pt>
                <c:pt idx="1153">
                  <c:v>0.00082920227967952</c:v>
                </c:pt>
                <c:pt idx="1154">
                  <c:v>0.00083248590819598</c:v>
                </c:pt>
                <c:pt idx="1155">
                  <c:v>0.00083595863132148</c:v>
                </c:pt>
                <c:pt idx="1156">
                  <c:v>0.00083962248372647</c:v>
                </c:pt>
                <c:pt idx="1157">
                  <c:v>0.00084347968532098</c:v>
                </c:pt>
                <c:pt idx="1158">
                  <c:v>0.00084753264494895</c:v>
                </c:pt>
                <c:pt idx="1159">
                  <c:v>0.0008517839644769</c:v>
                </c:pt>
                <c:pt idx="1160">
                  <c:v>0.00085623644328973</c:v>
                </c:pt>
                <c:pt idx="1161">
                  <c:v>0.00086089308320796</c:v>
                </c:pt>
                <c:pt idx="1162">
                  <c:v>0.00086575709384216</c:v>
                </c:pt>
                <c:pt idx="1163">
                  <c:v>0.00087083189840197</c:v>
                </c:pt>
                <c:pt idx="1164">
                  <c:v>0.00087612113997905</c:v>
                </c:pt>
                <c:pt idx="1165">
                  <c:v>0.00088162868832478</c:v>
                </c:pt>
                <c:pt idx="1166">
                  <c:v>0.00088735864714564</c:v>
                </c:pt>
                <c:pt idx="1167">
                  <c:v>0.00089331536194134</c:v>
                </c:pt>
                <c:pt idx="1168">
                  <c:v>0.00089950342841282</c:v>
                </c:pt>
                <c:pt idx="1169">
                  <c:v>0.00090592770146952</c:v>
                </c:pt>
                <c:pt idx="1170">
                  <c:v>0.00091259330486805</c:v>
                </c:pt>
                <c:pt idx="1171">
                  <c:v>0.00091950564151688</c:v>
                </c:pt>
                <c:pt idx="1172">
                  <c:v>0.00092667040448458</c:v>
                </c:pt>
                <c:pt idx="1173">
                  <c:v>0.00093409358875225</c:v>
                </c:pt>
                <c:pt idx="1174">
                  <c:v>0.00094178150375416</c:v>
                </c:pt>
                <c:pt idx="1175">
                  <c:v>0.00094974078675409</c:v>
                </c:pt>
                <c:pt idx="1176">
                  <c:v>0.00095797841710885</c:v>
                </c:pt>
                <c:pt idx="1177">
                  <c:v>0.00096650173147454</c:v>
                </c:pt>
                <c:pt idx="1178">
                  <c:v>0.00097531844001572</c:v>
                </c:pt>
                <c:pt idx="1179">
                  <c:v>0.00098443664368253</c:v>
                </c:pt>
                <c:pt idx="1180">
                  <c:v>0.00099386485262615</c:v>
                </c:pt>
                <c:pt idx="1181">
                  <c:v>0.0010036120058286</c:v>
                </c:pt>
                <c:pt idx="1182">
                  <c:v>0.0010136874920295</c:v>
                </c:pt>
                <c:pt idx="1183">
                  <c:v>0.0010241011720388</c:v>
                </c:pt>
                <c:pt idx="1184">
                  <c:v>0.0010348634025321</c:v>
                </c:pt>
                <c:pt idx="1185">
                  <c:v>0.0010459850614338</c:v>
                </c:pt>
                <c:pt idx="1186">
                  <c:v>0.0010574775750005</c:v>
                </c:pt>
                <c:pt idx="1187">
                  <c:v>0.0010693529467293</c:v>
                </c:pt>
                <c:pt idx="1188">
                  <c:v>0.0010816237882233</c:v>
                </c:pt>
                <c:pt idx="1189">
                  <c:v>0.0010943033521609</c:v>
                </c:pt>
                <c:pt idx="1190">
                  <c:v>0.0011074055675248</c:v>
                </c:pt>
                <c:pt idx="1191">
                  <c:v>0.0011209450772642</c:v>
                </c:pt>
                <c:pt idx="1192">
                  <c:v>0.0011349372785761</c:v>
                </c:pt>
                <c:pt idx="1193">
                  <c:v>0.0011493983660084</c:v>
                </c:pt>
                <c:pt idx="1194">
                  <c:v>0.0011643453776074</c:v>
                </c:pt>
                <c:pt idx="1195">
                  <c:v>0.0011797962443508</c:v>
                </c:pt>
                <c:pt idx="1196">
                  <c:v>0.0011957698431295</c:v>
                </c:pt>
                <c:pt idx="1197">
                  <c:v>0.0012122860535668</c:v>
                </c:pt>
                <c:pt idx="1198">
                  <c:v>0.0012293658189897</c:v>
                </c:pt>
                <c:pt idx="1199">
                  <c:v>0.0012470312118962</c:v>
                </c:pt>
                <c:pt idx="1200">
                  <c:v>0.0012653055042964</c:v>
                </c:pt>
                <c:pt idx="1201">
                  <c:v>0.0012842132433399</c:v>
                </c:pt>
                <c:pt idx="1202">
                  <c:v>0.0013037803326841</c:v>
                </c:pt>
                <c:pt idx="1203">
                  <c:v>0.0013240341200993</c:v>
                </c:pt>
                <c:pt idx="1204">
                  <c:v>0.0013450034918601</c:v>
                </c:pt>
                <c:pt idx="1205">
                  <c:v>0.0013667189745223</c:v>
                </c:pt>
                <c:pt idx="1206">
                  <c:v>0.00138921284475</c:v>
                </c:pt>
                <c:pt idx="1207">
                  <c:v>0.0014125192479227</c:v>
                </c:pt>
                <c:pt idx="1208">
                  <c:v>0.0014366743263275</c:v>
                </c:pt>
                <c:pt idx="1209">
                  <c:v>0.0014617163578287</c:v>
                </c:pt>
                <c:pt idx="1210">
                  <c:v>0.0014876859059977</c:v>
                </c:pt>
                <c:pt idx="1211">
                  <c:v>0.0015146259827934</c:v>
                </c:pt>
                <c:pt idx="1212">
                  <c:v>0.0015425822250021</c:v>
                </c:pt>
                <c:pt idx="1213">
                  <c:v>0.0015716030857766</c:v>
                </c:pt>
                <c:pt idx="1214">
                  <c:v>0.0016017400427633</c:v>
                </c:pt>
                <c:pt idx="1215">
                  <c:v>0.0016330478244749</c:v>
                </c:pt>
                <c:pt idx="1216">
                  <c:v>0.0016655846567519</c:v>
                </c:pt>
                <c:pt idx="1217">
                  <c:v>0.0016994125313722</c:v>
                </c:pt>
                <c:pt idx="1218">
                  <c:v>0.0017345974991029</c:v>
                </c:pt>
                <c:pt idx="1219">
                  <c:v>0.0017712099897657</c:v>
                </c:pt>
                <c:pt idx="1220">
                  <c:v>0.0018093251621894</c:v>
                </c:pt>
                <c:pt idx="1221">
                  <c:v>0.0018490232872748</c:v>
                </c:pt>
                <c:pt idx="1222">
                  <c:v>0.0018903901677918</c:v>
                </c:pt>
                <c:pt idx="1223">
                  <c:v>0.0019335175989817</c:v>
                </c:pt>
                <c:pt idx="1224">
                  <c:v>0.0019785038745472</c:v>
                </c:pt>
                <c:pt idx="1225">
                  <c:v>0.0020254543432066</c:v>
                </c:pt>
                <c:pt idx="1226">
                  <c:v>0.0020744820216528</c:v>
                </c:pt>
                <c:pt idx="1227">
                  <c:v>0.0021257082705337</c:v>
                </c:pt>
                <c:pt idx="1228">
                  <c:v>0.0021792635409507</c:v>
                </c:pt>
                <c:pt idx="1229">
                  <c:v>0.0022352881999901</c:v>
                </c:pt>
                <c:pt idx="1230">
                  <c:v>0.0022939334449749</c:v>
                </c:pt>
                <c:pt idx="1231">
                  <c:v>0.0023553623174773</c:v>
                </c:pt>
                <c:pt idx="1232">
                  <c:v>0.0024197508296988</c:v>
                </c:pt>
                <c:pt idx="1233">
                  <c:v>0.0024872892176432</c:v>
                </c:pt>
                <c:pt idx="1234">
                  <c:v>0.0025581833376187</c:v>
                </c:pt>
                <c:pt idx="1235">
                  <c:v>0.0026326562250666</c:v>
                </c:pt>
                <c:pt idx="1236">
                  <c:v>0.0027109498375881</c:v>
                </c:pt>
                <c:pt idx="1237">
                  <c:v>0.0027933270074024</c:v>
                </c:pt>
                <c:pt idx="1238">
                  <c:v>0.0028800736324154</c:v>
                </c:pt>
                <c:pt idx="1239">
                  <c:v>0.0029715011397234</c:v>
                </c:pt>
                <c:pt idx="1240">
                  <c:v>0.0030679492608445</c:v>
                </c:pt>
                <c:pt idx="1241">
                  <c:v>0.0031697891644519</c:v>
                </c:pt>
                <c:pt idx="1242">
                  <c:v>0.0032774270000535</c:v>
                </c:pt>
                <c:pt idx="1243">
                  <c:v>0.0033913079151978</c:v>
                </c:pt>
                <c:pt idx="1244">
                  <c:v>0.0035119206196738</c:v>
                </c:pt>
                <c:pt idx="1245">
                  <c:v>0.0036398025832031</c:v>
                </c:pt>
                <c:pt idx="1246">
                  <c:v>0.0037755459687617</c:v>
                </c:pt>
                <c:pt idx="1247">
                  <c:v>0.0039198044225011</c:v>
                </c:pt>
                <c:pt idx="1248">
                  <c:v>0.0040733008639904</c:v>
                </c:pt>
                <c:pt idx="1249">
                  <c:v>0.004236836448094</c:v>
                </c:pt>
                <c:pt idx="1250">
                  <c:v>0.0044113009033678</c:v>
                </c:pt>
                <c:pt idx="1251">
                  <c:v>0.0045976844928693</c:v>
                </c:pt>
                <c:pt idx="1252">
                  <c:v>0.0047970918935646</c:v>
                </c:pt>
                <c:pt idx="1253">
                  <c:v>0.0050107583524296</c:v>
                </c:pt>
                <c:pt idx="1254">
                  <c:v>0.0052400685538972</c:v>
                </c:pt>
                <c:pt idx="1255">
                  <c:v>0.005486578728364</c:v>
                </c:pt>
                <c:pt idx="1256">
                  <c:v>0.0057520426500536</c:v>
                </c:pt>
                <c:pt idx="1257">
                  <c:v>0.0060384423211498</c:v>
                </c:pt>
                <c:pt idx="1258">
                  <c:v>0.0063480243262839</c:v>
                </c:pt>
                <c:pt idx="1259">
                  <c:v>0.0066833430783822</c:v>
                </c:pt>
                <c:pt idx="1260">
                  <c:v>0.007047312478357</c:v>
                </c:pt>
                <c:pt idx="1261">
                  <c:v>0.0074432678968553</c:v>
                </c:pt>
                <c:pt idx="1262">
                  <c:v>0.0078750408826266</c:v>
                </c:pt>
                <c:pt idx="1263">
                  <c:v>0.0083470496445207</c:v>
                </c:pt>
                <c:pt idx="1264">
                  <c:v>0.0088644091908388</c:v>
                </c:pt>
                <c:pt idx="1265">
                  <c:v>0.0094330661063761</c:v>
                </c:pt>
                <c:pt idx="1266">
                  <c:v>0.01005996439438</c:v>
                </c:pt>
                <c:pt idx="1267">
                  <c:v>0.010753250732834</c:v>
                </c:pt>
                <c:pt idx="1268">
                  <c:v>0.011522530066097</c:v>
                </c:pt>
                <c:pt idx="1269">
                  <c:v>0.012379185917025</c:v>
                </c:pt>
                <c:pt idx="1270">
                  <c:v>0.013336784503544</c:v>
                </c:pt>
                <c:pt idx="1271">
                  <c:v>0.014411588168432</c:v>
                </c:pt>
                <c:pt idx="1272">
                  <c:v>0.015623212482729</c:v>
                </c:pt>
                <c:pt idx="1273">
                  <c:v>0.016995473650302</c:v>
                </c:pt>
                <c:pt idx="1274">
                  <c:v>0.018557489937258</c:v>
                </c:pt>
                <c:pt idx="1275">
                  <c:v>0.020345124793725</c:v>
                </c:pt>
                <c:pt idx="1276">
                  <c:v>0.022402892970711</c:v>
                </c:pt>
                <c:pt idx="1277">
                  <c:v>0.024786498312484</c:v>
                </c:pt>
                <c:pt idx="1278">
                  <c:v>0.027566239260274</c:v>
                </c:pt>
                <c:pt idx="1279">
                  <c:v>0.030831616819711</c:v>
                </c:pt>
                <c:pt idx="1280">
                  <c:v>0.034697632161613</c:v>
                </c:pt>
                <c:pt idx="1281">
                  <c:v>0.039313493604021</c:v>
                </c:pt>
                <c:pt idx="1282">
                  <c:v>0.044874729978809</c:v>
                </c:pt>
                <c:pt idx="1283">
                  <c:v>0.051639892822732</c:v>
                </c:pt>
                <c:pt idx="1284">
                  <c:v>0.059953149047829</c:v>
                </c:pt>
                <c:pt idx="1285">
                  <c:v>0.070274146441962</c:v>
                </c:pt>
                <c:pt idx="1286">
                  <c:v>0.083215417558921</c:v>
                </c:pt>
                <c:pt idx="1287">
                  <c:v>0.099582571924864</c:v>
                </c:pt>
                <c:pt idx="1288">
                  <c:v>0.12039814818723</c:v>
                </c:pt>
                <c:pt idx="1289">
                  <c:v>0.14685371151878</c:v>
                </c:pt>
                <c:pt idx="1290">
                  <c:v>0.18005449577381</c:v>
                </c:pt>
                <c:pt idx="1291">
                  <c:v>0.22028533869772</c:v>
                </c:pt>
                <c:pt idx="1292">
                  <c:v>0.26545547986394</c:v>
                </c:pt>
                <c:pt idx="1293">
                  <c:v>0.3089364990894</c:v>
                </c:pt>
                <c:pt idx="1294">
                  <c:v>0.3390693019726</c:v>
                </c:pt>
                <c:pt idx="1295">
                  <c:v>0.34574741255431</c:v>
                </c:pt>
                <c:pt idx="1296">
                  <c:v>0.3443198967337</c:v>
                </c:pt>
                <c:pt idx="1297">
                  <c:v>0.32237153992242</c:v>
                </c:pt>
                <c:pt idx="1298">
                  <c:v>0.28229902087473</c:v>
                </c:pt>
                <c:pt idx="1299">
                  <c:v>0.23668476387149</c:v>
                </c:pt>
                <c:pt idx="1300">
                  <c:v>0.19418643946184</c:v>
                </c:pt>
                <c:pt idx="1301">
                  <c:v>0.15833275585275</c:v>
                </c:pt>
                <c:pt idx="1302">
                  <c:v>0.12948763713396</c:v>
                </c:pt>
                <c:pt idx="1303">
                  <c:v>0.10672702128198</c:v>
                </c:pt>
                <c:pt idx="1304">
                  <c:v>0.088843524791846</c:v>
                </c:pt>
                <c:pt idx="1305">
                  <c:v>0.074739453465101</c:v>
                </c:pt>
                <c:pt idx="1306">
                  <c:v>0.063529582592617</c:v>
                </c:pt>
                <c:pt idx="1307">
                  <c:v>0.054534411618975</c:v>
                </c:pt>
                <c:pt idx="1308">
                  <c:v>0.047242541155471</c:v>
                </c:pt>
                <c:pt idx="1309">
                  <c:v>0.041271129549532</c:v>
                </c:pt>
                <c:pt idx="1310">
                  <c:v>0.036332961765419</c:v>
                </c:pt>
                <c:pt idx="1311">
                  <c:v>0.032211250730422</c:v>
                </c:pt>
                <c:pt idx="1312">
                  <c:v>0.028741036882193</c:v>
                </c:pt>
                <c:pt idx="1313">
                  <c:v>0.025795656541933</c:v>
                </c:pt>
                <c:pt idx="1314">
                  <c:v>0.023276934651682</c:v>
                </c:pt>
                <c:pt idx="1315">
                  <c:v>0.021108061993447</c:v>
                </c:pt>
                <c:pt idx="1316">
                  <c:v>0.01922839448117</c:v>
                </c:pt>
                <c:pt idx="1317">
                  <c:v>0.017589628751895</c:v>
                </c:pt>
                <c:pt idx="1318">
                  <c:v>0.016152967090222</c:v>
                </c:pt>
                <c:pt idx="1319">
                  <c:v>0.014886997842448</c:v>
                </c:pt>
                <c:pt idx="1320">
                  <c:v>0.013766097054986</c:v>
                </c:pt>
                <c:pt idx="1321">
                  <c:v>0.012769212835373</c:v>
                </c:pt>
                <c:pt idx="1322">
                  <c:v>0.011878933050081</c:v>
                </c:pt>
                <c:pt idx="1323">
                  <c:v>0.011080764519231</c:v>
                </c:pt>
                <c:pt idx="1324">
                  <c:v>0.010362571376352</c:v>
                </c:pt>
                <c:pt idx="1325">
                  <c:v>0.0097141341693559</c:v>
                </c:pt>
                <c:pt idx="1326">
                  <c:v>0.0091268012666405</c:v>
                </c:pt>
                <c:pt idx="1327">
                  <c:v>0.0085932113587689</c:v>
                </c:pt>
                <c:pt idx="1328">
                  <c:v>0.0081070711150012</c:v>
                </c:pt>
                <c:pt idx="1329">
                  <c:v>0.0076629759246146</c:v>
                </c:pt>
                <c:pt idx="1330">
                  <c:v>0.0072562645178938</c:v>
                </c:pt>
                <c:pt idx="1331">
                  <c:v>0.0068829003977526</c:v>
                </c:pt>
                <c:pt idx="1332">
                  <c:v>0.0065393746170086</c:v>
                </c:pt>
                <c:pt idx="1333">
                  <c:v>0.0062226256492123</c:v>
                </c:pt>
                <c:pt idx="1334">
                  <c:v>0.0059299730241674</c:v>
                </c:pt>
                <c:pt idx="1335">
                  <c:v>0.0056590621066077</c:v>
                </c:pt>
                <c:pt idx="1336">
                  <c:v>0.0054078179417523</c:v>
                </c:pt>
                <c:pt idx="1337">
                  <c:v>0.0051744065143382</c:v>
                </c:pt>
                <c:pt idx="1338">
                  <c:v>0.004957202097563</c:v>
                </c:pt>
                <c:pt idx="1339">
                  <c:v>0.0047547596270805</c:v>
                </c:pt>
                <c:pt idx="1340">
                  <c:v>0.0045657912391898</c:v>
                </c:pt>
                <c:pt idx="1341">
                  <c:v>0.004389146274047</c:v>
                </c:pt>
                <c:pt idx="1342">
                  <c:v>0.0042237941735153</c:v>
                </c:pt>
                <c:pt idx="1343">
                  <c:v>0.0040688098063442</c:v>
                </c:pt>
                <c:pt idx="1344">
                  <c:v>0.003923360836229</c:v>
                </c:pt>
                <c:pt idx="1345">
                  <c:v>0.0037866968152277</c:v>
                </c:pt>
                <c:pt idx="1346">
                  <c:v>0.0036581397392764</c:v>
                </c:pt>
                <c:pt idx="1347">
                  <c:v>0.0035370758467383</c:v>
                </c:pt>
                <c:pt idx="1348">
                  <c:v>0.0034229484770507</c:v>
                </c:pt>
                <c:pt idx="1349">
                  <c:v>0.0033152518361775</c:v>
                </c:pt>
                <c:pt idx="1350">
                  <c:v>0.003213525540001</c:v>
                </c:pt>
                <c:pt idx="1351">
                  <c:v>0.003117349826968</c:v>
                </c:pt>
                <c:pt idx="1352">
                  <c:v>0.0030263413480478</c:v>
                </c:pt>
                <c:pt idx="1353">
                  <c:v>0.0029401494559952</c:v>
                </c:pt>
                <c:pt idx="1354">
                  <c:v>0.0028584529275408</c:v>
                </c:pt>
                <c:pt idx="1355">
                  <c:v>0.0027809570618717</c:v>
                </c:pt>
                <c:pt idx="1356">
                  <c:v>0.0027073911069501</c:v>
                </c:pt>
                <c:pt idx="1357">
                  <c:v>0.0026375059721065</c:v>
                </c:pt>
                <c:pt idx="1358">
                  <c:v>0.0025710721911701</c:v>
                </c:pt>
                <c:pt idx="1359">
                  <c:v>0.0025078781053267</c:v>
                </c:pt>
                <c:pt idx="1360">
                  <c:v>0.0024477282390875</c:v>
                </c:pt>
                <c:pt idx="1361">
                  <c:v>0.0023904418463165</c:v>
                </c:pt>
                <c:pt idx="1362">
                  <c:v>0.002335851606309</c:v>
                </c:pt>
                <c:pt idx="1363">
                  <c:v>0.0022838024525188</c:v>
                </c:pt>
                <c:pt idx="1364">
                  <c:v>0.0022341505187663</c:v>
                </c:pt>
                <c:pt idx="1365">
                  <c:v>0.0021867621896803</c:v>
                </c:pt>
                <c:pt idx="1366">
                  <c:v>0.0021415132437798</c:v>
                </c:pt>
                <c:pt idx="1367">
                  <c:v>0.0020982880790332</c:v>
                </c:pt>
                <c:pt idx="1368">
                  <c:v>0.002056979011964</c:v>
                </c:pt>
                <c:pt idx="1369">
                  <c:v>0.0020174856424483</c:v>
                </c:pt>
                <c:pt idx="1370">
                  <c:v>0.0019797142772764</c:v>
                </c:pt>
                <c:pt idx="1371">
                  <c:v>0.0019435774063633</c:v>
                </c:pt>
                <c:pt idx="1372">
                  <c:v>0.0019089932261964</c:v>
                </c:pt>
                <c:pt idx="1373">
                  <c:v>0.0018758852057289</c:v>
                </c:pt>
                <c:pt idx="1374">
                  <c:v>0.0018441816904646</c:v>
                </c:pt>
                <c:pt idx="1375">
                  <c:v>0.0018138155409544</c:v>
                </c:pt>
                <c:pt idx="1376">
                  <c:v>0.0017847238023398</c:v>
                </c:pt>
                <c:pt idx="1377">
                  <c:v>0.0017568474019445</c:v>
                </c:pt>
                <c:pt idx="1378">
                  <c:v>0.0017301308722364</c:v>
                </c:pt>
                <c:pt idx="1379">
                  <c:v>0.0017045220967685</c:v>
                </c:pt>
                <c:pt idx="1380">
                  <c:v>0.0016799720769544</c:v>
                </c:pt>
                <c:pt idx="1381">
                  <c:v>0.0016564347177603</c:v>
                </c:pt>
                <c:pt idx="1382">
                  <c:v>0.0016338666305904</c:v>
                </c:pt>
                <c:pt idx="1383">
                  <c:v>0.0016122269518159</c:v>
                </c:pt>
                <c:pt idx="1384">
                  <c:v>0.0015914771755571</c:v>
                </c:pt>
                <c:pt idx="1385">
                  <c:v>0.0015715809994615</c:v>
                </c:pt>
                <c:pt idx="1386">
                  <c:v>0.0015525041823485</c:v>
                </c:pt>
                <c:pt idx="1387">
                  <c:v>0.0015342144126968</c:v>
                </c:pt>
                <c:pt idx="1388">
                  <c:v>0.0015166811870543</c:v>
                </c:pt>
                <c:pt idx="1389">
                  <c:v>0.0014998756975314</c:v>
                </c:pt>
                <c:pt idx="1390">
                  <c:v>0.0014837707276242</c:v>
                </c:pt>
                <c:pt idx="1391">
                  <c:v>0.0014683405556786</c:v>
                </c:pt>
                <c:pt idx="1392">
                  <c:v>0.0014535608653748</c:v>
                </c:pt>
                <c:pt idx="1393">
                  <c:v>0.0014394086626652</c:v>
                </c:pt>
                <c:pt idx="1394">
                  <c:v>0.0014258621986507</c:v>
                </c:pt>
                <c:pt idx="1395">
                  <c:v>0.001412900897928</c:v>
                </c:pt>
                <c:pt idx="1396">
                  <c:v>0.0014005052919808</c:v>
                </c:pt>
                <c:pt idx="1397">
                  <c:v>0.0013886569572255</c:v>
                </c:pt>
                <c:pt idx="1398">
                  <c:v>0.0013773384573564</c:v>
                </c:pt>
                <c:pt idx="1399">
                  <c:v>0.0013665332896662</c:v>
                </c:pt>
                <c:pt idx="1400">
                  <c:v>0.0013562258350453</c:v>
                </c:pt>
                <c:pt idx="1401">
                  <c:v>0.0013464013113879</c:v>
                </c:pt>
                <c:pt idx="1402">
                  <c:v>0.0013370457301583</c:v>
                </c:pt>
                <c:pt idx="1403">
                  <c:v>0.0013281458558879</c:v>
                </c:pt>
                <c:pt idx="1404">
                  <c:v>0.0013196891683956</c:v>
                </c:pt>
                <c:pt idx="1405">
                  <c:v>0.0013116638275404</c:v>
                </c:pt>
                <c:pt idx="1406">
                  <c:v>0.0013040586403296</c:v>
                </c:pt>
                <c:pt idx="1407">
                  <c:v>0.0012968630302227</c:v>
                </c:pt>
                <c:pt idx="1408">
                  <c:v>0.0012900670084821</c:v>
                </c:pt>
                <c:pt idx="1409">
                  <c:v>0.0012836611474344</c:v>
                </c:pt>
                <c:pt idx="1410">
                  <c:v>0.0012776365555177</c:v>
                </c:pt>
                <c:pt idx="1411">
                  <c:v>0.001271984853999</c:v>
                </c:pt>
                <c:pt idx="1412">
                  <c:v>0.001266698155257</c:v>
                </c:pt>
                <c:pt idx="1413">
                  <c:v>0.0012617690425307</c:v>
                </c:pt>
                <c:pt idx="1414">
                  <c:v>0.0012571905510471</c:v>
                </c:pt>
                <c:pt idx="1415">
                  <c:v>0.001252956150442</c:v>
                </c:pt>
                <c:pt idx="1416">
                  <c:v>0.0012490597284011</c:v>
                </c:pt>
                <c:pt idx="1417">
                  <c:v>0.0012454955754494</c:v>
                </c:pt>
                <c:pt idx="1418">
                  <c:v>0.0012422583708254</c:v>
                </c:pt>
                <c:pt idx="1419">
                  <c:v>0.001239343169381</c:v>
                </c:pt>
                <c:pt idx="1420">
                  <c:v>0.0012367453894532</c:v>
                </c:pt>
                <c:pt idx="1421">
                  <c:v>0.0012344608016568</c:v>
                </c:pt>
                <c:pt idx="1422">
                  <c:v>0.0012324855185538</c:v>
                </c:pt>
                <c:pt idx="1423">
                  <c:v>0.0012308159851564</c:v>
                </c:pt>
                <c:pt idx="1424">
                  <c:v>0.001229448970227</c:v>
                </c:pt>
                <c:pt idx="1425">
                  <c:v>0.0012283815583387</c:v>
                </c:pt>
                <c:pt idx="1426">
                  <c:v>0.0012276111426666</c:v>
                </c:pt>
                <c:pt idx="1427">
                  <c:v>0.0012271354184801</c:v>
                </c:pt>
                <c:pt idx="1428">
                  <c:v>0.0012269523773102</c:v>
                </c:pt>
                <c:pt idx="1429">
                  <c:v>0.0012270603017704</c:v>
                </c:pt>
                <c:pt idx="1430">
                  <c:v>0.0012274577610085</c:v>
                </c:pt>
                <c:pt idx="1431">
                  <c:v>0.0012281436067731</c:v>
                </c:pt>
                <c:pt idx="1432">
                  <c:v>0.0012291169700771</c:v>
                </c:pt>
                <c:pt idx="1433">
                  <c:v>0.0012303772584467</c:v>
                </c:pt>
                <c:pt idx="1434">
                  <c:v>0.001231924153742</c:v>
                </c:pt>
                <c:pt idx="1435">
                  <c:v>0.001233757610542</c:v>
                </c:pt>
                <c:pt idx="1436">
                  <c:v>0.0012358778550849</c:v>
                </c:pt>
                <c:pt idx="1437">
                  <c:v>0.001238285384759</c:v>
                </c:pt>
                <c:pt idx="1438">
                  <c:v>0.0012409809681414</c:v>
                </c:pt>
                <c:pt idx="1439">
                  <c:v>0.0012439656455801</c:v>
                </c:pt>
                <c:pt idx="1440">
                  <c:v>0.0012472407303238</c:v>
                </c:pt>
                <c:pt idx="1441">
                  <c:v>0.0012508078101977</c:v>
                </c:pt>
                <c:pt idx="1442">
                  <c:v>0.0012546687498316</c:v>
                </c:pt>
                <c:pt idx="1443">
                  <c:v>0.0012588256934456</c:v>
                </c:pt>
                <c:pt idx="1444">
                  <c:v>0.0012632810682006</c:v>
                </c:pt>
                <c:pt idx="1445">
                  <c:v>0.0012680375881248</c:v>
                </c:pt>
                <c:pt idx="1446">
                  <c:v>0.0012730982586262</c:v>
                </c:pt>
                <c:pt idx="1447">
                  <c:v>0.0012784663816066</c:v>
                </c:pt>
                <c:pt idx="1448">
                  <c:v>0.0012841455611916</c:v>
                </c:pt>
                <c:pt idx="1449">
                  <c:v>0.0012901397100965</c:v>
                </c:pt>
                <c:pt idx="1450">
                  <c:v>0.0012964530566469</c:v>
                </c:pt>
                <c:pt idx="1451">
                  <c:v>0.0013030901524776</c:v>
                </c:pt>
                <c:pt idx="1452">
                  <c:v>0.0013100558809358</c:v>
                </c:pt>
                <c:pt idx="1453">
                  <c:v>0.0013173554662158</c:v>
                </c:pt>
                <c:pt idx="1454">
                  <c:v>0.001324994483256</c:v>
                </c:pt>
                <c:pt idx="1455">
                  <c:v>0.0013329788684334</c:v>
                </c:pt>
                <c:pt idx="1456">
                  <c:v>0.0013413149310903</c:v>
                </c:pt>
                <c:pt idx="1457">
                  <c:v>0.001350009365936</c:v>
                </c:pt>
                <c:pt idx="1458">
                  <c:v>0.0013590692663654</c:v>
                </c:pt>
                <c:pt idx="1459">
                  <c:v>0.0013685021387435</c:v>
                </c:pt>
                <c:pt idx="1460">
                  <c:v>0.0013783159177068</c:v>
                </c:pt>
                <c:pt idx="1461">
                  <c:v>0.0013885189825381</c:v>
                </c:pt>
                <c:pt idx="1462">
                  <c:v>0.0013991201746755</c:v>
                </c:pt>
                <c:pt idx="1463">
                  <c:v>0.0014101288164215</c:v>
                </c:pt>
                <c:pt idx="1464">
                  <c:v>0.0014215547309241</c:v>
                </c:pt>
                <c:pt idx="1465">
                  <c:v>0.0014334082635051</c:v>
                </c:pt>
                <c:pt idx="1466">
                  <c:v>0.0014457003044228</c:v>
                </c:pt>
                <c:pt idx="1467">
                  <c:v>0.0014584423131553</c:v>
                </c:pt>
                <c:pt idx="1468">
                  <c:v>0.0014716463443057</c:v>
                </c:pt>
                <c:pt idx="1469">
                  <c:v>0.0014853250752336</c:v>
                </c:pt>
                <c:pt idx="1470">
                  <c:v>0.0014994918355269</c:v>
                </c:pt>
                <c:pt idx="1471">
                  <c:v>0.0015141606384401</c:v>
                </c:pt>
                <c:pt idx="1472">
                  <c:v>0.0015293462144311</c:v>
                </c:pt>
                <c:pt idx="1473">
                  <c:v>0.0015450640469443</c:v>
                </c:pt>
                <c:pt idx="1474">
                  <c:v>0.0015613304105964</c:v>
                </c:pt>
                <c:pt idx="1475">
                  <c:v>0.0015781624119374</c:v>
                </c:pt>
                <c:pt idx="1476">
                  <c:v>0.001595578032971</c:v>
                </c:pt>
                <c:pt idx="1477">
                  <c:v>0.0016135961776384</c:v>
                </c:pt>
                <c:pt idx="1478">
                  <c:v>0.0016322367214821</c:v>
                </c:pt>
                <c:pt idx="1479">
                  <c:v>0.0016515205647295</c:v>
                </c:pt>
                <c:pt idx="1480">
                  <c:v>0.0016714696890552</c:v>
                </c:pt>
                <c:pt idx="1481">
                  <c:v>0.0016921072183029</c:v>
                </c:pt>
                <c:pt idx="1482">
                  <c:v>0.0017134574834747</c:v>
                </c:pt>
                <c:pt idx="1483">
                  <c:v>0.001735546092322</c:v>
                </c:pt>
                <c:pt idx="1484">
                  <c:v>0.0017584000039029</c:v>
                </c:pt>
                <c:pt idx="1485">
                  <c:v>0.0017820476085042</c:v>
                </c:pt>
                <c:pt idx="1486">
                  <c:v>0.0018065188133633</c:v>
                </c:pt>
                <c:pt idx="1487">
                  <c:v>0.0018318451346644</c:v>
                </c:pt>
                <c:pt idx="1488">
                  <c:v>0.0018580597963312</c:v>
                </c:pt>
                <c:pt idx="1489">
                  <c:v>0.0018851978361835</c:v>
                </c:pt>
                <c:pt idx="1490">
                  <c:v>0.0019132962200841</c:v>
                </c:pt>
                <c:pt idx="1491">
                  <c:v>0.001942393964759</c:v>
                </c:pt>
                <c:pt idx="1492">
                  <c:v>0.0019725322700452</c:v>
                </c:pt>
                <c:pt idx="1493">
                  <c:v>0.0020037546613906</c:v>
                </c:pt>
                <c:pt idx="1494">
                  <c:v>0.0020361071435166</c:v>
                </c:pt>
                <c:pt idx="1495">
                  <c:v>0.0020696383662442</c:v>
                </c:pt>
                <c:pt idx="1496">
                  <c:v>0.002104399803588</c:v>
                </c:pt>
                <c:pt idx="1497">
                  <c:v>0.0021404459473356</c:v>
                </c:pt>
                <c:pt idx="1498">
                  <c:v>0.0021778345164585</c:v>
                </c:pt>
                <c:pt idx="1499">
                  <c:v>0.0022166266838421</c:v>
                </c:pt>
                <c:pt idx="1500">
                  <c:v>0.0022568873219827</c:v>
                </c:pt>
                <c:pt idx="1501">
                  <c:v>0.0022986852694771</c:v>
                </c:pt>
                <c:pt idx="1502">
                  <c:v>0.0023420936203315</c:v>
                </c:pt>
                <c:pt idx="1503">
                  <c:v>0.0023871900383403</c:v>
                </c:pt>
                <c:pt idx="1504">
                  <c:v>0.0024340570990391</c:v>
                </c:pt>
                <c:pt idx="1505">
                  <c:v>0.0024827826620215</c:v>
                </c:pt>
                <c:pt idx="1506">
                  <c:v>0.0025334602767286</c:v>
                </c:pt>
                <c:pt idx="1507">
                  <c:v>0.0025861896251863</c:v>
                </c:pt>
                <c:pt idx="1508">
                  <c:v>0.0026410770055719</c:v>
                </c:pt>
                <c:pt idx="1509">
                  <c:v>0.0026982358609601</c:v>
                </c:pt>
                <c:pt idx="1510">
                  <c:v>0.002757787358124</c:v>
                </c:pt>
                <c:pt idx="1511">
                  <c:v>0.0028198610218668</c:v>
                </c:pt>
                <c:pt idx="1512">
                  <c:v>0.0028845954310419</c:v>
                </c:pt>
                <c:pt idx="1513">
                  <c:v>0.0029521389831982</c:v>
                </c:pt>
                <c:pt idx="1514">
                  <c:v>0.0030226507356749</c:v>
                </c:pt>
                <c:pt idx="1515">
                  <c:v>0.0030963013319873</c:v>
                </c:pt>
                <c:pt idx="1516">
                  <c:v>0.0031732740235113</c:v>
                </c:pt>
                <c:pt idx="1517">
                  <c:v>0.0032537657978103</c:v>
                </c:pt>
                <c:pt idx="1518">
                  <c:v>0.0033379886264919</c:v>
                </c:pt>
                <c:pt idx="1519">
                  <c:v>0.0034261708472517</c:v>
                </c:pt>
                <c:pt idx="1520">
                  <c:v>0.0035185586968184</c:v>
                </c:pt>
                <c:pt idx="1521">
                  <c:v>0.0036154180138804</c:v>
                </c:pt>
                <c:pt idx="1522">
                  <c:v>0.0037170361338348</c:v>
                </c:pt>
                <c:pt idx="1523">
                  <c:v>0.0038237240003943</c:v>
                </c:pt>
                <c:pt idx="1524">
                  <c:v>0.0039358185228213</c:v>
                </c:pt>
                <c:pt idx="1525">
                  <c:v>0.0040536852119107</c:v>
                </c:pt>
                <c:pt idx="1526">
                  <c:v>0.0041777211329438</c:v>
                </c:pt>
                <c:pt idx="1527">
                  <c:v>0.0043083582198194</c:v>
                </c:pt>
                <c:pt idx="1528">
                  <c:v>0.0044460670016064</c:v>
                </c:pt>
                <c:pt idx="1529">
                  <c:v>0.0045913608010703</c:v>
                </c:pt>
                <c:pt idx="1530">
                  <c:v>0.0047448004745467</c:v>
                </c:pt>
                <c:pt idx="1531">
                  <c:v>0.0049069997741876</c:v>
                </c:pt>
                <c:pt idx="1532">
                  <c:v>0.0050786314274691</c:v>
                </c:pt>
                <c:pt idx="1533">
                  <c:v>0.0052604340453821</c:v>
                </c:pt>
                <c:pt idx="1534">
                  <c:v>0.0054532199905259</c:v>
                </c:pt>
                <c:pt idx="1535">
                  <c:v>0.0056578843600798</c:v>
                </c:pt>
                <c:pt idx="1536">
                  <c:v>0.0058754152672578</c:v>
                </c:pt>
                <c:pt idx="1537">
                  <c:v>0.0061069056394464</c:v>
                </c:pt>
                <c:pt idx="1538">
                  <c:v>0.0063535667931873</c:v>
                </c:pt>
                <c:pt idx="1539">
                  <c:v>0.0066167440972618</c:v>
                </c:pt>
                <c:pt idx="1540">
                  <c:v>0.0068979350975597</c:v>
                </c:pt>
                <c:pt idx="1541">
                  <c:v>0.0071988105540136</c:v>
                </c:pt>
                <c:pt idx="1542">
                  <c:v>0.0075212389342335</c:v>
                </c:pt>
                <c:pt idx="1543">
                  <c:v>0.0078673150252018</c:v>
                </c:pt>
                <c:pt idx="1544">
                  <c:v>0.0082393934694282</c:v>
                </c:pt>
                <c:pt idx="1545">
                  <c:v>0.0086401282130022</c:v>
                </c:pt>
                <c:pt idx="1546">
                  <c:v>0.0090725190800434</c:v>
                </c:pt>
                <c:pt idx="1547">
                  <c:v>0.0095399669742203</c:v>
                </c:pt>
                <c:pt idx="1548">
                  <c:v>0.010046339570551</c:v>
                </c:pt>
                <c:pt idx="1549">
                  <c:v>0.010596049822457</c:v>
                </c:pt>
                <c:pt idx="1550">
                  <c:v>0.011194150200606</c:v>
                </c:pt>
                <c:pt idx="1551">
                  <c:v>0.011846446342686</c:v>
                </c:pt>
                <c:pt idx="1552">
                  <c:v>0.012559634782286</c:v>
                </c:pt>
                <c:pt idx="1553">
                  <c:v>0.013341470712946</c:v>
                </c:pt>
                <c:pt idx="1554">
                  <c:v>0.014200973429311</c:v>
                </c:pt>
                <c:pt idx="1555">
                  <c:v>0.015148679319562</c:v>
                </c:pt>
                <c:pt idx="1556">
                  <c:v>0.016196955263491</c:v>
                </c:pt>
                <c:pt idx="1557">
                  <c:v>0.017360389274897</c:v>
                </c:pt>
                <c:pt idx="1558">
                  <c:v>0.018656280589849</c:v>
                </c:pt>
                <c:pt idx="1559">
                  <c:v>0.020105258681762</c:v>
                </c:pt>
                <c:pt idx="1560">
                  <c:v>0.021732070610014</c:v>
                </c:pt>
                <c:pt idx="1561">
                  <c:v>0.023566589670151</c:v>
                </c:pt>
                <c:pt idx="1562">
                  <c:v>0.025645116827589</c:v>
                </c:pt>
                <c:pt idx="1563">
                  <c:v>0.028012071618962</c:v>
                </c:pt>
                <c:pt idx="1564">
                  <c:v>0.030722203741227</c:v>
                </c:pt>
                <c:pt idx="1565">
                  <c:v>0.033843506642712</c:v>
                </c:pt>
                <c:pt idx="1566">
                  <c:v>0.037461099121741</c:v>
                </c:pt>
                <c:pt idx="1567">
                  <c:v>0.041682502307265</c:v>
                </c:pt>
                <c:pt idx="1568">
                  <c:v>0.046644985266177</c:v>
                </c:pt>
                <c:pt idx="1569">
                  <c:v>0.052525803215589</c:v>
                </c:pt>
                <c:pt idx="1570">
                  <c:v>0.059556145931033</c:v>
                </c:pt>
                <c:pt idx="1571">
                  <c:v>0.068040120311946</c:v>
                </c:pt>
                <c:pt idx="1572">
                  <c:v>0.078381182545064</c:v>
                </c:pt>
                <c:pt idx="1573">
                  <c:v>0.091119038241745</c:v>
                </c:pt>
                <c:pt idx="1574">
                  <c:v>0.10697992291369</c:v>
                </c:pt>
                <c:pt idx="1575">
                  <c:v>0.12694171212066</c:v>
                </c:pt>
                <c:pt idx="1576">
                  <c:v>0.15230884594815</c:v>
                </c:pt>
                <c:pt idx="1577">
                  <c:v>0.18477126622388</c:v>
                </c:pt>
                <c:pt idx="1578">
                  <c:v>0.22636494389009</c:v>
                </c:pt>
                <c:pt idx="1579">
                  <c:v>0.27911761137321</c:v>
                </c:pt>
                <c:pt idx="1580">
                  <c:v>0.34391311479574</c:v>
                </c:pt>
                <c:pt idx="1581">
                  <c:v>0.4178961766593</c:v>
                </c:pt>
                <c:pt idx="1582">
                  <c:v>0.49052195655132</c:v>
                </c:pt>
                <c:pt idx="1583">
                  <c:v>0.54200667373479</c:v>
                </c:pt>
                <c:pt idx="1584">
                  <c:v>0.55398153834204</c:v>
                </c:pt>
                <c:pt idx="1585">
                  <c:v>0.55185119052732</c:v>
                </c:pt>
                <c:pt idx="1586">
                  <c:v>0.51548526254364</c:v>
                </c:pt>
                <c:pt idx="1587">
                  <c:v>0.44874379217915</c:v>
                </c:pt>
                <c:pt idx="1588">
                  <c:v>0.37348117649242</c:v>
                </c:pt>
                <c:pt idx="1589">
                  <c:v>0.30423777143055</c:v>
                </c:pt>
                <c:pt idx="1590">
                  <c:v>0.24652901534866</c:v>
                </c:pt>
                <c:pt idx="1591">
                  <c:v>0.20058673747</c:v>
                </c:pt>
                <c:pt idx="1592">
                  <c:v>0.1646466940496</c:v>
                </c:pt>
                <c:pt idx="1593">
                  <c:v>0.13660298862956</c:v>
                </c:pt>
                <c:pt idx="1594">
                  <c:v>0.11460835613437</c:v>
                </c:pt>
                <c:pt idx="1595">
                  <c:v>0.097204851529155</c:v>
                </c:pt>
                <c:pt idx="1596">
                  <c:v>0.083289968380206</c:v>
                </c:pt>
                <c:pt idx="1597">
                  <c:v>0.072043105961358</c:v>
                </c:pt>
                <c:pt idx="1598">
                  <c:v>0.062855185596529</c:v>
                </c:pt>
                <c:pt idx="1599">
                  <c:v>0.055272352081118</c:v>
                </c:pt>
                <c:pt idx="1600">
                  <c:v>0.048953910800264</c:v>
                </c:pt>
                <c:pt idx="1601">
                  <c:v>0.043641779954858</c:v>
                </c:pt>
                <c:pt idx="1602">
                  <c:v>0.039138531716556</c:v>
                </c:pt>
                <c:pt idx="1603">
                  <c:v>0.035291623381358</c:v>
                </c:pt>
                <c:pt idx="1604">
                  <c:v>0.031982028687013</c:v>
                </c:pt>
                <c:pt idx="1605">
                  <c:v>0.029115986544227</c:v>
                </c:pt>
                <c:pt idx="1606">
                  <c:v>0.026618963468197</c:v>
                </c:pt>
                <c:pt idx="1607">
                  <c:v>0.024431196579342</c:v>
                </c:pt>
                <c:pt idx="1608">
                  <c:v>0.022504373300545</c:v>
                </c:pt>
                <c:pt idx="1609">
                  <c:v>0.020799135234027</c:v>
                </c:pt>
                <c:pt idx="1610">
                  <c:v>0.019283184791452</c:v>
                </c:pt>
                <c:pt idx="1611">
                  <c:v>0.01792983651464</c:v>
                </c:pt>
                <c:pt idx="1612">
                  <c:v>0.016716899340263</c:v>
                </c:pt>
                <c:pt idx="1613">
                  <c:v>0.015625807266485</c:v>
                </c:pt>
                <c:pt idx="1614">
                  <c:v>0.014640938018033</c:v>
                </c:pt>
                <c:pt idx="1615">
                  <c:v>0.013749075137556</c:v>
                </c:pt>
                <c:pt idx="1616">
                  <c:v>0.01293898034414</c:v>
                </c:pt>
                <c:pt idx="1617">
                  <c:v>0.012201051294189</c:v>
                </c:pt>
                <c:pt idx="1618">
                  <c:v>0.011527045956034</c:v>
                </c:pt>
                <c:pt idx="1619">
                  <c:v>0.010909859295646</c:v>
                </c:pt>
                <c:pt idx="1620">
                  <c:v>0.010343341308071</c:v>
                </c:pt>
                <c:pt idx="1621">
                  <c:v>0.0098221479301186</c:v>
                </c:pt>
                <c:pt idx="1622">
                  <c:v>0.0093416182574645</c:v>
                </c:pt>
                <c:pt idx="1623">
                  <c:v>0.0088976729237391</c:v>
                </c:pt>
                <c:pt idx="1624">
                  <c:v>0.0084867295964863</c:v>
                </c:pt>
                <c:pt idx="1625">
                  <c:v>0.0081056323896115</c:v>
                </c:pt>
                <c:pt idx="1626">
                  <c:v>0.0077515926462107</c:v>
                </c:pt>
                <c:pt idx="1627">
                  <c:v>0.0074221390554273</c:v>
                </c:pt>
                <c:pt idx="1628">
                  <c:v>0.0071150754663637</c:v>
                </c:pt>
                <c:pt idx="1629">
                  <c:v>0.0068284450766952</c:v>
                </c:pt>
                <c:pt idx="1630">
                  <c:v>0.0065604999227683</c:v>
                </c:pt>
                <c:pt idx="1631">
                  <c:v>0.0063096747962307</c:v>
                </c:pt>
                <c:pt idx="1632">
                  <c:v>0.0060745648707984</c:v>
                </c:pt>
                <c:pt idx="1633">
                  <c:v>0.0058539064501405</c:v>
                </c:pt>
                <c:pt idx="1634">
                  <c:v>0.0056465603506562</c:v>
                </c:pt>
                <c:pt idx="1635">
                  <c:v>0.0054514975162251</c:v>
                </c:pt>
                <c:pt idx="1636">
                  <c:v>0.0052677865298105</c:v>
                </c:pt>
                <c:pt idx="1637">
                  <c:v>0.005094582742187</c:v>
                </c:pt>
                <c:pt idx="1638">
                  <c:v>0.0049311187835</c:v>
                </c:pt>
                <c:pt idx="1639">
                  <c:v>0.0047766962607655</c:v>
                </c:pt>
                <c:pt idx="1640">
                  <c:v>0.0046306784753247</c:v>
                </c:pt>
                <c:pt idx="1641">
                  <c:v>0.0044924840198842</c:v>
                </c:pt>
                <c:pt idx="1642">
                  <c:v>0.0043615811360885</c:v>
                </c:pt>
                <c:pt idx="1643">
                  <c:v>0.0042374827313515</c:v>
                </c:pt>
                <c:pt idx="1644">
                  <c:v>0.0041197419685652</c:v>
                </c:pt>
                <c:pt idx="1645">
                  <c:v>0.0040079483548043</c:v>
                </c:pt>
                <c:pt idx="1646">
                  <c:v>0.0039017242656697</c:v>
                </c:pt>
                <c:pt idx="1647">
                  <c:v>0.0038007218508058</c:v>
                </c:pt>
                <c:pt idx="1648">
                  <c:v>0.0037046202736559</c:v>
                </c:pt>
                <c:pt idx="1649">
                  <c:v>0.0036131232449065</c:v>
                </c:pt>
                <c:pt idx="1650">
                  <c:v>0.0035259568145185</c:v>
                </c:pt>
                <c:pt idx="1651">
                  <c:v>0.0034428673918821</c:v>
                </c:pt>
                <c:pt idx="1652">
                  <c:v>0.003363619967604</c:v>
                </c:pt>
                <c:pt idx="1653">
                  <c:v>0.0032879965138443</c:v>
                </c:pt>
                <c:pt idx="1654">
                  <c:v>0.0032157945430439</c:v>
                </c:pt>
                <c:pt idx="1655">
                  <c:v>0.0031468258074061</c:v>
                </c:pt>
                <c:pt idx="1656">
                  <c:v>0.0030809151236709</c:v>
                </c:pt>
                <c:pt idx="1657">
                  <c:v>0.003017899309604</c:v>
                </c:pt>
                <c:pt idx="1658">
                  <c:v>0.0029576262202532</c:v>
                </c:pt>
                <c:pt idx="1659">
                  <c:v>0.0028999538734402</c:v>
                </c:pt>
                <c:pt idx="1660">
                  <c:v>0.0028447496551927</c:v>
                </c:pt>
                <c:pt idx="1661">
                  <c:v>0.0027918895968913</c:v>
                </c:pt>
                <c:pt idx="1662">
                  <c:v>0.0027412577168485</c:v>
                </c:pt>
                <c:pt idx="1663">
                  <c:v>0.0026927454198566</c:v>
                </c:pt>
                <c:pt idx="1664">
                  <c:v>0.0026462509489607</c:v>
                </c:pt>
                <c:pt idx="1665">
                  <c:v>0.0026016788843462</c:v>
                </c:pt>
                <c:pt idx="1666">
                  <c:v>0.002558939684785</c:v>
                </c:pt>
                <c:pt idx="1667">
                  <c:v>0.0025179492675747</c:v>
                </c:pt>
                <c:pt idx="1668">
                  <c:v>0.0024786286233361</c:v>
                </c:pt>
                <c:pt idx="1669">
                  <c:v>0.0024409034624168</c:v>
                </c:pt>
                <c:pt idx="1670">
                  <c:v>0.0024047038899863</c:v>
                </c:pt>
                <c:pt idx="1671">
                  <c:v>0.0023699641072054</c:v>
                </c:pt>
                <c:pt idx="1672">
                  <c:v>0.0023366221361211</c:v>
                </c:pt>
                <c:pt idx="1673">
                  <c:v>0.0023046195661722</c:v>
                </c:pt>
                <c:pt idx="1674">
                  <c:v>0.0022739013204002</c:v>
                </c:pt>
                <c:pt idx="1675">
                  <c:v>0.0022444154396501</c:v>
                </c:pt>
                <c:pt idx="1676">
                  <c:v>0.0022161128832095</c:v>
                </c:pt>
                <c:pt idx="1677">
                  <c:v>0.0021889473444844</c:v>
                </c:pt>
                <c:pt idx="1678">
                  <c:v>0.002162875080446</c:v>
                </c:pt>
                <c:pt idx="1679">
                  <c:v>0.0021378547536976</c:v>
                </c:pt>
                <c:pt idx="1680">
                  <c:v>0.0021138472861234</c:v>
                </c:pt>
                <c:pt idx="1681">
                  <c:v>0.0020908157231709</c:v>
                </c:pt>
                <c:pt idx="1682">
                  <c:v>0.002068725107912</c:v>
                </c:pt>
                <c:pt idx="1683">
                  <c:v>0.0020475423640998</c:v>
                </c:pt>
                <c:pt idx="1684">
                  <c:v>0.0020272361875108</c:v>
                </c:pt>
                <c:pt idx="1685">
                  <c:v>0.0020077769449267</c:v>
                </c:pt>
                <c:pt idx="1686">
                  <c:v>0.0019891365801634</c:v>
                </c:pt>
                <c:pt idx="1687">
                  <c:v>0.0019712885266102</c:v>
                </c:pt>
                <c:pt idx="1688">
                  <c:v>0.0019542076257865</c:v>
                </c:pt>
                <c:pt idx="1689">
                  <c:v>0.0019378700514655</c:v>
                </c:pt>
                <c:pt idx="1690">
                  <c:v>0.0019222532389556</c:v>
                </c:pt>
                <c:pt idx="1691">
                  <c:v>0.0019073358191599</c:v>
                </c:pt>
                <c:pt idx="1692">
                  <c:v>0.0018930975570709</c:v>
                </c:pt>
                <c:pt idx="1693">
                  <c:v>0.0018795192943838</c:v>
                </c:pt>
                <c:pt idx="1694">
                  <c:v>0.0018665828959367</c:v>
                </c:pt>
                <c:pt idx="1695">
                  <c:v>0.001854271199713</c:v>
                </c:pt>
                <c:pt idx="1696">
                  <c:v>0.0018425679701605</c:v>
                </c:pt>
                <c:pt idx="1697">
                  <c:v>0.0018314578546026</c:v>
                </c:pt>
                <c:pt idx="1698">
                  <c:v>0.0018209263425345</c:v>
                </c:pt>
                <c:pt idx="1699">
                  <c:v>0.0018109597276151</c:v>
                </c:pt>
                <c:pt idx="1700">
                  <c:v>0.0018015450721795</c:v>
                </c:pt>
                <c:pt idx="1701">
                  <c:v>0.0017926701741099</c:v>
                </c:pt>
                <c:pt idx="1702">
                  <c:v>0.0017843235359191</c:v>
                </c:pt>
                <c:pt idx="1703">
                  <c:v>0.0017764943359082</c:v>
                </c:pt>
                <c:pt idx="1704">
                  <c:v>0.0017691724012733</c:v>
                </c:pt>
                <c:pt idx="1705">
                  <c:v>0.0017623481830468</c:v>
                </c:pt>
                <c:pt idx="1706">
                  <c:v>0.0017560127327651</c:v>
                </c:pt>
                <c:pt idx="1707">
                  <c:v>0.001750157680766</c:v>
                </c:pt>
                <c:pt idx="1708">
                  <c:v>0.001744775216025</c:v>
                </c:pt>
                <c:pt idx="1709">
                  <c:v>0.0017398580674486</c:v>
                </c:pt>
                <c:pt idx="1710">
                  <c:v>0.0017353994865464</c:v>
                </c:pt>
                <c:pt idx="1711">
                  <c:v>0.0017313932314157</c:v>
                </c:pt>
                <c:pt idx="1712">
                  <c:v>0.0017278335519701</c:v>
                </c:pt>
                <c:pt idx="1713">
                  <c:v>0.001724715176358</c:v>
                </c:pt>
                <c:pt idx="1714">
                  <c:v>0.0017220332985143</c:v>
                </c:pt>
                <c:pt idx="1715">
                  <c:v>0.0017197835667977</c:v>
                </c:pt>
                <c:pt idx="1716">
                  <c:v>0.00171796207367</c:v>
                </c:pt>
                <c:pt idx="1717">
                  <c:v>0.0017165653463764</c:v>
                </c:pt>
                <c:pt idx="1718">
                  <c:v>0.001715590338591</c:v>
                </c:pt>
                <c:pt idx="1719">
                  <c:v>0.0017150344229954</c:v>
                </c:pt>
                <c:pt idx="1720">
                  <c:v>0.0017148953847619</c:v>
                </c:pt>
                <c:pt idx="1721">
                  <c:v>0.001715171415915</c:v>
                </c:pt>
                <c:pt idx="1722">
                  <c:v>0.0017158611105508</c:v>
                </c:pt>
                <c:pt idx="1723">
                  <c:v>0.001716963460894</c:v>
                </c:pt>
                <c:pt idx="1724">
                  <c:v>0.0017184778541771</c:v>
                </c:pt>
                <c:pt idx="1725">
                  <c:v>0.0017204040703292</c:v>
                </c:pt>
                <c:pt idx="1726">
                  <c:v>0.0017227422804645</c:v>
                </c:pt>
                <c:pt idx="1727">
                  <c:v>0.0017254930461618</c:v>
                </c:pt>
                <c:pt idx="1728">
                  <c:v>0.0017286573195331</c:v>
                </c:pt>
                <c:pt idx="1729">
                  <c:v>0.001732236444077</c:v>
                </c:pt>
                <c:pt idx="1730">
                  <c:v>0.0017362321563196</c:v>
                </c:pt>
                <c:pt idx="1731">
                  <c:v>0.0017406465882458</c:v>
                </c:pt>
                <c:pt idx="1732">
                  <c:v>0.0017454822705277</c:v>
                </c:pt>
                <c:pt idx="1733">
                  <c:v>0.001750742136559</c:v>
                </c:pt>
                <c:pt idx="1734">
                  <c:v>0.0017564295273076</c:v>
                </c:pt>
                <c:pt idx="1735">
                  <c:v>0.0017625481970018</c:v>
                </c:pt>
                <c:pt idx="1736">
                  <c:v>0.0017691023196662</c:v>
                </c:pt>
                <c:pt idx="1737">
                  <c:v>0.0017760964965299</c:v>
                </c:pt>
                <c:pt idx="1738">
                  <c:v>0.00178353576433</c:v>
                </c:pt>
                <c:pt idx="1739">
                  <c:v>0.0017914256045369</c:v>
                </c:pt>
                <c:pt idx="1740">
                  <c:v>0.0017997719535334</c:v>
                </c:pt>
                <c:pt idx="1741">
                  <c:v>0.0018085812137808</c:v>
                </c:pt>
                <c:pt idx="1742">
                  <c:v>0.0018178602660087</c:v>
                </c:pt>
                <c:pt idx="1743">
                  <c:v>0.0018276164824723</c:v>
                </c:pt>
                <c:pt idx="1744">
                  <c:v>0.0018378577413216</c:v>
                </c:pt>
                <c:pt idx="1745">
                  <c:v>0.0018485924421322</c:v>
                </c:pt>
                <c:pt idx="1746">
                  <c:v>0.0018598295226544</c:v>
                </c:pt>
                <c:pt idx="1747">
                  <c:v>0.0018715784768378</c:v>
                </c:pt>
                <c:pt idx="1748">
                  <c:v>0.0018838493741993</c:v>
                </c:pt>
                <c:pt idx="1749">
                  <c:v>0.0018966528806024</c:v>
                </c:pt>
                <c:pt idx="1750">
                  <c:v>0.0019100002805268</c:v>
                </c:pt>
                <c:pt idx="1751">
                  <c:v>0.0019239035009107</c:v>
                </c:pt>
                <c:pt idx="1752">
                  <c:v>0.0019383751366553</c:v>
                </c:pt>
                <c:pt idx="1753">
                  <c:v>0.0019534284778913</c:v>
                </c:pt>
                <c:pt idx="1754">
                  <c:v>0.0019690775391112</c:v>
                </c:pt>
                <c:pt idx="1755">
                  <c:v>0.0019853370902836</c:v>
                </c:pt>
                <c:pt idx="1756">
                  <c:v>0.0020022226900729</c:v>
                </c:pt>
                <c:pt idx="1757">
                  <c:v>0.0020197507212995</c:v>
                </c:pt>
                <c:pt idx="1758">
                  <c:v>0.0020379384287851</c:v>
                </c:pt>
                <c:pt idx="1759">
                  <c:v>0.0020568039597423</c:v>
                </c:pt>
                <c:pt idx="1760">
                  <c:v>0.0020763664068775</c:v>
                </c:pt>
                <c:pt idx="1761">
                  <c:v>0.0020966458543932</c:v>
                </c:pt>
                <c:pt idx="1762">
                  <c:v>0.0021176634270904</c:v>
                </c:pt>
                <c:pt idx="1763">
                  <c:v>0.0021394413427871</c:v>
                </c:pt>
                <c:pt idx="1764">
                  <c:v>0.0021620029682911</c:v>
                </c:pt>
                <c:pt idx="1765">
                  <c:v>0.0021853728791797</c:v>
                </c:pt>
                <c:pt idx="1766">
                  <c:v>0.0022095769236678</c:v>
                </c:pt>
                <c:pt idx="1767">
                  <c:v>0.0022346422908636</c:v>
                </c:pt>
                <c:pt idx="1768">
                  <c:v>0.0022605975837408</c:v>
                </c:pt>
                <c:pt idx="1769">
                  <c:v>0.0022874728971853</c:v>
                </c:pt>
                <c:pt idx="1770">
                  <c:v>0.0023152999015027</c:v>
                </c:pt>
                <c:pt idx="1771">
                  <c:v>0.0023441119318121</c:v>
                </c:pt>
                <c:pt idx="1772">
                  <c:v>0.0023739440837858</c:v>
                </c:pt>
                <c:pt idx="1773">
                  <c:v>0.0024048333162386</c:v>
                </c:pt>
                <c:pt idx="1774">
                  <c:v>0.0024368185611154</c:v>
                </c:pt>
                <c:pt idx="1775">
                  <c:v>0.0024699408414778</c:v>
                </c:pt>
                <c:pt idx="1776">
                  <c:v>0.002504243398144</c:v>
                </c:pt>
                <c:pt idx="1777">
                  <c:v>0.0025397718257018</c:v>
                </c:pt>
                <c:pt idx="1778">
                  <c:v>0.0025765742186784</c:v>
                </c:pt>
                <c:pt idx="1779">
                  <c:v>0.0026147013287301</c:v>
                </c:pt>
                <c:pt idx="1780">
                  <c:v>0.0026542067337963</c:v>
                </c:pt>
                <c:pt idx="1781">
                  <c:v>0.0026951470202555</c:v>
                </c:pt>
                <c:pt idx="1782">
                  <c:v>0.002737581979225</c:v>
                </c:pt>
                <c:pt idx="1783">
                  <c:v>0.0027815748182583</c:v>
                </c:pt>
                <c:pt idx="1784">
                  <c:v>0.0028271923898233</c:v>
                </c:pt>
                <c:pt idx="1785">
                  <c:v>0.0028745054380852</c:v>
                </c:pt>
                <c:pt idx="1786">
                  <c:v>0.0029235888656752</c:v>
                </c:pt>
                <c:pt idx="1787">
                  <c:v>0.0029745220223044</c:v>
                </c:pt>
                <c:pt idx="1788">
                  <c:v>0.0030273890172762</c:v>
                </c:pt>
                <c:pt idx="1789">
                  <c:v>0.0030822790581743</c:v>
                </c:pt>
                <c:pt idx="1790">
                  <c:v>0.0031392868182468</c:v>
                </c:pt>
                <c:pt idx="1791">
                  <c:v>0.0031985128352868</c:v>
                </c:pt>
                <c:pt idx="1792">
                  <c:v>0.003260063945119</c:v>
                </c:pt>
                <c:pt idx="1793">
                  <c:v>0.0033240537531528</c:v>
                </c:pt>
                <c:pt idx="1794">
                  <c:v>0.0033906031478553</c:v>
                </c:pt>
                <c:pt idx="1795">
                  <c:v>0.003459840860444</c:v>
                </c:pt>
                <c:pt idx="1796">
                  <c:v>0.0035319040755986</c:v>
                </c:pt>
                <c:pt idx="1797">
                  <c:v>0.0036069390985624</c:v>
                </c:pt>
                <c:pt idx="1798">
                  <c:v>0.0036851020846439</c:v>
                </c:pt>
                <c:pt idx="1799">
                  <c:v>0.0037665598378632</c:v>
                </c:pt>
                <c:pt idx="1800">
                  <c:v>0.0038514906863143</c:v>
                </c:pt>
                <c:pt idx="1801">
                  <c:v>0.0039400854427629</c:v>
                </c:pt>
                <c:pt idx="1802">
                  <c:v>0.004032548460074</c:v>
                </c:pt>
                <c:pt idx="1803">
                  <c:v>0.0041290987922965</c:v>
                </c:pt>
                <c:pt idx="1804">
                  <c:v>0.0042299714736406</c:v>
                </c:pt>
                <c:pt idx="1805">
                  <c:v>0.0043354189291977</c:v>
                </c:pt>
                <c:pt idx="1806">
                  <c:v>0.0044457125331095</c:v>
                </c:pt>
                <c:pt idx="1807">
                  <c:v>0.0045611443320264</c:v>
                </c:pt>
                <c:pt idx="1808">
                  <c:v>0.0046820289541567</c:v>
                </c:pt>
                <c:pt idx="1809">
                  <c:v>0.0048087057270546</c:v>
                </c:pt>
                <c:pt idx="1810">
                  <c:v>0.0049415410305835</c:v>
                </c:pt>
                <c:pt idx="1811">
                  <c:v>0.0050809309153176</c:v>
                </c:pt>
                <c:pt idx="1812">
                  <c:v>0.0052273040210808</c:v>
                </c:pt>
                <c:pt idx="1813">
                  <c:v>0.0053811248355066</c:v>
                </c:pt>
                <c:pt idx="1814">
                  <c:v>0.0055428973385472</c:v>
                </c:pt>
                <c:pt idx="1815">
                  <c:v>0.0057131690859442</c:v>
                </c:pt>
                <c:pt idx="1816">
                  <c:v>0.0058925357929908</c:v>
                </c:pt>
                <c:pt idx="1817">
                  <c:v>0.0060816464896987</c:v>
                </c:pt>
                <c:pt idx="1818">
                  <c:v>0.0062812093300351</c:v>
                </c:pt>
                <c:pt idx="1819">
                  <c:v>0.0064919981515573</c:v>
                </c:pt>
                <c:pt idx="1820">
                  <c:v>0.0067148598979865</c:v>
                </c:pt>
                <c:pt idx="1821">
                  <c:v>0.0069507230365616</c:v>
                </c:pt>
                <c:pt idx="1822">
                  <c:v>0.0072006071250416</c:v>
                </c:pt>
                <c:pt idx="1823">
                  <c:v>0.0074656337108038</c:v>
                </c:pt>
                <c:pt idx="1824">
                  <c:v>0.0077470387776066</c:v>
                </c:pt>
                <c:pt idx="1825">
                  <c:v>0.0080461869955077</c:v>
                </c:pt>
                <c:pt idx="1826">
                  <c:v>0.008364588077699</c:v>
                </c:pt>
                <c:pt idx="1827">
                  <c:v>0.0087039156066137</c:v>
                </c:pt>
                <c:pt idx="1828">
                  <c:v>0.0090660287630211</c:v>
                </c:pt>
                <c:pt idx="1829">
                  <c:v>0.0094529974790947</c:v>
                </c:pt>
                <c:pt idx="1830">
                  <c:v>0.0098671316435563</c:v>
                </c:pt>
                <c:pt idx="1831">
                  <c:v>0.010311015119043</c:v>
                </c:pt>
                <c:pt idx="1832">
                  <c:v>0.010787545495267</c:v>
                </c:pt>
                <c:pt idx="1833">
                  <c:v>0.011299980704793</c:v>
                </c:pt>
                <c:pt idx="1834">
                  <c:v>0.011851993882477</c:v>
                </c:pt>
                <c:pt idx="1835">
                  <c:v>0.012447738169875</c:v>
                </c:pt>
                <c:pt idx="1836">
                  <c:v>0.013091923570742</c:v>
                </c:pt>
                <c:pt idx="1837">
                  <c:v>0.013789908472249</c:v>
                </c:pt>
                <c:pt idx="1838">
                  <c:v>0.014547809088843</c:v>
                </c:pt>
                <c:pt idx="1839">
                  <c:v>0.015372630922984</c:v>
                </c:pt>
                <c:pt idx="1840">
                  <c:v>0.016272427428528</c:v>
                </c:pt>
                <c:pt idx="1841">
                  <c:v>0.017256492460874</c:v>
                </c:pt>
                <c:pt idx="1842">
                  <c:v>0.018335594916665</c:v>
                </c:pt>
                <c:pt idx="1843">
                  <c:v>0.019522266365495</c:v>
                </c:pt>
                <c:pt idx="1844">
                  <c:v>0.020831155649492</c:v>
                </c:pt>
                <c:pt idx="1845">
                  <c:v>0.022279468633679</c:v>
                </c:pt>
                <c:pt idx="1846">
                  <c:v>0.023887516877032</c:v>
                </c:pt>
                <c:pt idx="1847">
                  <c:v>0.025679406386289</c:v>
                </c:pt>
                <c:pt idx="1848">
                  <c:v>0.027683907265355</c:v>
                </c:pt>
                <c:pt idx="1849">
                  <c:v>0.029935557335432</c:v>
                </c:pt>
                <c:pt idx="1850">
                  <c:v>0.032476067913698</c:v>
                </c:pt>
                <c:pt idx="1851">
                  <c:v>0.035356119693519</c:v>
                </c:pt>
                <c:pt idx="1852">
                  <c:v>0.03863767367105</c:v>
                </c:pt>
                <c:pt idx="1853">
                  <c:v>0.042397021619206</c:v>
                </c:pt>
                <c:pt idx="1854">
                  <c:v>0.04672901295511</c:v>
                </c:pt>
                <c:pt idx="1855">
                  <c:v>0.051753034152883</c:v>
                </c:pt>
                <c:pt idx="1856">
                  <c:v>0.057621017189022</c:v>
                </c:pt>
                <c:pt idx="1857">
                  <c:v>0.064527715708209</c:v>
                </c:pt>
                <c:pt idx="1858">
                  <c:v>0.072724598207707</c:v>
                </c:pt>
                <c:pt idx="1859">
                  <c:v>0.082539583969011</c:v>
                </c:pt>
                <c:pt idx="1860">
                  <c:v>0.094405021186208</c:v>
                </c:pt>
                <c:pt idx="1861">
                  <c:v>0.10889698615554</c:v>
                </c:pt>
                <c:pt idx="1862">
                  <c:v>0.12679015503918</c:v>
                </c:pt>
                <c:pt idx="1863">
                  <c:v>0.14913325500734</c:v>
                </c:pt>
                <c:pt idx="1864">
                  <c:v>0.17734865429325</c:v>
                </c:pt>
                <c:pt idx="1865">
                  <c:v>0.21335099394055</c:v>
                </c:pt>
                <c:pt idx="1866">
                  <c:v>0.25965028829496</c:v>
                </c:pt>
                <c:pt idx="1867">
                  <c:v>0.3193212335533</c:v>
                </c:pt>
                <c:pt idx="1868">
                  <c:v>0.39551443012167</c:v>
                </c:pt>
                <c:pt idx="1869">
                  <c:v>0.489781060881</c:v>
                </c:pt>
                <c:pt idx="1870">
                  <c:v>0.59809195988661</c:v>
                </c:pt>
                <c:pt idx="1871">
                  <c:v>0.70458237164506</c:v>
                </c:pt>
                <c:pt idx="1872">
                  <c:v>0.77897998191218</c:v>
                </c:pt>
                <c:pt idx="1873">
                  <c:v>0.79458680015981</c:v>
                </c:pt>
                <c:pt idx="1874">
                  <c:v>0.79026911650425</c:v>
                </c:pt>
                <c:pt idx="1875">
                  <c:v>0.73299125309507</c:v>
                </c:pt>
                <c:pt idx="1876">
                  <c:v>0.63278009531366</c:v>
                </c:pt>
                <c:pt idx="1877">
                  <c:v>0.52261384543462</c:v>
                </c:pt>
                <c:pt idx="1878">
                  <c:v>0.42309889496803</c:v>
                </c:pt>
                <c:pt idx="1879">
                  <c:v>0.34126347982614</c:v>
                </c:pt>
                <c:pt idx="1880">
                  <c:v>0.2767384903618</c:v>
                </c:pt>
                <c:pt idx="1881">
                  <c:v>0.22660849661179</c:v>
                </c:pt>
                <c:pt idx="1882">
                  <c:v>0.18768590588429</c:v>
                </c:pt>
                <c:pt idx="1883">
                  <c:v>0.1572684159306</c:v>
                </c:pt>
                <c:pt idx="1884">
                  <c:v>0.13326344303571</c:v>
                </c:pt>
                <c:pt idx="1885">
                  <c:v>0.1141077301991</c:v>
                </c:pt>
                <c:pt idx="1886">
                  <c:v>0.098647453871181</c:v>
                </c:pt>
                <c:pt idx="1887">
                  <c:v>0.086031355441928</c:v>
                </c:pt>
                <c:pt idx="1888">
                  <c:v>0.0756279506568</c:v>
                </c:pt>
                <c:pt idx="1889">
                  <c:v>0.066964811509001</c:v>
                </c:pt>
                <c:pt idx="1890">
                  <c:v>0.059685004253291</c:v>
                </c:pt>
                <c:pt idx="1891">
                  <c:v>0.053516043010754</c:v>
                </c:pt>
                <c:pt idx="1892">
                  <c:v>0.048247735686535</c:v>
                </c:pt>
                <c:pt idx="1893">
                  <c:v>0.043716288578783</c:v>
                </c:pt>
                <c:pt idx="1894">
                  <c:v>0.039792812961871</c:v>
                </c:pt>
                <c:pt idx="1895">
                  <c:v>0.036374940286008</c:v>
                </c:pt>
                <c:pt idx="1896">
                  <c:v>0.033380647332466</c:v>
                </c:pt>
                <c:pt idx="1897">
                  <c:v>0.030743665230814</c:v>
                </c:pt>
                <c:pt idx="1898">
                  <c:v>0.028410033677107</c:v>
                </c:pt>
                <c:pt idx="1899">
                  <c:v>0.02633549076204</c:v>
                </c:pt>
                <c:pt idx="1900">
                  <c:v>0.024483478111311</c:v>
                </c:pt>
                <c:pt idx="1901">
                  <c:v>0.022823603219128</c:v>
                </c:pt>
                <c:pt idx="1902">
                  <c:v>0.021330444482793</c:v>
                </c:pt>
                <c:pt idx="1903">
                  <c:v>0.019982615307534</c:v>
                </c:pt>
                <c:pt idx="1904">
                  <c:v>0.018762025665709</c:v>
                </c:pt>
                <c:pt idx="1905">
                  <c:v>0.017653295332526</c:v>
                </c:pt>
                <c:pt idx="1906">
                  <c:v>0.016643284510371</c:v>
                </c:pt>
                <c:pt idx="1907">
                  <c:v>0.015720715958323</c:v>
                </c:pt>
                <c:pt idx="1908">
                  <c:v>0.014875868940249</c:v>
                </c:pt>
                <c:pt idx="1909">
                  <c:v>0.014100329909713</c:v>
                </c:pt>
                <c:pt idx="1910">
                  <c:v>0.013386788297316</c:v>
                </c:pt>
                <c:pt idx="1911">
                  <c:v>0.012728868365822</c:v>
                </c:pt>
                <c:pt idx="1912">
                  <c:v>0.012120990072493</c:v>
                </c:pt>
                <c:pt idx="1913">
                  <c:v>0.011558253387158</c:v>
                </c:pt>
                <c:pt idx="1914">
                  <c:v>0.011036341675617</c:v>
                </c:pt>
                <c:pt idx="1915">
                  <c:v>0.010551440656743</c:v>
                </c:pt>
                <c:pt idx="1916">
                  <c:v>0.010100170141614</c:v>
                </c:pt>
                <c:pt idx="1917">
                  <c:v>0.0096795263111457</c:v>
                </c:pt>
                <c:pt idx="1918">
                  <c:v>0.0092868327203303</c:v>
                </c:pt>
                <c:pt idx="1919">
                  <c:v>0.0089196985589211</c:v>
                </c:pt>
                <c:pt idx="1920">
                  <c:v>0.0085759829702004</c:v>
                </c:pt>
                <c:pt idx="1921">
                  <c:v>0.0082537644468387</c:v>
                </c:pt>
                <c:pt idx="1922">
                  <c:v>0.0079513144973898</c:v>
                </c:pt>
                <c:pt idx="1923">
                  <c:v>0.0076670749178092</c:v>
                </c:pt>
                <c:pt idx="1924">
                  <c:v>0.0073996381164957</c:v>
                </c:pt>
                <c:pt idx="1925">
                  <c:v>0.0071477300342079</c:v>
                </c:pt>
                <c:pt idx="1926">
                  <c:v>0.0069101952760585</c:v>
                </c:pt>
                <c:pt idx="1927">
                  <c:v>0.0066859841349979</c:v>
                </c:pt>
                <c:pt idx="1928">
                  <c:v>0.0064741412373962</c:v>
                </c:pt>
                <c:pt idx="1929">
                  <c:v>0.0062737955836363</c:v>
                </c:pt>
                <c:pt idx="1930">
                  <c:v>0.0060841517916917</c:v>
                </c:pt>
                <c:pt idx="1931">
                  <c:v>0.0059044823808302</c:v>
                </c:pt>
                <c:pt idx="1932">
                  <c:v>0.0057341209569173</c:v>
                </c:pt>
                <c:pt idx="1933">
                  <c:v>0.0055724561811656</c:v>
                </c:pt>
                <c:pt idx="1934">
                  <c:v>0.0054189264212791</c:v>
                </c:pt>
                <c:pt idx="1935">
                  <c:v>0.0052730149983415</c:v>
                </c:pt>
                <c:pt idx="1936">
                  <c:v>0.0051342459549606</c:v>
                </c:pt>
                <c:pt idx="1937">
                  <c:v>0.0050021802804749</c:v>
                </c:pt>
                <c:pt idx="1938">
                  <c:v>0.0048764125377761</c:v>
                </c:pt>
                <c:pt idx="1939">
                  <c:v>0.0047565678437379</c:v>
                </c:pt>
                <c:pt idx="1940">
                  <c:v>0.0046422991615942</c:v>
                </c:pt>
                <c:pt idx="1941">
                  <c:v>0.0045332848690435</c:v>
                </c:pt>
                <c:pt idx="1942">
                  <c:v>0.0044292265705096</c:v>
                </c:pt>
                <c:pt idx="1943">
                  <c:v>0.0043298471259955</c:v>
                </c:pt>
                <c:pt idx="1944">
                  <c:v>0.0042348888724124</c:v>
                </c:pt>
                <c:pt idx="1945">
                  <c:v>0.004144112016242</c:v>
                </c:pt>
                <c:pt idx="1946">
                  <c:v>0.0040572931789652</c:v>
                </c:pt>
                <c:pt idx="1947">
                  <c:v>0.0039742240789185</c:v>
                </c:pt>
                <c:pt idx="1948">
                  <c:v>0.0038947103351805</c:v>
                </c:pt>
                <c:pt idx="1949">
                  <c:v>0.0038185703807734</c:v>
                </c:pt>
                <c:pt idx="1950">
                  <c:v>0.0037456344739358</c:v>
                </c:pt>
                <c:pt idx="1951">
                  <c:v>0.0036757437975055</c:v>
                </c:pt>
                <c:pt idx="1952">
                  <c:v>0.0036087496375766</c:v>
                </c:pt>
                <c:pt idx="1953">
                  <c:v>0.0035445126335744</c:v>
                </c:pt>
                <c:pt idx="1954">
                  <c:v>0.0034829020927624</c:v>
                </c:pt>
                <c:pt idx="1955">
                  <c:v>0.0034237953629484</c:v>
                </c:pt>
                <c:pt idx="1956">
                  <c:v>0.0033670772578326</c:v>
                </c:pt>
                <c:pt idx="1957">
                  <c:v>0.0033126395300267</c:v>
                </c:pt>
                <c:pt idx="1958">
                  <c:v>0.0032603803872953</c:v>
                </c:pt>
                <c:pt idx="1959">
                  <c:v>0.0032102040480358</c:v>
                </c:pt>
                <c:pt idx="1960">
                  <c:v>0.0031620203324165</c:v>
                </c:pt>
                <c:pt idx="1961">
                  <c:v>0.0031157442859616</c:v>
                </c:pt>
                <c:pt idx="1962">
                  <c:v>0.00307129583269</c:v>
                </c:pt>
                <c:pt idx="1963">
                  <c:v>0.0030285994552033</c:v>
                </c:pt>
                <c:pt idx="1964">
                  <c:v>0.0029875838993761</c:v>
                </c:pt>
                <c:pt idx="1965">
                  <c:v>0.0029481819015264</c:v>
                </c:pt>
                <c:pt idx="1966">
                  <c:v>0.0029103299361515</c:v>
                </c:pt>
                <c:pt idx="1967">
                  <c:v>0.0028739679824943</c:v>
                </c:pt>
                <c:pt idx="1968">
                  <c:v>0.0028390393083702</c:v>
                </c:pt>
                <c:pt idx="1969">
                  <c:v>0.0028054902698298</c:v>
                </c:pt>
                <c:pt idx="1970">
                  <c:v>0.0027732701253672</c:v>
                </c:pt>
                <c:pt idx="1971">
                  <c:v>0.0027423308634959</c:v>
                </c:pt>
                <c:pt idx="1972">
                  <c:v>0.002712627042629</c:v>
                </c:pt>
                <c:pt idx="1973">
                  <c:v>0.0026841156422876</c:v>
                </c:pt>
                <c:pt idx="1974">
                  <c:v>0.0026567559247548</c:v>
                </c:pt>
                <c:pt idx="1975">
                  <c:v>0.0026305093063666</c:v>
                </c:pt>
                <c:pt idx="1976">
                  <c:v>0.0026053392377021</c:v>
                </c:pt>
                <c:pt idx="1977">
                  <c:v>0.0025812110920016</c:v>
                </c:pt>
                <c:pt idx="1978">
                  <c:v>0.0025580920611954</c:v>
                </c:pt>
                <c:pt idx="1979">
                  <c:v>0.0025359510589809</c:v>
                </c:pt>
                <c:pt idx="1980">
                  <c:v>0.0025147586304334</c:v>
                </c:pt>
                <c:pt idx="1981">
                  <c:v>0.0024944868676766</c:v>
                </c:pt>
                <c:pt idx="1982">
                  <c:v>0.0024751093311817</c:v>
                </c:pt>
                <c:pt idx="1983">
                  <c:v>0.002456600976296</c:v>
                </c:pt>
                <c:pt idx="1984">
                  <c:v>0.0024389380846378</c:v>
                </c:pt>
                <c:pt idx="1985">
                  <c:v>0.0024220982000214</c:v>
                </c:pt>
                <c:pt idx="1986">
                  <c:v>0.0024060600686059</c:v>
                </c:pt>
                <c:pt idx="1987">
                  <c:v>0.002390803582983</c:v>
                </c:pt>
                <c:pt idx="1988">
                  <c:v>0.0023763097299443</c:v>
                </c:pt>
                <c:pt idx="1989">
                  <c:v>0.0023625605416886</c:v>
                </c:pt>
                <c:pt idx="1990">
                  <c:v>0.0023495390502486</c:v>
                </c:pt>
                <c:pt idx="1991">
                  <c:v>0.0023372292449336</c:v>
                </c:pt>
                <c:pt idx="1992">
                  <c:v>0.0023256160326008</c:v>
                </c:pt>
                <c:pt idx="1993">
                  <c:v>0.0023146852005842</c:v>
                </c:pt>
                <c:pt idx="1994">
                  <c:v>0.0023044233821213</c:v>
                </c:pt>
                <c:pt idx="1995">
                  <c:v>0.0022948180241318</c:v>
                </c:pt>
                <c:pt idx="1996">
                  <c:v>0.0022858573572136</c:v>
                </c:pt>
                <c:pt idx="1997">
                  <c:v>0.002277530367733</c:v>
                </c:pt>
                <c:pt idx="1998">
                  <c:v>0.0022698267718937</c:v>
                </c:pt>
                <c:pt idx="1999">
                  <c:v>0.0022627369916816</c:v>
                </c:pt>
                <c:pt idx="2000">
                  <c:v>0.0022562521325878</c:v>
                </c:pt>
                <c:pt idx="2001">
                  <c:v>0.0022503639630219</c:v>
                </c:pt>
                <c:pt idx="2002">
                  <c:v>0.002245064895335</c:v>
                </c:pt>
                <c:pt idx="2003">
                  <c:v>0.0022403479683787</c:v>
                </c:pt>
                <c:pt idx="2004">
                  <c:v>0.0022362068315316</c:v>
                </c:pt>
                <c:pt idx="2005">
                  <c:v>0.0022326357301323</c:v>
                </c:pt>
                <c:pt idx="2006">
                  <c:v>0.0022296294922645</c:v>
                </c:pt>
                <c:pt idx="2007">
                  <c:v>0.002227183516841</c:v>
                </c:pt>
                <c:pt idx="2008">
                  <c:v>0.0022252937629449</c:v>
                </c:pt>
                <c:pt idx="2009">
                  <c:v>0.0022239567403844</c:v>
                </c:pt>
                <c:pt idx="2010">
                  <c:v>0.002223169501428</c:v>
                </c:pt>
                <c:pt idx="2011">
                  <c:v>0.0022229296336865</c:v>
                </c:pt>
                <c:pt idx="2012">
                  <c:v>0.0022232352541167</c:v>
                </c:pt>
                <c:pt idx="2013">
                  <c:v>0.0022240850041222</c:v>
                </c:pt>
                <c:pt idx="2014">
                  <c:v>0.0022254780457328</c:v>
                </c:pt>
                <c:pt idx="2015">
                  <c:v>0.0022274140588475</c:v>
                </c:pt>
                <c:pt idx="2016">
                  <c:v>0.0022298932395289</c:v>
                </c:pt>
                <c:pt idx="2017">
                  <c:v>0.0022329162993412</c:v>
                </c:pt>
                <c:pt idx="2018">
                  <c:v>0.0022364844657281</c:v>
                </c:pt>
                <c:pt idx="2019">
                  <c:v>0.0022405994834299</c:v>
                </c:pt>
                <c:pt idx="2020">
                  <c:v>0.0022452636169415</c:v>
                </c:pt>
                <c:pt idx="2021">
                  <c:v>0.0022504796540197</c:v>
                </c:pt>
                <c:pt idx="2022">
                  <c:v>0.0022562509102489</c:v>
                </c:pt>
                <c:pt idx="2023">
                  <c:v>0.0022625812346785</c:v>
                </c:pt>
                <c:pt idx="2024">
                  <c:v>0.002269475016551</c:v>
                </c:pt>
                <c:pt idx="2025">
                  <c:v>0.0022769371931414</c:v>
                </c:pt>
                <c:pt idx="2026">
                  <c:v>0.0022849732587327</c:v>
                </c:pt>
                <c:pt idx="2027">
                  <c:v>0.0022935892747584</c:v>
                </c:pt>
                <c:pt idx="2028">
                  <c:v>0.0023027918811437</c:v>
                </c:pt>
                <c:pt idx="2029">
                  <c:v>0.002312588308885</c:v>
                </c:pt>
                <c:pt idx="2030">
                  <c:v>0.0023229863939098</c:v>
                </c:pt>
                <c:pt idx="2031">
                  <c:v>0.0023339945922635</c:v>
                </c:pt>
                <c:pt idx="2032">
                  <c:v>0.0023456219966773</c:v>
                </c:pt>
                <c:pt idx="2033">
                  <c:v>0.0023578783545729</c:v>
                </c:pt>
                <c:pt idx="2034">
                  <c:v>0.0023707740875694</c:v>
                </c:pt>
                <c:pt idx="2035">
                  <c:v>0.0023843203125606</c:v>
                </c:pt>
                <c:pt idx="2036">
                  <c:v>0.0023985288644391</c:v>
                </c:pt>
                <c:pt idx="2037">
                  <c:v>0.0024134123205492</c:v>
                </c:pt>
                <c:pt idx="2038">
                  <c:v>0.0024289840269601</c:v>
                </c:pt>
                <c:pt idx="2039">
                  <c:v>0.0024452581266549</c:v>
                </c:pt>
                <c:pt idx="2040">
                  <c:v>0.0024622495897437</c:v>
                </c:pt>
                <c:pt idx="2041">
                  <c:v>0.0024799742458146</c:v>
                </c:pt>
                <c:pt idx="2042">
                  <c:v>0.0024984488185477</c:v>
                </c:pt>
                <c:pt idx="2043">
                  <c:v>0.0025176909627281</c:v>
                </c:pt>
                <c:pt idx="2044">
                  <c:v>0.0025377193038033</c:v>
                </c:pt>
                <c:pt idx="2045">
                  <c:v>0.0025585534801444</c:v>
                </c:pt>
                <c:pt idx="2046">
                  <c:v>0.002580214188183</c:v>
                </c:pt>
                <c:pt idx="2047">
                  <c:v>0.0026027232306107</c:v>
                </c:pt>
                <c:pt idx="2048">
                  <c:v>0.0026261035678406</c:v>
                </c:pt>
                <c:pt idx="2049">
                  <c:v>0.0026503793729525</c:v>
                </c:pt>
                <c:pt idx="2050">
                  <c:v>0.0026755760903567</c:v>
                </c:pt>
                <c:pt idx="2051">
                  <c:v>0.002701720498433</c:v>
                </c:pt>
                <c:pt idx="2052">
                  <c:v>0.0027288407764253</c:v>
                </c:pt>
                <c:pt idx="2053">
                  <c:v>0.0027569665758916</c:v>
                </c:pt>
                <c:pt idx="2054">
                  <c:v>0.0027861290970387</c:v>
                </c:pt>
                <c:pt idx="2055">
                  <c:v>0.0028163611702985</c:v>
                </c:pt>
                <c:pt idx="2056">
                  <c:v>0.0028476973435307</c:v>
                </c:pt>
                <c:pt idx="2057">
                  <c:v>0.0028801739752748</c:v>
                </c:pt>
                <c:pt idx="2058">
                  <c:v>0.0029138293345084</c:v>
                </c:pt>
                <c:pt idx="2059">
                  <c:v>0.0029487037074102</c:v>
                </c:pt>
                <c:pt idx="2060">
                  <c:v>0.0029848395116703</c:v>
                </c:pt>
                <c:pt idx="2061">
                  <c:v>0.0030222814189403</c:v>
                </c:pt>
                <c:pt idx="2062">
                  <c:v>0.0030610764860687</c:v>
                </c:pt>
                <c:pt idx="2063">
                  <c:v>0.0031012742958259</c:v>
                </c:pt>
                <c:pt idx="2064">
                  <c:v>0.0031429271078897</c:v>
                </c:pt>
                <c:pt idx="2065">
                  <c:v>0.0031860900209333</c:v>
                </c:pt>
                <c:pt idx="2066">
                  <c:v>0.0032308211467372</c:v>
                </c:pt>
                <c:pt idx="2067">
                  <c:v>0.0032771817973348</c:v>
                </c:pt>
                <c:pt idx="2068">
                  <c:v>0.0033252366862988</c:v>
                </c:pt>
                <c:pt idx="2069">
                  <c:v>0.0033750541453818</c:v>
                </c:pt>
                <c:pt idx="2070">
                  <c:v>0.0034267063578467</c:v>
                </c:pt>
                <c:pt idx="2071">
                  <c:v>0.0034802696099511</c:v>
                </c:pt>
                <c:pt idx="2072">
                  <c:v>0.0035358245622018</c:v>
                </c:pt>
                <c:pt idx="2073">
                  <c:v>0.0035934565421544</c:v>
                </c:pt>
                <c:pt idx="2074">
                  <c:v>0.0036532558607193</c:v>
                </c:pt>
                <c:pt idx="2075">
                  <c:v>0.0037153181541383</c:v>
                </c:pt>
                <c:pt idx="2076">
                  <c:v>0.0037797447540191</c:v>
                </c:pt>
                <c:pt idx="2077">
                  <c:v>0.0038466430880758</c:v>
                </c:pt>
                <c:pt idx="2078">
                  <c:v>0.0039161271145008</c:v>
                </c:pt>
                <c:pt idx="2079">
                  <c:v>0.0039883177932164</c:v>
                </c:pt>
                <c:pt idx="2080">
                  <c:v>0.0040633435976095</c:v>
                </c:pt>
                <c:pt idx="2081">
                  <c:v>0.0041413410707548</c:v>
                </c:pt>
                <c:pt idx="2082">
                  <c:v>0.0042224554305825</c:v>
                </c:pt>
                <c:pt idx="2083">
                  <c:v>0.0043068412289568</c:v>
                </c:pt>
                <c:pt idx="2084">
                  <c:v>0.004394663070204</c:v>
                </c:pt>
                <c:pt idx="2085">
                  <c:v>0.0044860963952776</c:v>
                </c:pt>
                <c:pt idx="2086">
                  <c:v>0.0045813283384825</c:v>
                </c:pt>
                <c:pt idx="2087">
                  <c:v>0.0046805586645104</c:v>
                </c:pt>
                <c:pt idx="2088">
                  <c:v>0.0047840007944838</c:v>
                </c:pt>
                <c:pt idx="2089">
                  <c:v>0.0048918829307788</c:v>
                </c:pt>
                <c:pt idx="2090">
                  <c:v>0.0050044492916173</c:v>
                </c:pt>
                <c:pt idx="2091">
                  <c:v>0.005121961467817</c:v>
                </c:pt>
                <c:pt idx="2092">
                  <c:v>0.0052446999156753</c:v>
                </c:pt>
                <c:pt idx="2093">
                  <c:v>0.0053729656017916</c:v>
                </c:pt>
                <c:pt idx="2094">
                  <c:v>0.0055070818177206</c:v>
                </c:pt>
                <c:pt idx="2095">
                  <c:v>0.0056473961847526</c:v>
                </c:pt>
                <c:pt idx="2096">
                  <c:v>0.0057942828718845</c:v>
                </c:pt>
                <c:pt idx="2097">
                  <c:v>0.0059481450532325</c:v>
                </c:pt>
                <c:pt idx="2098">
                  <c:v>0.0061094176348276</c:v>
                </c:pt>
                <c:pt idx="2099">
                  <c:v>0.0062785702850068</c:v>
                </c:pt>
                <c:pt idx="2100">
                  <c:v>0.0064561108075694</c:v>
                </c:pt>
                <c:pt idx="2101">
                  <c:v>0.0066425889026339</c:v>
                </c:pt>
                <c:pt idx="2102">
                  <c:v>0.0068386003668616</c:v>
                </c:pt>
                <c:pt idx="2103">
                  <c:v>0.0070447917925669</c:v>
                </c:pt>
                <c:pt idx="2104">
                  <c:v>0.0072618658344469</c:v>
                </c:pt>
                <c:pt idx="2105">
                  <c:v>0.0074905871234782</c:v>
                </c:pt>
                <c:pt idx="2106">
                  <c:v>0.0077317889202615</c:v>
                </c:pt>
                <c:pt idx="2107">
                  <c:v>0.0079863806151371</c:v>
                </c:pt>
                <c:pt idx="2108">
                  <c:v>0.0082553562001923</c:v>
                </c:pt>
                <c:pt idx="2109">
                  <c:v>0.0085398038594245</c:v>
                </c:pt>
                <c:pt idx="2110">
                  <c:v>0.0088409168484902</c:v>
                </c:pt>
                <c:pt idx="2111">
                  <c:v>0.0091600058655359</c:v>
                </c:pt>
                <c:pt idx="2112">
                  <c:v>0.0094985131506265</c:v>
                </c:pt>
                <c:pt idx="2113">
                  <c:v>0.0098580285945738</c:v>
                </c:pt>
                <c:pt idx="2114">
                  <c:v>0.010240308190166</c:v>
                </c:pt>
                <c:pt idx="2115">
                  <c:v>0.010647295221927</c:v>
                </c:pt>
                <c:pt idx="2116">
                  <c:v>0.011081144667161</c:v>
                </c:pt>
                <c:pt idx="2117">
                  <c:v>0.011544251374509</c:v>
                </c:pt>
                <c:pt idx="2118">
                  <c:v>0.012039282701387</c:v>
                </c:pt>
                <c:pt idx="2119">
                  <c:v>0.012569216435146</c:v>
                </c:pt>
                <c:pt idx="2120">
                  <c:v>0.013137384999286</c:v>
                </c:pt>
                <c:pt idx="2121">
                  <c:v>0.013747527154022</c:v>
                </c:pt>
                <c:pt idx="2122">
                  <c:v>0.014403848657629</c:v>
                </c:pt>
                <c:pt idx="2123">
                  <c:v>0.015111093704026</c:v>
                </c:pt>
                <c:pt idx="2124">
                  <c:v>0.015874629390329</c:v>
                </c:pt>
                <c:pt idx="2125">
                  <c:v>0.016700545992999</c:v>
                </c:pt>
                <c:pt idx="2126">
                  <c:v>0.017595776502197</c:v>
                </c:pt>
                <c:pt idx="2127">
                  <c:v>0.018568239735518</c:v>
                </c:pt>
                <c:pt idx="2128">
                  <c:v>0.01962701247274</c:v>
                </c:pt>
                <c:pt idx="2129">
                  <c:v>0.020782537498029</c:v>
                </c:pt>
                <c:pt idx="2130">
                  <c:v>0.022046876309197</c:v>
                </c:pt>
                <c:pt idx="2131">
                  <c:v>0.023434017686903</c:v>
                </c:pt>
                <c:pt idx="2132">
                  <c:v>0.024960256465087</c:v>
                </c:pt>
                <c:pt idx="2133">
                  <c:v>0.026644660853629</c:v>
                </c:pt>
                <c:pt idx="2134">
                  <c:v>0.028509651568278</c:v>
                </c:pt>
                <c:pt idx="2135">
                  <c:v>0.030581721485851</c:v>
                </c:pt>
                <c:pt idx="2136">
                  <c:v>0.032892329502936</c:v>
                </c:pt>
                <c:pt idx="2137">
                  <c:v>0.035479005723265</c:v>
                </c:pt>
                <c:pt idx="2138">
                  <c:v>0.038386714332422</c:v>
                </c:pt>
                <c:pt idx="2139">
                  <c:v>0.041669580020305</c:v>
                </c:pt>
                <c:pt idx="2140">
                  <c:v>0.045393282830406</c:v>
                </c:pt>
                <c:pt idx="2141">
                  <c:v>0.049638633876126</c:v>
                </c:pt>
                <c:pt idx="2142">
                  <c:v>0.054506435786108</c:v>
                </c:pt>
                <c:pt idx="2143">
                  <c:v>0.060123136170776</c:v>
                </c:pt>
                <c:pt idx="2144">
                  <c:v>0.066647754691319</c:v>
                </c:pt>
                <c:pt idx="2145">
                  <c:v>0.07428172699692</c:v>
                </c:pt>
                <c:pt idx="2146">
                  <c:v>0.083283014784989</c:v>
                </c:pt>
                <c:pt idx="2147">
                  <c:v>0.093985777847987</c:v>
                </c:pt>
                <c:pt idx="2148">
                  <c:v>0.10682775469026</c:v>
                </c:pt>
                <c:pt idx="2149">
                  <c:v>0.12238869447782</c:v>
                </c:pt>
                <c:pt idx="2150">
                  <c:v>0.14144459717052</c:v>
                </c:pt>
                <c:pt idx="2151">
                  <c:v>0.16504412230135</c:v>
                </c:pt>
                <c:pt idx="2152">
                  <c:v>0.19461468623891</c:v>
                </c:pt>
                <c:pt idx="2153">
                  <c:v>0.2321040807234</c:v>
                </c:pt>
                <c:pt idx="2154">
                  <c:v>0.28015162507198</c:v>
                </c:pt>
                <c:pt idx="2155">
                  <c:v>0.34224077384087</c:v>
                </c:pt>
                <c:pt idx="2156">
                  <c:v>0.42266221958144</c:v>
                </c:pt>
                <c:pt idx="2157">
                  <c:v>0.52580740332203</c:v>
                </c:pt>
                <c:pt idx="2158">
                  <c:v>0.65369757681304</c:v>
                </c:pt>
                <c:pt idx="2159">
                  <c:v>0.80007732632778</c:v>
                </c:pt>
                <c:pt idx="2160">
                  <c:v>0.9413408270022</c:v>
                </c:pt>
                <c:pt idx="2161">
                  <c:v>1.0339717834555</c:v>
                </c:pt>
                <c:pt idx="2162">
                  <c:v>1.0479725579997</c:v>
                </c:pt>
                <c:pt idx="2163">
                  <c:v>1.0479749064323</c:v>
                </c:pt>
                <c:pt idx="2164">
                  <c:v>1.0369046513556</c:v>
                </c:pt>
                <c:pt idx="2165">
                  <c:v>0.94866898982129</c:v>
                </c:pt>
                <c:pt idx="2166">
                  <c:v>0.80892779594548</c:v>
                </c:pt>
                <c:pt idx="2167">
                  <c:v>0.66198096442894</c:v>
                </c:pt>
                <c:pt idx="2168">
                  <c:v>0.53270005454857</c:v>
                </c:pt>
                <c:pt idx="2169">
                  <c:v>0.42810425053871</c:v>
                </c:pt>
                <c:pt idx="2170">
                  <c:v>0.34645599936351</c:v>
                </c:pt>
                <c:pt idx="2171">
                  <c:v>0.28340994355158</c:v>
                </c:pt>
                <c:pt idx="2172">
                  <c:v>0.2346391752624</c:v>
                </c:pt>
                <c:pt idx="2173">
                  <c:v>0.19660802715773</c:v>
                </c:pt>
                <c:pt idx="2174">
                  <c:v>0.16663078814619</c:v>
                </c:pt>
                <c:pt idx="2175">
                  <c:v>0.14272367090178</c:v>
                </c:pt>
                <c:pt idx="2176">
                  <c:v>0.12343273843924</c:v>
                </c:pt>
                <c:pt idx="2177">
                  <c:v>0.1076901592565</c:v>
                </c:pt>
                <c:pt idx="2178">
                  <c:v>0.094706122616721</c:v>
                </c:pt>
                <c:pt idx="2179">
                  <c:v>0.083890887877527</c:v>
                </c:pt>
                <c:pt idx="2180">
                  <c:v>0.074799438013284</c:v>
                </c:pt>
                <c:pt idx="2181">
                  <c:v>0.06709230324454</c:v>
                </c:pt>
                <c:pt idx="2182">
                  <c:v>0.060507735285133</c:v>
                </c:pt>
                <c:pt idx="2183">
                  <c:v>0.054841806967916</c:v>
                </c:pt>
                <c:pt idx="2184">
                  <c:v>0.049934055575341</c:v>
                </c:pt>
                <c:pt idx="2185">
                  <c:v>0.04565702592641</c:v>
                </c:pt>
                <c:pt idx="2186">
                  <c:v>0.041908578157923</c:v>
                </c:pt>
                <c:pt idx="2187">
                  <c:v>0.03860617296483</c:v>
                </c:pt>
                <c:pt idx="2188">
                  <c:v>0.035682584545555</c:v>
                </c:pt>
                <c:pt idx="2189">
                  <c:v>0.033082654193848</c:v>
                </c:pt>
                <c:pt idx="2190">
                  <c:v>0.030760809610091</c:v>
                </c:pt>
                <c:pt idx="2191">
                  <c:v>0.028679152866306</c:v>
                </c:pt>
                <c:pt idx="2192">
                  <c:v>0.026805974473377</c:v>
                </c:pt>
                <c:pt idx="2193">
                  <c:v>0.025114589499191</c:v>
                </c:pt>
                <c:pt idx="2194">
                  <c:v>0.023582419116935</c:v>
                </c:pt>
                <c:pt idx="2195">
                  <c:v>0.02219026067841</c:v>
                </c:pt>
                <c:pt idx="2196">
                  <c:v>0.020921703700267</c:v>
                </c:pt>
                <c:pt idx="2197">
                  <c:v>0.019762659600389</c:v>
                </c:pt>
                <c:pt idx="2198">
                  <c:v>0.018700980723458</c:v>
                </c:pt>
                <c:pt idx="2199">
                  <c:v>0.017726149916219</c:v>
                </c:pt>
                <c:pt idx="2200">
                  <c:v>0.016829026195796</c:v>
                </c:pt>
                <c:pt idx="2201">
                  <c:v>0.016001635283745</c:v>
                </c:pt>
                <c:pt idx="2202">
                  <c:v>0.015236996230654</c:v>
                </c:pt>
                <c:pt idx="2203">
                  <c:v>0.014528977230697</c:v>
                </c:pt>
                <c:pt idx="2204">
                  <c:v>0.013872175167817</c:v>
                </c:pt>
                <c:pt idx="2205">
                  <c:v>0.013261814551905</c:v>
                </c:pt>
                <c:pt idx="2206">
                  <c:v>0.012693662372947</c:v>
                </c:pt>
                <c:pt idx="2207">
                  <c:v>0.012163956082336</c:v>
                </c:pt>
                <c:pt idx="2208">
                  <c:v>0.011669342446971</c:v>
                </c:pt>
                <c:pt idx="2209">
                  <c:v>0.01120682544657</c:v>
                </c:pt>
                <c:pt idx="2210">
                  <c:v>0.010773721722549</c:v>
                </c:pt>
                <c:pt idx="2211">
                  <c:v>0.010367622357114</c:v>
                </c:pt>
                <c:pt idx="2212">
                  <c:v>0.0099863599782982</c:v>
                </c:pt>
                <c:pt idx="2213">
                  <c:v>0.0096279803618831</c:v>
                </c:pt>
                <c:pt idx="2214">
                  <c:v>0.0092907178431194</c:v>
                </c:pt>
                <c:pt idx="2215">
                  <c:v>0.0089729739667293</c:v>
                </c:pt>
                <c:pt idx="2216">
                  <c:v>0.0086732988980761</c:v>
                </c:pt>
                <c:pt idx="2217">
                  <c:v>0.0083903751958398</c:v>
                </c:pt>
                <c:pt idx="2218">
                  <c:v>0.0081230036102956</c:v>
                </c:pt>
                <c:pt idx="2219">
                  <c:v>0.007870090623977</c:v>
                </c:pt>
                <c:pt idx="2220">
                  <c:v>0.0076306374951845</c:v>
                </c:pt>
                <c:pt idx="2221">
                  <c:v>0.0074037306011432</c:v>
                </c:pt>
                <c:pt idx="2222">
                  <c:v>0.0071885329079387</c:v>
                </c:pt>
                <c:pt idx="2223">
                  <c:v>0.0069842764197544</c:v>
                </c:pt>
                <c:pt idx="2224">
                  <c:v>0.0067902554812561</c:v>
                </c:pt>
                <c:pt idx="2225">
                  <c:v>0.0066058208249259</c:v>
                </c:pt>
                <c:pt idx="2226">
                  <c:v>0.0064303742703184</c:v>
                </c:pt>
                <c:pt idx="2227">
                  <c:v>0.0062633639950543</c:v>
                </c:pt>
                <c:pt idx="2228">
                  <c:v>0.006104280308278</c:v>
                </c:pt>
                <c:pt idx="2229">
                  <c:v>0.0059526518665889</c:v>
                </c:pt>
                <c:pt idx="2230">
                  <c:v>0.0058080422803856</c:v>
                </c:pt>
                <c:pt idx="2231">
                  <c:v>0.0056700470653413</c:v>
                </c:pt>
                <c:pt idx="2232">
                  <c:v>0.0055382908995434</c:v>
                </c:pt>
                <c:pt idx="2233">
                  <c:v>0.0054124251518329</c:v>
                </c:pt>
                <c:pt idx="2234">
                  <c:v>0.0052921256511783</c:v>
                </c:pt>
                <c:pt idx="2235">
                  <c:v>0.0051770906706427</c:v>
                </c:pt>
                <c:pt idx="2236">
                  <c:v>0.0050670391027149</c:v>
                </c:pt>
                <c:pt idx="2237">
                  <c:v>0.0049617088055627</c:v>
                </c:pt>
                <c:pt idx="2238">
                  <c:v>0.0048608551021909</c:v>
                </c:pt>
                <c:pt idx="2239">
                  <c:v>0.0047642494165902</c:v>
                </c:pt>
                <c:pt idx="2240">
                  <c:v>0.004671678032803</c:v>
                </c:pt>
                <c:pt idx="2241">
                  <c:v>0.0045829409644373</c:v>
                </c:pt>
                <c:pt idx="2242">
                  <c:v>0.0044978509235598</c:v>
                </c:pt>
                <c:pt idx="2243">
                  <c:v>0.0044162323791378</c:v>
                </c:pt>
                <c:pt idx="2244">
                  <c:v>0.0043379206962741</c:v>
                </c:pt>
                <c:pt idx="2245">
                  <c:v>0.0042627613484309</c:v>
                </c:pt>
                <c:pt idx="2246">
                  <c:v>0.0041906091956808</c:v>
                </c:pt>
                <c:pt idx="2247">
                  <c:v>0.0041213278227545</c:v>
                </c:pt>
                <c:pt idx="2248">
                  <c:v>0.0040547889313143</c:v>
                </c:pt>
                <c:pt idx="2249">
                  <c:v>0.0039908717814566</c:v>
                </c:pt>
                <c:pt idx="2250">
                  <c:v>0.0039294626779602</c:v>
                </c:pt>
                <c:pt idx="2251">
                  <c:v>0.0038704544972512</c:v>
                </c:pt>
                <c:pt idx="2252">
                  <c:v>0.0038137462514595</c:v>
                </c:pt>
                <c:pt idx="2253">
                  <c:v>0.0037592426863021</c:v>
                </c:pt>
                <c:pt idx="2254">
                  <c:v>0.0037068539098476</c:v>
                </c:pt>
                <c:pt idx="2255">
                  <c:v>0.0036564950495025</c:v>
                </c:pt>
                <c:pt idx="2256">
                  <c:v>0.0036080859348174</c:v>
                </c:pt>
                <c:pt idx="2257">
                  <c:v>0.0035615508039364</c:v>
                </c:pt>
                <c:pt idx="2258">
                  <c:v>0.0035168180317207</c:v>
                </c:pt>
                <c:pt idx="2259">
                  <c:v>0.0034738198777589</c:v>
                </c:pt>
                <c:pt idx="2260">
                  <c:v>0.0034324922526437</c:v>
                </c:pt>
                <c:pt idx="2261">
                  <c:v>0.0033927745010399</c:v>
                </c:pt>
                <c:pt idx="2262">
                  <c:v>0.003354609200204</c:v>
                </c:pt>
                <c:pt idx="2263">
                  <c:v>0.0033179419727366</c:v>
                </c:pt>
                <c:pt idx="2264">
                  <c:v>0.0032827213124542</c:v>
                </c:pt>
                <c:pt idx="2265">
                  <c:v>0.0032488984223675</c:v>
                </c:pt>
                <c:pt idx="2266">
                  <c:v>0.0032164270638411</c:v>
                </c:pt>
                <c:pt idx="2267">
                  <c:v>0.0031852634160882</c:v>
                </c:pt>
                <c:pt idx="2268">
                  <c:v>0.0031553659452289</c:v>
                </c:pt>
                <c:pt idx="2269">
                  <c:v>0.0031266952822034</c:v>
                </c:pt>
                <c:pt idx="2270">
                  <c:v>0.0030992141088937</c:v>
                </c:pt>
                <c:pt idx="2271">
                  <c:v>0.0030728870518597</c:v>
                </c:pt>
                <c:pt idx="2272">
                  <c:v>0.0030476805831462</c:v>
                </c:pt>
                <c:pt idx="2273">
                  <c:v>0.0030235629276617</c:v>
                </c:pt>
                <c:pt idx="2274">
                  <c:v>0.0030005039766689</c:v>
                </c:pt>
                <c:pt idx="2275">
                  <c:v>0.002978475206969</c:v>
                </c:pt>
                <c:pt idx="2276">
                  <c:v>0.0029574496053893</c:v>
                </c:pt>
                <c:pt idx="2277">
                  <c:v>0.002937401598221</c:v>
                </c:pt>
                <c:pt idx="2278">
                  <c:v>0.002918306985278</c:v>
                </c:pt>
                <c:pt idx="2279">
                  <c:v>0.0029001428782757</c:v>
                </c:pt>
                <c:pt idx="2280">
                  <c:v>0.0028828876432529</c:v>
                </c:pt>
                <c:pt idx="2281">
                  <c:v>0.0028665208467802</c:v>
                </c:pt>
                <c:pt idx="2282">
                  <c:v>0.0028510232057204</c:v>
                </c:pt>
                <c:pt idx="2283">
                  <c:v>0.0028363765403231</c:v>
                </c:pt>
                <c:pt idx="2284">
                  <c:v>0.0028225637304548</c:v>
                </c:pt>
                <c:pt idx="2285">
                  <c:v>0.0028095686747792</c:v>
                </c:pt>
                <c:pt idx="2286">
                  <c:v>0.0027973762527184</c:v>
                </c:pt>
                <c:pt idx="2287">
                  <c:v>0.0027859722890399</c:v>
                </c:pt>
                <c:pt idx="2288">
                  <c:v>0.0027753435209241</c:v>
                </c:pt>
                <c:pt idx="2289">
                  <c:v>0.0027654775673805</c:v>
                </c:pt>
                <c:pt idx="2290">
                  <c:v>0.0027563629008927</c:v>
                </c:pt>
                <c:pt idx="2291">
                  <c:v>0.0027479888211778</c:v>
                </c:pt>
                <c:pt idx="2292">
                  <c:v>0.00274034543096</c:v>
                </c:pt>
                <c:pt idx="2293">
                  <c:v>0.0027334236136645</c:v>
                </c:pt>
                <c:pt idx="2294">
                  <c:v>0.0027272150129453</c:v>
                </c:pt>
                <c:pt idx="2295">
                  <c:v>0.0027217120139696</c:v>
                </c:pt>
                <c:pt idx="2296">
                  <c:v>0.0027169077263877</c:v>
                </c:pt>
                <c:pt idx="2297">
                  <c:v>0.0027127959689253</c:v>
                </c:pt>
                <c:pt idx="2298">
                  <c:v>0.0027093712555384</c:v>
                </c:pt>
                <c:pt idx="2299">
                  <c:v>0.0027066287830818</c:v>
                </c:pt>
                <c:pt idx="2300">
                  <c:v>0.0027045644204427</c:v>
                </c:pt>
                <c:pt idx="2301">
                  <c:v>0.0027031746991011</c:v>
                </c:pt>
                <c:pt idx="2302">
                  <c:v>0.0027024568050807</c:v>
                </c:pt>
                <c:pt idx="2303">
                  <c:v>0.0027024085722601</c:v>
                </c:pt>
                <c:pt idx="2304">
                  <c:v>0.0027030284770198</c:v>
                </c:pt>
                <c:pt idx="2305">
                  <c:v>0.0027043156342038</c:v>
                </c:pt>
                <c:pt idx="2306">
                  <c:v>0.0027062697943811</c:v>
                </c:pt>
                <c:pt idx="2307">
                  <c:v>0.0027088913423939</c:v>
                </c:pt>
                <c:pt idx="2308">
                  <c:v>0.0027121812971881</c:v>
                </c:pt>
                <c:pt idx="2309">
                  <c:v>0.0027161413129216</c:v>
                </c:pt>
                <c:pt idx="2310">
                  <c:v>0.0027207736813543</c:v>
                </c:pt>
                <c:pt idx="2311">
                  <c:v>0.0027260813355246</c:v>
                </c:pt>
                <c:pt idx="2312">
                  <c:v>0.0027320678547246</c:v>
                </c:pt>
                <c:pt idx="2313">
                  <c:v>0.0027387374707895</c:v>
                </c:pt>
                <c:pt idx="2314">
                  <c:v>0.00274609507572</c:v>
                </c:pt>
                <c:pt idx="2315">
                  <c:v>0.0027541462306641</c:v>
                </c:pt>
                <c:pt idx="2316">
                  <c:v>0.0027628971762865</c:v>
                </c:pt>
                <c:pt idx="2317">
                  <c:v>0.0027723548445607</c:v>
                </c:pt>
                <c:pt idx="2318">
                  <c:v>0.002782526872024</c:v>
                </c:pt>
                <c:pt idx="2319">
                  <c:v>0.0027934216145392</c:v>
                </c:pt>
                <c:pt idx="2320">
                  <c:v>0.0028050481636142</c:v>
                </c:pt>
                <c:pt idx="2321">
                  <c:v>0.0028174163643368</c:v>
                </c:pt>
                <c:pt idx="2322">
                  <c:v>0.0028305368349857</c:v>
                </c:pt>
                <c:pt idx="2323">
                  <c:v>0.0028444209883877</c:v>
                </c:pt>
                <c:pt idx="2324">
                  <c:v>0.0028590810550974</c:v>
                </c:pt>
                <c:pt idx="2325">
                  <c:v>0.002874530108482</c:v>
                </c:pt>
                <c:pt idx="2326">
                  <c:v>0.0028907820918026</c:v>
                </c:pt>
                <c:pt idx="2327">
                  <c:v>0.0029078518473914</c:v>
                </c:pt>
                <c:pt idx="2328">
                  <c:v>0.0029257551480325</c:v>
                </c:pt>
                <c:pt idx="2329">
                  <c:v>0.0029445087306649</c:v>
                </c:pt>
                <c:pt idx="2330">
                  <c:v>0.0029641303325341</c:v>
                </c:pt>
                <c:pt idx="2331">
                  <c:v>0.002984638729933</c:v>
                </c:pt>
                <c:pt idx="2332">
                  <c:v>0.00300605377968</c:v>
                </c:pt>
                <c:pt idx="2333">
                  <c:v>0.0030283964635006</c:v>
                </c:pt>
                <c:pt idx="2334">
                  <c:v>0.003051688935486</c:v>
                </c:pt>
                <c:pt idx="2335">
                  <c:v>0.0030759545728232</c:v>
                </c:pt>
                <c:pt idx="2336">
                  <c:v>0.0031012180300023</c:v>
                </c:pt>
                <c:pt idx="2337">
                  <c:v>0.0031275052967271</c:v>
                </c:pt>
                <c:pt idx="2338">
                  <c:v>0.0031548437597718</c:v>
                </c:pt>
                <c:pt idx="2339">
                  <c:v>0.0031832622690492</c:v>
                </c:pt>
                <c:pt idx="2340">
                  <c:v>0.0032127912081753</c:v>
                </c:pt>
                <c:pt idx="2341">
                  <c:v>0.0032434625698425</c:v>
                </c:pt>
                <c:pt idx="2342">
                  <c:v>0.0032753100363368</c:v>
                </c:pt>
                <c:pt idx="2343">
                  <c:v>0.0033083690655656</c:v>
                </c:pt>
                <c:pt idx="2344">
                  <c:v>0.003342676982993</c:v>
                </c:pt>
                <c:pt idx="2345">
                  <c:v>0.0033782730799129</c:v>
                </c:pt>
                <c:pt idx="2346">
                  <c:v>0.0034151987185298</c:v>
                </c:pt>
                <c:pt idx="2347">
                  <c:v>0.0034534974443561</c:v>
                </c:pt>
                <c:pt idx="2348">
                  <c:v>0.0034932151064809</c:v>
                </c:pt>
                <c:pt idx="2349">
                  <c:v>0.0035343999863143</c:v>
                </c:pt>
                <c:pt idx="2350">
                  <c:v>0.0035771029354643</c:v>
                </c:pt>
                <c:pt idx="2351">
                  <c:v>0.0036213775234654</c:v>
                </c:pt>
                <c:pt idx="2352">
                  <c:v>0.0036672801961401</c:v>
                </c:pt>
                <c:pt idx="2353">
                  <c:v>0.0037148704454494</c:v>
                </c:pt>
                <c:pt idx="2354">
                  <c:v>0.0037642109917662</c:v>
                </c:pt>
                <c:pt idx="2355">
                  <c:v>0.003815367979593</c:v>
                </c:pt>
                <c:pt idx="2356">
                  <c:v>0.0038684111878437</c:v>
                </c:pt>
                <c:pt idx="2357">
                  <c:v>0.0039234142559132</c:v>
                </c:pt>
                <c:pt idx="2358">
                  <c:v>0.0039804549268813</c:v>
                </c:pt>
                <c:pt idx="2359">
                  <c:v>0.0040396153093231</c:v>
                </c:pt>
              </c:numCache>
            </c:numRef>
          </c:yVal>
        </c:ser>
        <c:dLbls>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majorGridlines>
          <c:spPr>
            <a:ln xmlns:a="http://schemas.openxmlformats.org/drawingml/2006/main" w="6668">
              <a:solidFill>
                <a:srgbClr val="D5CEC1"/>
              </a:solidFill>
            </a:ln>
          </c:spPr>
        </c:majorGridlines>
        <c:title>
          <c:tx>
            <c:rich>
              <a:bodyPr xmlns:a="http://schemas.openxmlformats.org/drawingml/2006/main"/>
              <a:lstStyle xmlns:a="http://schemas.openxmlformats.org/drawingml/2006/main"/>
              <a:p xmlns:a="http://schemas.openxmlformats.org/drawingml/2006/main">
                <a:r>
                  <a:rPr>
                    <a:latin typeface="Georgia"/>
                    <a:ea typeface="Georgia"/>
                    <a:cs typeface="Georgia"/>
                  </a:rPr>
                  <a:t>Extra CO loss (mdB)</a:t>
                </a:r>
              </a:p>
            </c:rich>
          </c:tx>
          <c:overlay val="0"/>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title>
        <c:numFmt formatCode="0.0"/>
        <c:majorTickMark val="none"/>
        <c:minorTickMark val="none"/>
        <c:spPr>
          <a:ln xmlns:a="http://schemas.openxmlformats.org/drawingml/2006/main" w="9525">
            <a:solidFill>
              <a:srgbClr val="6E6A61"/>
            </a:solidFill>
          </a:ln>
        </c:spPr>
        <c:txPr>
          <a:bodyPr xmlns:a="http://schemas.openxmlformats.org/drawingml/2006/main" anchorCtr="1"/>
          <a:lstStyle xmlns:a="http://schemas.openxmlformats.org/drawingml/2006/main"/>
          <a:p xmlns:a="http://schemas.openxmlformats.org/drawingml/2006/main">
            <a:pPr>
              <a:defRPr sz="1500">
                <a:solidFill>
                  <a:srgbClr val="242421"/>
                </a:solidFill>
                <a:latin typeface="Georgia"/>
                <a:ea typeface="Georgia"/>
                <a:cs typeface="Georgia"/>
              </a:defRPr>
            </a:pPr>
          </a:p>
        </c:txPr>
        <c:crossAx val="48650112"/>
        <c:majorUnit val="0.3"/>
      </c:valAx>
      <c:valAx>
        <c:axId val="48650112"/>
        <c:scaling>
          <c:orientation val="minMax"/>
          <c:max val="1000"/>
          <c:min val="60"/>
        </c:scaling>
        <c:delete val="0"/>
        <c:axPos val="b"/>
        <c:title>
          <c:tx>
            <c:rich>
              <a:bodyPr xmlns:a="http://schemas.openxmlformats.org/drawingml/2006/main"/>
              <a:lstStyle xmlns:a="http://schemas.openxmlformats.org/drawingml/2006/main"/>
              <a:p xmlns:a="http://schemas.openxmlformats.org/drawingml/2006/main">
                <a:r>
                  <a:rPr>
                    <a:latin typeface="Georgia"/>
                    <a:ea typeface="Georgia"/>
                    <a:cs typeface="Georgia"/>
                  </a:rPr>
                  <a:t>Frequency (GHz)</a:t>
                </a:r>
              </a:p>
            </c:rich>
          </c:tx>
          <c:overlay val="0"/>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title>
        <c:numFmt formatCode="0"/>
        <c:majorTickMark val="none"/>
        <c:minorTickMark val="none"/>
        <c:spPr>
          <a:ln xmlns:a="http://schemas.openxmlformats.org/drawingml/2006/main" w="9525">
            <a:solidFill>
              <a:srgbClr val="6E6A61"/>
            </a:solidFill>
          </a:ln>
        </c:spPr>
        <c:txPr>
          <a:bodyPr xmlns:a="http://schemas.openxmlformats.org/drawingml/2006/main" anchorCtr="1"/>
          <a:lstStyle xmlns:a="http://schemas.openxmlformats.org/drawingml/2006/main"/>
          <a:p xmlns:a="http://schemas.openxmlformats.org/drawingml/2006/main">
            <a:pPr>
              <a:defRPr sz="1500">
                <a:solidFill>
                  <a:srgbClr val="242421"/>
                </a:solidFill>
                <a:latin typeface="Georgia"/>
                <a:ea typeface="Georgia"/>
                <a:cs typeface="Georgia"/>
              </a:defRPr>
            </a:pPr>
          </a:p>
        </c:txPr>
        <c:crossAx val="48672768"/>
        <c:majorUnit val="100"/>
      </c:valAx>
      <c:spPr>
        <a:solidFill xmlns:a="http://schemas.openxmlformats.org/drawingml/2006/main">
          <a:srgbClr val="F4F0E8"/>
        </a:solidFill>
        <a:ln xmlns:a="http://schemas.openxmlformats.org/drawingml/2006/main" w="0">
          <a:noFill/>
        </a:ln>
      </c:spPr>
    </c:plotArea>
    <c:plotVisOnly val="1"/>
  </c:chart>
  <c:spPr>
    <a:solidFill xmlns:a="http://schemas.openxmlformats.org/drawingml/2006/main">
      <a:srgbClr val="F4F0E8"/>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varyColors val="0"/>
        <c:ser>
          <c:idx val="0"/>
          <c:order val="0"/>
          <c:tx>
            <c:v>115.271 GHz</c:v>
          </c:tx>
          <c:spPr>
            <a:ln xmlns:a="http://schemas.openxmlformats.org/drawingml/2006/main" w="28575">
              <a:solidFill>
                <a:srgbClr val="242421"/>
              </a:solidFill>
            </a:ln>
          </c:spPr>
          <c:marker>
            <c:symbol val="none"/>
          </c:marker>
          <c:xVal>
            <c:numRef>
              <c:f>'Chart Data'!$A$2:$A$201</c:f>
              <c:numCache>
                <c:formatCode>General</c:formatCode>
                <c:ptCount val="2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numCache>
            </c:numRef>
          </c:xVal>
          <c:yVal>
            <c:numRef>
              <c:f>'Chart Data'!$B$2:$B$201</c:f>
              <c:numCache>
                <c:formatCode>0</c:formatCode>
                <c:ptCount val="20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0.14448631151142</c:v>
                </c:pt>
                <c:pt idx="21">
                  <c:v>0.28897262302283</c:v>
                </c:pt>
                <c:pt idx="22">
                  <c:v>0.43345893453425</c:v>
                </c:pt>
                <c:pt idx="23">
                  <c:v>0.57794524604567</c:v>
                </c:pt>
                <c:pt idx="24">
                  <c:v>0.72243155755708</c:v>
                </c:pt>
                <c:pt idx="25">
                  <c:v>0.8669178690685</c:v>
                </c:pt>
                <c:pt idx="26">
                  <c:v>1.0114041805799</c:v>
                </c:pt>
                <c:pt idx="27">
                  <c:v>1.1558904920913</c:v>
                </c:pt>
                <c:pt idx="28">
                  <c:v>1.3003768036028</c:v>
                </c:pt>
                <c:pt idx="29">
                  <c:v>1.4448631151142</c:v>
                </c:pt>
                <c:pt idx="30">
                  <c:v>1.5893494266256</c:v>
                </c:pt>
                <c:pt idx="31">
                  <c:v>1.733835738137</c:v>
                </c:pt>
                <c:pt idx="32">
                  <c:v>1.8783220496484</c:v>
                </c:pt>
                <c:pt idx="33">
                  <c:v>2.0228083611598</c:v>
                </c:pt>
                <c:pt idx="34">
                  <c:v>2.1672946726713</c:v>
                </c:pt>
                <c:pt idx="35">
                  <c:v>2.3117809841827</c:v>
                </c:pt>
                <c:pt idx="36">
                  <c:v>2.4562672956941</c:v>
                </c:pt>
                <c:pt idx="37">
                  <c:v>2.6007536072055</c:v>
                </c:pt>
                <c:pt idx="38">
                  <c:v>2.7452399187169</c:v>
                </c:pt>
                <c:pt idx="39">
                  <c:v>2.8897262302283</c:v>
                </c:pt>
                <c:pt idx="40">
                  <c:v>2.8897262302283</c:v>
                </c:pt>
                <c:pt idx="41">
                  <c:v>2.8897262302283</c:v>
                </c:pt>
                <c:pt idx="42">
                  <c:v>2.8897262302283</c:v>
                </c:pt>
                <c:pt idx="43">
                  <c:v>2.8897262302283</c:v>
                </c:pt>
                <c:pt idx="44">
                  <c:v>2.8897262302283</c:v>
                </c:pt>
                <c:pt idx="45">
                  <c:v>2.8897262302283</c:v>
                </c:pt>
                <c:pt idx="46">
                  <c:v>2.8897262302283</c:v>
                </c:pt>
                <c:pt idx="47">
                  <c:v>2.8897262302283</c:v>
                </c:pt>
                <c:pt idx="48">
                  <c:v>2.8897262302283</c:v>
                </c:pt>
                <c:pt idx="49">
                  <c:v>2.8897262302283</c:v>
                </c:pt>
                <c:pt idx="50">
                  <c:v>2.8897262302283</c:v>
                </c:pt>
                <c:pt idx="51">
                  <c:v>2.8897262302283</c:v>
                </c:pt>
                <c:pt idx="52">
                  <c:v>2.8897262302283</c:v>
                </c:pt>
                <c:pt idx="53">
                  <c:v>2.8897262302283</c:v>
                </c:pt>
                <c:pt idx="54">
                  <c:v>2.8897262302283</c:v>
                </c:pt>
                <c:pt idx="55">
                  <c:v>2.8897262302283</c:v>
                </c:pt>
                <c:pt idx="56">
                  <c:v>2.8897262302283</c:v>
                </c:pt>
                <c:pt idx="57">
                  <c:v>2.8897262302283</c:v>
                </c:pt>
                <c:pt idx="58">
                  <c:v>2.8897262302283</c:v>
                </c:pt>
                <c:pt idx="59">
                  <c:v>2.8897262302283</c:v>
                </c:pt>
                <c:pt idx="60">
                  <c:v>2.8897262302283</c:v>
                </c:pt>
                <c:pt idx="61">
                  <c:v>2.8897262302283</c:v>
                </c:pt>
                <c:pt idx="62">
                  <c:v>2.8897262302283</c:v>
                </c:pt>
                <c:pt idx="63">
                  <c:v>2.8897262302283</c:v>
                </c:pt>
                <c:pt idx="64">
                  <c:v>2.8897262302283</c:v>
                </c:pt>
                <c:pt idx="65">
                  <c:v>2.8897262302283</c:v>
                </c:pt>
                <c:pt idx="66">
                  <c:v>2.8897262302283</c:v>
                </c:pt>
                <c:pt idx="67">
                  <c:v>2.8897262302283</c:v>
                </c:pt>
                <c:pt idx="68">
                  <c:v>2.8897262302283</c:v>
                </c:pt>
                <c:pt idx="69">
                  <c:v>2.8897262302283</c:v>
                </c:pt>
                <c:pt idx="70">
                  <c:v>2.8897262302283</c:v>
                </c:pt>
                <c:pt idx="71">
                  <c:v>2.8897262302283</c:v>
                </c:pt>
                <c:pt idx="72">
                  <c:v>2.8897262302283</c:v>
                </c:pt>
                <c:pt idx="73">
                  <c:v>2.8897262302283</c:v>
                </c:pt>
                <c:pt idx="74">
                  <c:v>2.8897262302283</c:v>
                </c:pt>
                <c:pt idx="75">
                  <c:v>2.8897262302283</c:v>
                </c:pt>
                <c:pt idx="76">
                  <c:v>2.8897262302283</c:v>
                </c:pt>
                <c:pt idx="77">
                  <c:v>2.8897262302283</c:v>
                </c:pt>
                <c:pt idx="78">
                  <c:v>2.8897262302283</c:v>
                </c:pt>
                <c:pt idx="79">
                  <c:v>2.8897262302283</c:v>
                </c:pt>
                <c:pt idx="80">
                  <c:v>2.8897262302283</c:v>
                </c:pt>
                <c:pt idx="81">
                  <c:v>2.8897262302283</c:v>
                </c:pt>
                <c:pt idx="82">
                  <c:v>2.8897262302283</c:v>
                </c:pt>
                <c:pt idx="83">
                  <c:v>2.8897262302283</c:v>
                </c:pt>
                <c:pt idx="84">
                  <c:v>2.8897262302283</c:v>
                </c:pt>
                <c:pt idx="85">
                  <c:v>2.8897262302283</c:v>
                </c:pt>
                <c:pt idx="86">
                  <c:v>2.8897262302283</c:v>
                </c:pt>
                <c:pt idx="87">
                  <c:v>2.8897262302283</c:v>
                </c:pt>
                <c:pt idx="88">
                  <c:v>2.8897262302283</c:v>
                </c:pt>
                <c:pt idx="89">
                  <c:v>2.8897262302283</c:v>
                </c:pt>
                <c:pt idx="90">
                  <c:v>2.8897262302283</c:v>
                </c:pt>
                <c:pt idx="91">
                  <c:v>2.8897262302283</c:v>
                </c:pt>
                <c:pt idx="92">
                  <c:v>2.8897262302283</c:v>
                </c:pt>
                <c:pt idx="93">
                  <c:v>2.8897262302283</c:v>
                </c:pt>
                <c:pt idx="94">
                  <c:v>2.8897262302283</c:v>
                </c:pt>
                <c:pt idx="95">
                  <c:v>2.8897262302283</c:v>
                </c:pt>
                <c:pt idx="96">
                  <c:v>2.8897262302283</c:v>
                </c:pt>
                <c:pt idx="97">
                  <c:v>2.8897262302283</c:v>
                </c:pt>
                <c:pt idx="98">
                  <c:v>2.8897262302283</c:v>
                </c:pt>
                <c:pt idx="99">
                  <c:v>2.8897262302283</c:v>
                </c:pt>
                <c:pt idx="100">
                  <c:v>2.8897262302283</c:v>
                </c:pt>
                <c:pt idx="101">
                  <c:v>2.8897262302283</c:v>
                </c:pt>
                <c:pt idx="102">
                  <c:v>2.8897262302283</c:v>
                </c:pt>
                <c:pt idx="103">
                  <c:v>2.8897262302283</c:v>
                </c:pt>
                <c:pt idx="104">
                  <c:v>2.8897262302283</c:v>
                </c:pt>
                <c:pt idx="105">
                  <c:v>2.8897262302283</c:v>
                </c:pt>
                <c:pt idx="106">
                  <c:v>2.8897262302283</c:v>
                </c:pt>
                <c:pt idx="107">
                  <c:v>2.8897262302283</c:v>
                </c:pt>
                <c:pt idx="108">
                  <c:v>2.8897262302283</c:v>
                </c:pt>
                <c:pt idx="109">
                  <c:v>2.8897262302283</c:v>
                </c:pt>
                <c:pt idx="110">
                  <c:v>2.8897262302283</c:v>
                </c:pt>
                <c:pt idx="111">
                  <c:v>2.8897262302283</c:v>
                </c:pt>
                <c:pt idx="112">
                  <c:v>2.8897262302283</c:v>
                </c:pt>
                <c:pt idx="113">
                  <c:v>2.8897262302283</c:v>
                </c:pt>
                <c:pt idx="114">
                  <c:v>2.8897262302283</c:v>
                </c:pt>
                <c:pt idx="115">
                  <c:v>2.8897262302283</c:v>
                </c:pt>
                <c:pt idx="116">
                  <c:v>2.8897262302283</c:v>
                </c:pt>
                <c:pt idx="117">
                  <c:v>2.8897262302283</c:v>
                </c:pt>
                <c:pt idx="118">
                  <c:v>2.8897262302283</c:v>
                </c:pt>
                <c:pt idx="119">
                  <c:v>2.8897262302283</c:v>
                </c:pt>
                <c:pt idx="120">
                  <c:v>2.8897262302283</c:v>
                </c:pt>
                <c:pt idx="121">
                  <c:v>2.8897262302283</c:v>
                </c:pt>
                <c:pt idx="122">
                  <c:v>2.8897262302283</c:v>
                </c:pt>
                <c:pt idx="123">
                  <c:v>2.8897262302283</c:v>
                </c:pt>
                <c:pt idx="124">
                  <c:v>2.8897262302283</c:v>
                </c:pt>
                <c:pt idx="125">
                  <c:v>2.8897262302283</c:v>
                </c:pt>
                <c:pt idx="126">
                  <c:v>2.8897262302283</c:v>
                </c:pt>
                <c:pt idx="127">
                  <c:v>2.8897262302283</c:v>
                </c:pt>
                <c:pt idx="128">
                  <c:v>2.8897262302283</c:v>
                </c:pt>
                <c:pt idx="129">
                  <c:v>2.8897262302283</c:v>
                </c:pt>
                <c:pt idx="130">
                  <c:v>2.8897262302283</c:v>
                </c:pt>
                <c:pt idx="131">
                  <c:v>2.8897262302283</c:v>
                </c:pt>
                <c:pt idx="132">
                  <c:v>2.8897262302283</c:v>
                </c:pt>
                <c:pt idx="133">
                  <c:v>2.8897262302283</c:v>
                </c:pt>
                <c:pt idx="134">
                  <c:v>2.8897262302283</c:v>
                </c:pt>
                <c:pt idx="135">
                  <c:v>2.8897262302283</c:v>
                </c:pt>
                <c:pt idx="136">
                  <c:v>2.8897262302283</c:v>
                </c:pt>
                <c:pt idx="137">
                  <c:v>2.8897262302283</c:v>
                </c:pt>
                <c:pt idx="138">
                  <c:v>2.8897262302283</c:v>
                </c:pt>
                <c:pt idx="139">
                  <c:v>2.8897262302283</c:v>
                </c:pt>
                <c:pt idx="140">
                  <c:v>2.8897262302283</c:v>
                </c:pt>
                <c:pt idx="141">
                  <c:v>2.8897262302283</c:v>
                </c:pt>
                <c:pt idx="142">
                  <c:v>2.8897262302283</c:v>
                </c:pt>
                <c:pt idx="143">
                  <c:v>2.8897262302283</c:v>
                </c:pt>
                <c:pt idx="144">
                  <c:v>2.8897262302283</c:v>
                </c:pt>
                <c:pt idx="145">
                  <c:v>2.8897262302283</c:v>
                </c:pt>
                <c:pt idx="146">
                  <c:v>2.8897262302283</c:v>
                </c:pt>
                <c:pt idx="147">
                  <c:v>2.8897262302283</c:v>
                </c:pt>
                <c:pt idx="148">
                  <c:v>2.8897262302283</c:v>
                </c:pt>
                <c:pt idx="149">
                  <c:v>2.8897262302283</c:v>
                </c:pt>
                <c:pt idx="150">
                  <c:v>2.8897262302283</c:v>
                </c:pt>
                <c:pt idx="151">
                  <c:v>2.8897262302283</c:v>
                </c:pt>
                <c:pt idx="152">
                  <c:v>2.8897262302283</c:v>
                </c:pt>
                <c:pt idx="153">
                  <c:v>2.8897262302283</c:v>
                </c:pt>
                <c:pt idx="154">
                  <c:v>2.8897262302283</c:v>
                </c:pt>
                <c:pt idx="155">
                  <c:v>2.8897262302283</c:v>
                </c:pt>
                <c:pt idx="156">
                  <c:v>2.8897262302283</c:v>
                </c:pt>
                <c:pt idx="157">
                  <c:v>2.8897262302283</c:v>
                </c:pt>
                <c:pt idx="158">
                  <c:v>2.8897262302283</c:v>
                </c:pt>
                <c:pt idx="159">
                  <c:v>2.8897262302283</c:v>
                </c:pt>
                <c:pt idx="160">
                  <c:v>2.8897262302283</c:v>
                </c:pt>
                <c:pt idx="161">
                  <c:v>2.8897262302283</c:v>
                </c:pt>
                <c:pt idx="162">
                  <c:v>2.8897262302283</c:v>
                </c:pt>
                <c:pt idx="163">
                  <c:v>2.8897262302283</c:v>
                </c:pt>
                <c:pt idx="164">
                  <c:v>2.8897262302283</c:v>
                </c:pt>
                <c:pt idx="165">
                  <c:v>2.8897262302283</c:v>
                </c:pt>
                <c:pt idx="166">
                  <c:v>2.8897262302283</c:v>
                </c:pt>
                <c:pt idx="167">
                  <c:v>2.8897262302283</c:v>
                </c:pt>
                <c:pt idx="168">
                  <c:v>2.8897262302283</c:v>
                </c:pt>
                <c:pt idx="169">
                  <c:v>2.8897262302283</c:v>
                </c:pt>
                <c:pt idx="170">
                  <c:v>2.8897262302283</c:v>
                </c:pt>
                <c:pt idx="171">
                  <c:v>2.8897262302283</c:v>
                </c:pt>
                <c:pt idx="172">
                  <c:v>2.8897262302283</c:v>
                </c:pt>
                <c:pt idx="173">
                  <c:v>2.8897262302283</c:v>
                </c:pt>
                <c:pt idx="174">
                  <c:v>2.8897262302283</c:v>
                </c:pt>
                <c:pt idx="175">
                  <c:v>2.8897262302283</c:v>
                </c:pt>
                <c:pt idx="176">
                  <c:v>2.8897262302283</c:v>
                </c:pt>
                <c:pt idx="177">
                  <c:v>2.8897262302283</c:v>
                </c:pt>
                <c:pt idx="178">
                  <c:v>2.8897262302283</c:v>
                </c:pt>
                <c:pt idx="179">
                  <c:v>2.8897262302283</c:v>
                </c:pt>
                <c:pt idx="180">
                  <c:v>2.8897262302283</c:v>
                </c:pt>
                <c:pt idx="181">
                  <c:v>2.8897262302283</c:v>
                </c:pt>
                <c:pt idx="182">
                  <c:v>2.8897262302283</c:v>
                </c:pt>
                <c:pt idx="183">
                  <c:v>2.8897262302283</c:v>
                </c:pt>
                <c:pt idx="184">
                  <c:v>2.8897262302283</c:v>
                </c:pt>
                <c:pt idx="185">
                  <c:v>2.8897262302283</c:v>
                </c:pt>
                <c:pt idx="186">
                  <c:v>2.8897262302283</c:v>
                </c:pt>
                <c:pt idx="187">
                  <c:v>2.8897262302283</c:v>
                </c:pt>
                <c:pt idx="188">
                  <c:v>2.8897262302283</c:v>
                </c:pt>
                <c:pt idx="189">
                  <c:v>2.8897262302283</c:v>
                </c:pt>
                <c:pt idx="190">
                  <c:v>2.8897262302283</c:v>
                </c:pt>
                <c:pt idx="191">
                  <c:v>2.8897262302283</c:v>
                </c:pt>
                <c:pt idx="192">
                  <c:v>2.8897262302283</c:v>
                </c:pt>
                <c:pt idx="193">
                  <c:v>2.8897262302283</c:v>
                </c:pt>
                <c:pt idx="194">
                  <c:v>2.8897262302283</c:v>
                </c:pt>
                <c:pt idx="195">
                  <c:v>2.8897262302283</c:v>
                </c:pt>
                <c:pt idx="196">
                  <c:v>2.8897262302283</c:v>
                </c:pt>
                <c:pt idx="197">
                  <c:v>2.8897262302283</c:v>
                </c:pt>
                <c:pt idx="198">
                  <c:v>2.8897262302283</c:v>
                </c:pt>
                <c:pt idx="199">
                  <c:v>2.8897262302283</c:v>
                </c:pt>
              </c:numCache>
            </c:numRef>
          </c:yVal>
        </c:ser>
        <c:ser>
          <c:idx val="1"/>
          <c:order val="1"/>
          <c:tx>
            <c:v>230.538 GHz</c:v>
          </c:tx>
          <c:spPr>
            <a:ln xmlns:a="http://schemas.openxmlformats.org/drawingml/2006/main" w="28575">
              <a:solidFill>
                <a:srgbClr val="B4472B"/>
              </a:solidFill>
            </a:ln>
          </c:spPr>
          <c:marker>
            <c:symbol val="none"/>
          </c:marker>
          <c:xVal>
            <c:numRef>
              <c:f>'Chart Data'!$C$2:$C$201</c:f>
              <c:numCache>
                <c:formatCode>General</c:formatCode>
                <c:ptCount val="2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numCache>
            </c:numRef>
          </c:xVal>
          <c:yVal>
            <c:numRef>
              <c:f>'Chart Data'!$D$2:$D$201</c:f>
              <c:numCache>
                <c:formatCode>0</c:formatCode>
                <c:ptCount val="20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1.1674062882823</c:v>
                </c:pt>
                <c:pt idx="21">
                  <c:v>2.3348125765647</c:v>
                </c:pt>
                <c:pt idx="22">
                  <c:v>3.502218864847</c:v>
                </c:pt>
                <c:pt idx="23">
                  <c:v>4.6696251531294</c:v>
                </c:pt>
                <c:pt idx="24">
                  <c:v>5.8370314414117</c:v>
                </c:pt>
                <c:pt idx="25">
                  <c:v>7.004437729694</c:v>
                </c:pt>
                <c:pt idx="26">
                  <c:v>8.1718440179764</c:v>
                </c:pt>
                <c:pt idx="27">
                  <c:v>9.3392503062587</c:v>
                </c:pt>
                <c:pt idx="28">
                  <c:v>10.506656594541</c:v>
                </c:pt>
                <c:pt idx="29">
                  <c:v>11.674062882823</c:v>
                </c:pt>
                <c:pt idx="30">
                  <c:v>12.841469171106</c:v>
                </c:pt>
                <c:pt idx="31">
                  <c:v>14.008875459388</c:v>
                </c:pt>
                <c:pt idx="32">
                  <c:v>15.17628174767</c:v>
                </c:pt>
                <c:pt idx="33">
                  <c:v>16.343688035953</c:v>
                </c:pt>
                <c:pt idx="34">
                  <c:v>17.511094324235</c:v>
                </c:pt>
                <c:pt idx="35">
                  <c:v>18.678500612517</c:v>
                </c:pt>
                <c:pt idx="36">
                  <c:v>19.8459069008</c:v>
                </c:pt>
                <c:pt idx="37">
                  <c:v>21.013313189082</c:v>
                </c:pt>
                <c:pt idx="38">
                  <c:v>22.180719477364</c:v>
                </c:pt>
                <c:pt idx="39">
                  <c:v>23.348125765647</c:v>
                </c:pt>
                <c:pt idx="40">
                  <c:v>23.348125765647</c:v>
                </c:pt>
                <c:pt idx="41">
                  <c:v>23.348125765647</c:v>
                </c:pt>
                <c:pt idx="42">
                  <c:v>23.348125765647</c:v>
                </c:pt>
                <c:pt idx="43">
                  <c:v>23.348125765647</c:v>
                </c:pt>
                <c:pt idx="44">
                  <c:v>23.348125765647</c:v>
                </c:pt>
                <c:pt idx="45">
                  <c:v>23.348125765647</c:v>
                </c:pt>
                <c:pt idx="46">
                  <c:v>23.348125765647</c:v>
                </c:pt>
                <c:pt idx="47">
                  <c:v>23.348125765647</c:v>
                </c:pt>
                <c:pt idx="48">
                  <c:v>23.348125765647</c:v>
                </c:pt>
                <c:pt idx="49">
                  <c:v>23.348125765647</c:v>
                </c:pt>
                <c:pt idx="50">
                  <c:v>23.348125765647</c:v>
                </c:pt>
                <c:pt idx="51">
                  <c:v>23.348125765647</c:v>
                </c:pt>
                <c:pt idx="52">
                  <c:v>23.348125765647</c:v>
                </c:pt>
                <c:pt idx="53">
                  <c:v>23.348125765647</c:v>
                </c:pt>
                <c:pt idx="54">
                  <c:v>23.348125765647</c:v>
                </c:pt>
                <c:pt idx="55">
                  <c:v>23.348125765647</c:v>
                </c:pt>
                <c:pt idx="56">
                  <c:v>23.348125765647</c:v>
                </c:pt>
                <c:pt idx="57">
                  <c:v>23.348125765647</c:v>
                </c:pt>
                <c:pt idx="58">
                  <c:v>23.348125765647</c:v>
                </c:pt>
                <c:pt idx="59">
                  <c:v>23.348125765647</c:v>
                </c:pt>
                <c:pt idx="60">
                  <c:v>23.348125765647</c:v>
                </c:pt>
                <c:pt idx="61">
                  <c:v>23.348125765647</c:v>
                </c:pt>
                <c:pt idx="62">
                  <c:v>23.348125765647</c:v>
                </c:pt>
                <c:pt idx="63">
                  <c:v>23.348125765647</c:v>
                </c:pt>
                <c:pt idx="64">
                  <c:v>23.348125765647</c:v>
                </c:pt>
                <c:pt idx="65">
                  <c:v>23.348125765647</c:v>
                </c:pt>
                <c:pt idx="66">
                  <c:v>23.348125765647</c:v>
                </c:pt>
                <c:pt idx="67">
                  <c:v>23.348125765647</c:v>
                </c:pt>
                <c:pt idx="68">
                  <c:v>23.348125765647</c:v>
                </c:pt>
                <c:pt idx="69">
                  <c:v>23.348125765647</c:v>
                </c:pt>
                <c:pt idx="70">
                  <c:v>23.348125765647</c:v>
                </c:pt>
                <c:pt idx="71">
                  <c:v>23.348125765647</c:v>
                </c:pt>
                <c:pt idx="72">
                  <c:v>23.348125765647</c:v>
                </c:pt>
                <c:pt idx="73">
                  <c:v>23.348125765647</c:v>
                </c:pt>
                <c:pt idx="74">
                  <c:v>23.348125765647</c:v>
                </c:pt>
                <c:pt idx="75">
                  <c:v>23.348125765647</c:v>
                </c:pt>
                <c:pt idx="76">
                  <c:v>23.348125765647</c:v>
                </c:pt>
                <c:pt idx="77">
                  <c:v>23.348125765647</c:v>
                </c:pt>
                <c:pt idx="78">
                  <c:v>23.348125765647</c:v>
                </c:pt>
                <c:pt idx="79">
                  <c:v>23.348125765647</c:v>
                </c:pt>
                <c:pt idx="80">
                  <c:v>23.348125765647</c:v>
                </c:pt>
                <c:pt idx="81">
                  <c:v>23.348125765647</c:v>
                </c:pt>
                <c:pt idx="82">
                  <c:v>23.348125765647</c:v>
                </c:pt>
                <c:pt idx="83">
                  <c:v>23.348125765647</c:v>
                </c:pt>
                <c:pt idx="84">
                  <c:v>23.348125765647</c:v>
                </c:pt>
                <c:pt idx="85">
                  <c:v>23.348125765647</c:v>
                </c:pt>
                <c:pt idx="86">
                  <c:v>23.348125765647</c:v>
                </c:pt>
                <c:pt idx="87">
                  <c:v>23.348125765647</c:v>
                </c:pt>
                <c:pt idx="88">
                  <c:v>23.348125765647</c:v>
                </c:pt>
                <c:pt idx="89">
                  <c:v>23.348125765647</c:v>
                </c:pt>
                <c:pt idx="90">
                  <c:v>23.348125765647</c:v>
                </c:pt>
                <c:pt idx="91">
                  <c:v>23.348125765647</c:v>
                </c:pt>
                <c:pt idx="92">
                  <c:v>23.348125765647</c:v>
                </c:pt>
                <c:pt idx="93">
                  <c:v>23.348125765647</c:v>
                </c:pt>
                <c:pt idx="94">
                  <c:v>23.348125765647</c:v>
                </c:pt>
                <c:pt idx="95">
                  <c:v>23.348125765647</c:v>
                </c:pt>
                <c:pt idx="96">
                  <c:v>23.348125765647</c:v>
                </c:pt>
                <c:pt idx="97">
                  <c:v>23.348125765647</c:v>
                </c:pt>
                <c:pt idx="98">
                  <c:v>23.348125765647</c:v>
                </c:pt>
                <c:pt idx="99">
                  <c:v>23.348125765647</c:v>
                </c:pt>
                <c:pt idx="100">
                  <c:v>23.348125765647</c:v>
                </c:pt>
                <c:pt idx="101">
                  <c:v>23.348125765647</c:v>
                </c:pt>
                <c:pt idx="102">
                  <c:v>23.348125765647</c:v>
                </c:pt>
                <c:pt idx="103">
                  <c:v>23.348125765647</c:v>
                </c:pt>
                <c:pt idx="104">
                  <c:v>23.348125765647</c:v>
                </c:pt>
                <c:pt idx="105">
                  <c:v>23.348125765647</c:v>
                </c:pt>
                <c:pt idx="106">
                  <c:v>23.348125765647</c:v>
                </c:pt>
                <c:pt idx="107">
                  <c:v>23.348125765647</c:v>
                </c:pt>
                <c:pt idx="108">
                  <c:v>23.348125765647</c:v>
                </c:pt>
                <c:pt idx="109">
                  <c:v>23.348125765647</c:v>
                </c:pt>
                <c:pt idx="110">
                  <c:v>23.348125765647</c:v>
                </c:pt>
                <c:pt idx="111">
                  <c:v>23.348125765647</c:v>
                </c:pt>
                <c:pt idx="112">
                  <c:v>23.348125765647</c:v>
                </c:pt>
                <c:pt idx="113">
                  <c:v>23.348125765647</c:v>
                </c:pt>
                <c:pt idx="114">
                  <c:v>23.348125765647</c:v>
                </c:pt>
                <c:pt idx="115">
                  <c:v>23.348125765647</c:v>
                </c:pt>
                <c:pt idx="116">
                  <c:v>23.348125765647</c:v>
                </c:pt>
                <c:pt idx="117">
                  <c:v>23.348125765647</c:v>
                </c:pt>
                <c:pt idx="118">
                  <c:v>23.348125765647</c:v>
                </c:pt>
                <c:pt idx="119">
                  <c:v>23.348125765647</c:v>
                </c:pt>
                <c:pt idx="120">
                  <c:v>23.348125765647</c:v>
                </c:pt>
                <c:pt idx="121">
                  <c:v>23.348125765647</c:v>
                </c:pt>
                <c:pt idx="122">
                  <c:v>23.348125765647</c:v>
                </c:pt>
                <c:pt idx="123">
                  <c:v>23.348125765647</c:v>
                </c:pt>
                <c:pt idx="124">
                  <c:v>23.348125765647</c:v>
                </c:pt>
                <c:pt idx="125">
                  <c:v>23.348125765647</c:v>
                </c:pt>
                <c:pt idx="126">
                  <c:v>23.348125765647</c:v>
                </c:pt>
                <c:pt idx="127">
                  <c:v>23.348125765647</c:v>
                </c:pt>
                <c:pt idx="128">
                  <c:v>23.348125765647</c:v>
                </c:pt>
                <c:pt idx="129">
                  <c:v>23.348125765647</c:v>
                </c:pt>
                <c:pt idx="130">
                  <c:v>23.348125765647</c:v>
                </c:pt>
                <c:pt idx="131">
                  <c:v>23.348125765647</c:v>
                </c:pt>
                <c:pt idx="132">
                  <c:v>23.348125765647</c:v>
                </c:pt>
                <c:pt idx="133">
                  <c:v>23.348125765647</c:v>
                </c:pt>
                <c:pt idx="134">
                  <c:v>23.348125765647</c:v>
                </c:pt>
                <c:pt idx="135">
                  <c:v>23.348125765647</c:v>
                </c:pt>
                <c:pt idx="136">
                  <c:v>23.348125765647</c:v>
                </c:pt>
                <c:pt idx="137">
                  <c:v>23.348125765647</c:v>
                </c:pt>
                <c:pt idx="138">
                  <c:v>23.348125765647</c:v>
                </c:pt>
                <c:pt idx="139">
                  <c:v>23.348125765647</c:v>
                </c:pt>
                <c:pt idx="140">
                  <c:v>23.348125765647</c:v>
                </c:pt>
                <c:pt idx="141">
                  <c:v>23.348125765647</c:v>
                </c:pt>
                <c:pt idx="142">
                  <c:v>23.348125765647</c:v>
                </c:pt>
                <c:pt idx="143">
                  <c:v>23.348125765647</c:v>
                </c:pt>
                <c:pt idx="144">
                  <c:v>23.348125765647</c:v>
                </c:pt>
                <c:pt idx="145">
                  <c:v>23.348125765647</c:v>
                </c:pt>
                <c:pt idx="146">
                  <c:v>23.348125765647</c:v>
                </c:pt>
                <c:pt idx="147">
                  <c:v>23.348125765647</c:v>
                </c:pt>
                <c:pt idx="148">
                  <c:v>23.348125765647</c:v>
                </c:pt>
                <c:pt idx="149">
                  <c:v>23.348125765647</c:v>
                </c:pt>
                <c:pt idx="150">
                  <c:v>23.348125765647</c:v>
                </c:pt>
                <c:pt idx="151">
                  <c:v>23.348125765647</c:v>
                </c:pt>
                <c:pt idx="152">
                  <c:v>23.348125765647</c:v>
                </c:pt>
                <c:pt idx="153">
                  <c:v>23.348125765647</c:v>
                </c:pt>
                <c:pt idx="154">
                  <c:v>23.348125765647</c:v>
                </c:pt>
                <c:pt idx="155">
                  <c:v>23.348125765647</c:v>
                </c:pt>
                <c:pt idx="156">
                  <c:v>23.348125765647</c:v>
                </c:pt>
                <c:pt idx="157">
                  <c:v>23.348125765647</c:v>
                </c:pt>
                <c:pt idx="158">
                  <c:v>23.348125765647</c:v>
                </c:pt>
                <c:pt idx="159">
                  <c:v>23.348125765647</c:v>
                </c:pt>
                <c:pt idx="160">
                  <c:v>23.348125765647</c:v>
                </c:pt>
                <c:pt idx="161">
                  <c:v>23.348125765647</c:v>
                </c:pt>
                <c:pt idx="162">
                  <c:v>23.348125765647</c:v>
                </c:pt>
                <c:pt idx="163">
                  <c:v>23.348125765647</c:v>
                </c:pt>
                <c:pt idx="164">
                  <c:v>23.348125765647</c:v>
                </c:pt>
                <c:pt idx="165">
                  <c:v>23.348125765647</c:v>
                </c:pt>
                <c:pt idx="166">
                  <c:v>23.348125765647</c:v>
                </c:pt>
                <c:pt idx="167">
                  <c:v>23.348125765647</c:v>
                </c:pt>
                <c:pt idx="168">
                  <c:v>23.348125765647</c:v>
                </c:pt>
                <c:pt idx="169">
                  <c:v>23.348125765647</c:v>
                </c:pt>
                <c:pt idx="170">
                  <c:v>23.348125765647</c:v>
                </c:pt>
                <c:pt idx="171">
                  <c:v>23.348125765647</c:v>
                </c:pt>
                <c:pt idx="172">
                  <c:v>23.348125765647</c:v>
                </c:pt>
                <c:pt idx="173">
                  <c:v>23.348125765647</c:v>
                </c:pt>
                <c:pt idx="174">
                  <c:v>23.348125765647</c:v>
                </c:pt>
                <c:pt idx="175">
                  <c:v>23.348125765647</c:v>
                </c:pt>
                <c:pt idx="176">
                  <c:v>23.348125765647</c:v>
                </c:pt>
                <c:pt idx="177">
                  <c:v>23.348125765647</c:v>
                </c:pt>
                <c:pt idx="178">
                  <c:v>23.348125765647</c:v>
                </c:pt>
                <c:pt idx="179">
                  <c:v>23.348125765647</c:v>
                </c:pt>
                <c:pt idx="180">
                  <c:v>23.348125765647</c:v>
                </c:pt>
                <c:pt idx="181">
                  <c:v>23.348125765647</c:v>
                </c:pt>
                <c:pt idx="182">
                  <c:v>23.348125765647</c:v>
                </c:pt>
                <c:pt idx="183">
                  <c:v>23.348125765647</c:v>
                </c:pt>
                <c:pt idx="184">
                  <c:v>23.348125765647</c:v>
                </c:pt>
                <c:pt idx="185">
                  <c:v>23.348125765647</c:v>
                </c:pt>
                <c:pt idx="186">
                  <c:v>23.348125765647</c:v>
                </c:pt>
                <c:pt idx="187">
                  <c:v>23.348125765647</c:v>
                </c:pt>
                <c:pt idx="188">
                  <c:v>23.348125765647</c:v>
                </c:pt>
                <c:pt idx="189">
                  <c:v>23.348125765647</c:v>
                </c:pt>
                <c:pt idx="190">
                  <c:v>23.348125765647</c:v>
                </c:pt>
                <c:pt idx="191">
                  <c:v>23.348125765647</c:v>
                </c:pt>
                <c:pt idx="192">
                  <c:v>23.348125765647</c:v>
                </c:pt>
                <c:pt idx="193">
                  <c:v>23.348125765647</c:v>
                </c:pt>
                <c:pt idx="194">
                  <c:v>23.348125765647</c:v>
                </c:pt>
                <c:pt idx="195">
                  <c:v>23.348125765647</c:v>
                </c:pt>
                <c:pt idx="196">
                  <c:v>23.348125765647</c:v>
                </c:pt>
                <c:pt idx="197">
                  <c:v>23.348125765647</c:v>
                </c:pt>
                <c:pt idx="198">
                  <c:v>23.348125765647</c:v>
                </c:pt>
                <c:pt idx="199">
                  <c:v>23.348125765647</c:v>
                </c:pt>
              </c:numCache>
            </c:numRef>
          </c:yVal>
        </c:ser>
        <c:ser>
          <c:idx val="2"/>
          <c:order val="2"/>
          <c:tx>
            <c:v>345.796 GHz</c:v>
          </c:tx>
          <c:spPr>
            <a:ln xmlns:a="http://schemas.openxmlformats.org/drawingml/2006/main" w="28575">
              <a:solidFill>
                <a:srgbClr val="69725D"/>
              </a:solidFill>
            </a:ln>
          </c:spPr>
          <c:marker>
            <c:symbol val="none"/>
          </c:marker>
          <c:xVal>
            <c:numRef>
              <c:f>'Chart Data'!$E$2:$E$201</c:f>
              <c:numCache>
                <c:formatCode>General</c:formatCode>
                <c:ptCount val="2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numCache>
            </c:numRef>
          </c:xVal>
          <c:yVal>
            <c:numRef>
              <c:f>'Chart Data'!$F$2:$F$201</c:f>
              <c:numCache>
                <c:formatCode>0</c:formatCode>
                <c:ptCount val="20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3.9830120427002</c:v>
                </c:pt>
                <c:pt idx="21">
                  <c:v>7.9660240854003</c:v>
                </c:pt>
                <c:pt idx="22">
                  <c:v>11.9490361281</c:v>
                </c:pt>
                <c:pt idx="23">
                  <c:v>15.932048170801</c:v>
                </c:pt>
                <c:pt idx="24">
                  <c:v>19.915060213501</c:v>
                </c:pt>
                <c:pt idx="25">
                  <c:v>23.898072256201</c:v>
                </c:pt>
                <c:pt idx="26">
                  <c:v>27.881084298901</c:v>
                </c:pt>
                <c:pt idx="27">
                  <c:v>31.864096341601</c:v>
                </c:pt>
                <c:pt idx="28">
                  <c:v>35.847108384301</c:v>
                </c:pt>
                <c:pt idx="29">
                  <c:v>39.830120427002</c:v>
                </c:pt>
                <c:pt idx="30">
                  <c:v>43.813132469702</c:v>
                </c:pt>
                <c:pt idx="31">
                  <c:v>47.796144512402</c:v>
                </c:pt>
                <c:pt idx="32">
                  <c:v>51.779156555102</c:v>
                </c:pt>
                <c:pt idx="33">
                  <c:v>55.762168597802</c:v>
                </c:pt>
                <c:pt idx="34">
                  <c:v>59.745180640502</c:v>
                </c:pt>
                <c:pt idx="35">
                  <c:v>63.728192683203</c:v>
                </c:pt>
                <c:pt idx="36">
                  <c:v>67.711204725903</c:v>
                </c:pt>
                <c:pt idx="37">
                  <c:v>71.694216768603</c:v>
                </c:pt>
                <c:pt idx="38">
                  <c:v>75.677228811303</c:v>
                </c:pt>
                <c:pt idx="39">
                  <c:v>79.660240854003</c:v>
                </c:pt>
                <c:pt idx="40">
                  <c:v>79.660240854003</c:v>
                </c:pt>
                <c:pt idx="41">
                  <c:v>79.660240854003</c:v>
                </c:pt>
                <c:pt idx="42">
                  <c:v>79.660240854003</c:v>
                </c:pt>
                <c:pt idx="43">
                  <c:v>79.660240854003</c:v>
                </c:pt>
                <c:pt idx="44">
                  <c:v>79.660240854003</c:v>
                </c:pt>
                <c:pt idx="45">
                  <c:v>79.660240854003</c:v>
                </c:pt>
                <c:pt idx="46">
                  <c:v>79.660240854003</c:v>
                </c:pt>
                <c:pt idx="47">
                  <c:v>79.660240854003</c:v>
                </c:pt>
                <c:pt idx="48">
                  <c:v>79.660240854003</c:v>
                </c:pt>
                <c:pt idx="49">
                  <c:v>79.660240854003</c:v>
                </c:pt>
                <c:pt idx="50">
                  <c:v>79.660240854003</c:v>
                </c:pt>
                <c:pt idx="51">
                  <c:v>79.660240854003</c:v>
                </c:pt>
                <c:pt idx="52">
                  <c:v>79.660240854003</c:v>
                </c:pt>
                <c:pt idx="53">
                  <c:v>79.660240854003</c:v>
                </c:pt>
                <c:pt idx="54">
                  <c:v>79.660240854003</c:v>
                </c:pt>
                <c:pt idx="55">
                  <c:v>79.660240854003</c:v>
                </c:pt>
                <c:pt idx="56">
                  <c:v>79.660240854003</c:v>
                </c:pt>
                <c:pt idx="57">
                  <c:v>79.660240854003</c:v>
                </c:pt>
                <c:pt idx="58">
                  <c:v>79.660240854003</c:v>
                </c:pt>
                <c:pt idx="59">
                  <c:v>79.660240854003</c:v>
                </c:pt>
                <c:pt idx="60">
                  <c:v>79.660240854003</c:v>
                </c:pt>
                <c:pt idx="61">
                  <c:v>79.660240854003</c:v>
                </c:pt>
                <c:pt idx="62">
                  <c:v>79.660240854003</c:v>
                </c:pt>
                <c:pt idx="63">
                  <c:v>79.660240854003</c:v>
                </c:pt>
                <c:pt idx="64">
                  <c:v>79.660240854003</c:v>
                </c:pt>
                <c:pt idx="65">
                  <c:v>79.660240854003</c:v>
                </c:pt>
                <c:pt idx="66">
                  <c:v>79.660240854003</c:v>
                </c:pt>
                <c:pt idx="67">
                  <c:v>79.660240854003</c:v>
                </c:pt>
                <c:pt idx="68">
                  <c:v>79.660240854003</c:v>
                </c:pt>
                <c:pt idx="69">
                  <c:v>79.660240854003</c:v>
                </c:pt>
                <c:pt idx="70">
                  <c:v>79.660240854003</c:v>
                </c:pt>
                <c:pt idx="71">
                  <c:v>79.660240854003</c:v>
                </c:pt>
                <c:pt idx="72">
                  <c:v>79.660240854003</c:v>
                </c:pt>
                <c:pt idx="73">
                  <c:v>79.660240854003</c:v>
                </c:pt>
                <c:pt idx="74">
                  <c:v>79.660240854003</c:v>
                </c:pt>
                <c:pt idx="75">
                  <c:v>79.660240854003</c:v>
                </c:pt>
                <c:pt idx="76">
                  <c:v>79.660240854003</c:v>
                </c:pt>
                <c:pt idx="77">
                  <c:v>79.660240854003</c:v>
                </c:pt>
                <c:pt idx="78">
                  <c:v>79.660240854003</c:v>
                </c:pt>
                <c:pt idx="79">
                  <c:v>79.660240854003</c:v>
                </c:pt>
                <c:pt idx="80">
                  <c:v>79.660240854003</c:v>
                </c:pt>
                <c:pt idx="81">
                  <c:v>79.660240854003</c:v>
                </c:pt>
                <c:pt idx="82">
                  <c:v>79.660240854003</c:v>
                </c:pt>
                <c:pt idx="83">
                  <c:v>79.660240854003</c:v>
                </c:pt>
                <c:pt idx="84">
                  <c:v>79.660240854003</c:v>
                </c:pt>
                <c:pt idx="85">
                  <c:v>79.660240854003</c:v>
                </c:pt>
                <c:pt idx="86">
                  <c:v>79.660240854003</c:v>
                </c:pt>
                <c:pt idx="87">
                  <c:v>79.660240854003</c:v>
                </c:pt>
                <c:pt idx="88">
                  <c:v>79.660240854003</c:v>
                </c:pt>
                <c:pt idx="89">
                  <c:v>79.660240854003</c:v>
                </c:pt>
                <c:pt idx="90">
                  <c:v>79.660240854003</c:v>
                </c:pt>
                <c:pt idx="91">
                  <c:v>79.660240854003</c:v>
                </c:pt>
                <c:pt idx="92">
                  <c:v>79.660240854003</c:v>
                </c:pt>
                <c:pt idx="93">
                  <c:v>79.660240854003</c:v>
                </c:pt>
                <c:pt idx="94">
                  <c:v>79.660240854003</c:v>
                </c:pt>
                <c:pt idx="95">
                  <c:v>79.660240854003</c:v>
                </c:pt>
                <c:pt idx="96">
                  <c:v>79.660240854003</c:v>
                </c:pt>
                <c:pt idx="97">
                  <c:v>79.660240854003</c:v>
                </c:pt>
                <c:pt idx="98">
                  <c:v>79.660240854003</c:v>
                </c:pt>
                <c:pt idx="99">
                  <c:v>79.660240854003</c:v>
                </c:pt>
                <c:pt idx="100">
                  <c:v>79.660240854003</c:v>
                </c:pt>
                <c:pt idx="101">
                  <c:v>79.660240854003</c:v>
                </c:pt>
                <c:pt idx="102">
                  <c:v>79.660240854003</c:v>
                </c:pt>
                <c:pt idx="103">
                  <c:v>79.660240854003</c:v>
                </c:pt>
                <c:pt idx="104">
                  <c:v>79.660240854003</c:v>
                </c:pt>
                <c:pt idx="105">
                  <c:v>79.660240854003</c:v>
                </c:pt>
                <c:pt idx="106">
                  <c:v>79.660240854003</c:v>
                </c:pt>
                <c:pt idx="107">
                  <c:v>79.660240854003</c:v>
                </c:pt>
                <c:pt idx="108">
                  <c:v>79.660240854003</c:v>
                </c:pt>
                <c:pt idx="109">
                  <c:v>79.660240854003</c:v>
                </c:pt>
                <c:pt idx="110">
                  <c:v>79.660240854003</c:v>
                </c:pt>
                <c:pt idx="111">
                  <c:v>79.660240854003</c:v>
                </c:pt>
                <c:pt idx="112">
                  <c:v>79.660240854003</c:v>
                </c:pt>
                <c:pt idx="113">
                  <c:v>79.660240854003</c:v>
                </c:pt>
                <c:pt idx="114">
                  <c:v>79.660240854003</c:v>
                </c:pt>
                <c:pt idx="115">
                  <c:v>79.660240854003</c:v>
                </c:pt>
                <c:pt idx="116">
                  <c:v>79.660240854003</c:v>
                </c:pt>
                <c:pt idx="117">
                  <c:v>79.660240854003</c:v>
                </c:pt>
                <c:pt idx="118">
                  <c:v>79.660240854003</c:v>
                </c:pt>
                <c:pt idx="119">
                  <c:v>79.660240854003</c:v>
                </c:pt>
                <c:pt idx="120">
                  <c:v>79.660240854003</c:v>
                </c:pt>
                <c:pt idx="121">
                  <c:v>79.660240854003</c:v>
                </c:pt>
                <c:pt idx="122">
                  <c:v>79.660240854003</c:v>
                </c:pt>
                <c:pt idx="123">
                  <c:v>79.660240854003</c:v>
                </c:pt>
                <c:pt idx="124">
                  <c:v>79.660240854003</c:v>
                </c:pt>
                <c:pt idx="125">
                  <c:v>79.660240854003</c:v>
                </c:pt>
                <c:pt idx="126">
                  <c:v>79.660240854003</c:v>
                </c:pt>
                <c:pt idx="127">
                  <c:v>79.660240854003</c:v>
                </c:pt>
                <c:pt idx="128">
                  <c:v>79.660240854003</c:v>
                </c:pt>
                <c:pt idx="129">
                  <c:v>79.660240854003</c:v>
                </c:pt>
                <c:pt idx="130">
                  <c:v>79.660240854003</c:v>
                </c:pt>
                <c:pt idx="131">
                  <c:v>79.660240854003</c:v>
                </c:pt>
                <c:pt idx="132">
                  <c:v>79.660240854003</c:v>
                </c:pt>
                <c:pt idx="133">
                  <c:v>79.660240854003</c:v>
                </c:pt>
                <c:pt idx="134">
                  <c:v>79.660240854003</c:v>
                </c:pt>
                <c:pt idx="135">
                  <c:v>79.660240854003</c:v>
                </c:pt>
                <c:pt idx="136">
                  <c:v>79.660240854003</c:v>
                </c:pt>
                <c:pt idx="137">
                  <c:v>79.660240854003</c:v>
                </c:pt>
                <c:pt idx="138">
                  <c:v>79.660240854003</c:v>
                </c:pt>
                <c:pt idx="139">
                  <c:v>79.660240854003</c:v>
                </c:pt>
                <c:pt idx="140">
                  <c:v>79.660240854003</c:v>
                </c:pt>
                <c:pt idx="141">
                  <c:v>79.660240854003</c:v>
                </c:pt>
                <c:pt idx="142">
                  <c:v>79.660240854003</c:v>
                </c:pt>
                <c:pt idx="143">
                  <c:v>79.660240854003</c:v>
                </c:pt>
                <c:pt idx="144">
                  <c:v>79.660240854003</c:v>
                </c:pt>
                <c:pt idx="145">
                  <c:v>79.660240854003</c:v>
                </c:pt>
                <c:pt idx="146">
                  <c:v>79.660240854003</c:v>
                </c:pt>
                <c:pt idx="147">
                  <c:v>79.660240854003</c:v>
                </c:pt>
                <c:pt idx="148">
                  <c:v>79.660240854003</c:v>
                </c:pt>
                <c:pt idx="149">
                  <c:v>79.660240854003</c:v>
                </c:pt>
                <c:pt idx="150">
                  <c:v>79.660240854003</c:v>
                </c:pt>
                <c:pt idx="151">
                  <c:v>79.660240854003</c:v>
                </c:pt>
                <c:pt idx="152">
                  <c:v>79.660240854003</c:v>
                </c:pt>
                <c:pt idx="153">
                  <c:v>79.660240854003</c:v>
                </c:pt>
                <c:pt idx="154">
                  <c:v>79.660240854003</c:v>
                </c:pt>
                <c:pt idx="155">
                  <c:v>79.660240854003</c:v>
                </c:pt>
                <c:pt idx="156">
                  <c:v>79.660240854003</c:v>
                </c:pt>
                <c:pt idx="157">
                  <c:v>79.660240854003</c:v>
                </c:pt>
                <c:pt idx="158">
                  <c:v>79.660240854003</c:v>
                </c:pt>
                <c:pt idx="159">
                  <c:v>79.660240854003</c:v>
                </c:pt>
                <c:pt idx="160">
                  <c:v>79.660240854003</c:v>
                </c:pt>
                <c:pt idx="161">
                  <c:v>79.660240854003</c:v>
                </c:pt>
                <c:pt idx="162">
                  <c:v>79.660240854003</c:v>
                </c:pt>
                <c:pt idx="163">
                  <c:v>79.660240854003</c:v>
                </c:pt>
                <c:pt idx="164">
                  <c:v>79.660240854003</c:v>
                </c:pt>
                <c:pt idx="165">
                  <c:v>79.660240854003</c:v>
                </c:pt>
                <c:pt idx="166">
                  <c:v>79.660240854003</c:v>
                </c:pt>
                <c:pt idx="167">
                  <c:v>79.660240854003</c:v>
                </c:pt>
                <c:pt idx="168">
                  <c:v>79.660240854003</c:v>
                </c:pt>
                <c:pt idx="169">
                  <c:v>79.660240854003</c:v>
                </c:pt>
                <c:pt idx="170">
                  <c:v>79.660240854003</c:v>
                </c:pt>
                <c:pt idx="171">
                  <c:v>79.660240854003</c:v>
                </c:pt>
                <c:pt idx="172">
                  <c:v>79.660240854003</c:v>
                </c:pt>
                <c:pt idx="173">
                  <c:v>79.660240854003</c:v>
                </c:pt>
                <c:pt idx="174">
                  <c:v>79.660240854003</c:v>
                </c:pt>
                <c:pt idx="175">
                  <c:v>79.660240854003</c:v>
                </c:pt>
                <c:pt idx="176">
                  <c:v>79.660240854003</c:v>
                </c:pt>
                <c:pt idx="177">
                  <c:v>79.660240854003</c:v>
                </c:pt>
                <c:pt idx="178">
                  <c:v>79.660240854003</c:v>
                </c:pt>
                <c:pt idx="179">
                  <c:v>79.660240854003</c:v>
                </c:pt>
                <c:pt idx="180">
                  <c:v>79.660240854003</c:v>
                </c:pt>
                <c:pt idx="181">
                  <c:v>79.660240854003</c:v>
                </c:pt>
                <c:pt idx="182">
                  <c:v>79.660240854003</c:v>
                </c:pt>
                <c:pt idx="183">
                  <c:v>79.660240854003</c:v>
                </c:pt>
                <c:pt idx="184">
                  <c:v>79.660240854003</c:v>
                </c:pt>
                <c:pt idx="185">
                  <c:v>79.660240854003</c:v>
                </c:pt>
                <c:pt idx="186">
                  <c:v>79.660240854003</c:v>
                </c:pt>
                <c:pt idx="187">
                  <c:v>79.660240854003</c:v>
                </c:pt>
                <c:pt idx="188">
                  <c:v>79.660240854003</c:v>
                </c:pt>
                <c:pt idx="189">
                  <c:v>79.660240854003</c:v>
                </c:pt>
                <c:pt idx="190">
                  <c:v>79.660240854003</c:v>
                </c:pt>
                <c:pt idx="191">
                  <c:v>79.660240854003</c:v>
                </c:pt>
                <c:pt idx="192">
                  <c:v>79.660240854003</c:v>
                </c:pt>
                <c:pt idx="193">
                  <c:v>79.660240854003</c:v>
                </c:pt>
                <c:pt idx="194">
                  <c:v>79.660240854003</c:v>
                </c:pt>
                <c:pt idx="195">
                  <c:v>79.660240854003</c:v>
                </c:pt>
                <c:pt idx="196">
                  <c:v>79.660240854003</c:v>
                </c:pt>
                <c:pt idx="197">
                  <c:v>79.660240854003</c:v>
                </c:pt>
                <c:pt idx="198">
                  <c:v>79.660240854003</c:v>
                </c:pt>
                <c:pt idx="199">
                  <c:v>79.660240854003</c:v>
                </c:pt>
              </c:numCache>
            </c:numRef>
          </c:yVal>
        </c:ser>
        <c:dLbls>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showLegendKey val="0"/>
          <c:showVal val="0"/>
          <c:showCatName val="0"/>
          <c:showSerName val="0"/>
          <c:showPercent val="0"/>
          <c:showBubbleSize val="0"/>
          <c:showLeaderLines val="0"/>
        </c:dLbls>
        <c:axId val="48650112"/>
        <c:axId val="48672768"/>
      </c:scatterChart>
      <c:valAx>
        <c:axId val="48672768"/>
        <c:scaling>
          <c:orientation val="minMax"/>
          <c:max val="90"/>
          <c:min val="0"/>
        </c:scaling>
        <c:delete val="0"/>
        <c:axPos val="l"/>
        <c:majorGridlines>
          <c:spPr>
            <a:ln xmlns:a="http://schemas.openxmlformats.org/drawingml/2006/main" w="6668">
              <a:solidFill>
                <a:srgbClr val="D5CEC1"/>
              </a:solidFill>
            </a:ln>
          </c:spPr>
        </c:majorGridlines>
        <c:title>
          <c:tx>
            <c:rich>
              <a:bodyPr xmlns:a="http://schemas.openxmlformats.org/drawingml/2006/main"/>
              <a:lstStyle xmlns:a="http://schemas.openxmlformats.org/drawingml/2006/main"/>
              <a:p xmlns:a="http://schemas.openxmlformats.org/drawingml/2006/main">
                <a:r>
                  <a:rPr>
                    <a:latin typeface="Georgia"/>
                    <a:ea typeface="Georgia"/>
                    <a:cs typeface="Georgia"/>
                  </a:rPr>
                  <a:t>Extra CO loss (µdB)</a:t>
                </a:r>
              </a:p>
            </c:rich>
          </c:tx>
          <c:overlay val="0"/>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title>
        <c:numFmt formatCode="0"/>
        <c:majorTickMark val="none"/>
        <c:minorTickMark val="none"/>
        <c:spPr>
          <a:ln xmlns:a="http://schemas.openxmlformats.org/drawingml/2006/main" w="9525">
            <a:solidFill>
              <a:srgbClr val="6E6A61"/>
            </a:solidFill>
          </a:ln>
        </c:spPr>
        <c:txPr>
          <a:bodyPr xmlns:a="http://schemas.openxmlformats.org/drawingml/2006/main" anchorCtr="1"/>
          <a:lstStyle xmlns:a="http://schemas.openxmlformats.org/drawingml/2006/main"/>
          <a:p xmlns:a="http://schemas.openxmlformats.org/drawingml/2006/main">
            <a:pPr>
              <a:defRPr sz="1500">
                <a:solidFill>
                  <a:srgbClr val="242421"/>
                </a:solidFill>
                <a:latin typeface="Georgia"/>
                <a:ea typeface="Georgia"/>
                <a:cs typeface="Georgia"/>
              </a:defRPr>
            </a:pPr>
          </a:p>
        </c:txPr>
        <c:crossAx val="48650112"/>
        <c:majorUnit val="30"/>
      </c:valAx>
      <c:valAx>
        <c:axId val="48650112"/>
        <c:scaling>
          <c:orientation val="minMax"/>
          <c:max val="200"/>
          <c:min val="0"/>
        </c:scaling>
        <c:delete val="0"/>
        <c:axPos val="b"/>
        <c:title>
          <c:tx>
            <c:rich>
              <a:bodyPr xmlns:a="http://schemas.openxmlformats.org/drawingml/2006/main"/>
              <a:lstStyle xmlns:a="http://schemas.openxmlformats.org/drawingml/2006/main"/>
              <a:p xmlns:a="http://schemas.openxmlformats.org/drawingml/2006/main">
                <a:r>
                  <a:rPr>
                    <a:latin typeface="Georgia"/>
                    <a:ea typeface="Georgia"/>
                    <a:cs typeface="Georgia"/>
                  </a:rPr>
                  <a:t>Atmospheric path length (m)</a:t>
                </a:r>
              </a:p>
            </c:rich>
          </c:tx>
          <c:overlay val="0"/>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title>
        <c:numFmt formatCode="0"/>
        <c:majorTickMark val="none"/>
        <c:minorTickMark val="none"/>
        <c:spPr>
          <a:ln xmlns:a="http://schemas.openxmlformats.org/drawingml/2006/main" w="9525">
            <a:solidFill>
              <a:srgbClr val="6E6A61"/>
            </a:solidFill>
          </a:ln>
        </c:spPr>
        <c:txPr>
          <a:bodyPr xmlns:a="http://schemas.openxmlformats.org/drawingml/2006/main" anchorCtr="1"/>
          <a:lstStyle xmlns:a="http://schemas.openxmlformats.org/drawingml/2006/main"/>
          <a:p xmlns:a="http://schemas.openxmlformats.org/drawingml/2006/main">
            <a:pPr>
              <a:defRPr sz="1500">
                <a:solidFill>
                  <a:srgbClr val="242421"/>
                </a:solidFill>
                <a:latin typeface="Georgia"/>
                <a:ea typeface="Georgia"/>
                <a:cs typeface="Georgia"/>
              </a:defRPr>
            </a:pPr>
          </a:p>
        </c:txPr>
        <c:crossAx val="48672768"/>
        <c:majorUnit val="40"/>
      </c:valAx>
      <c:spPr>
        <a:solidFill xmlns:a="http://schemas.openxmlformats.org/drawingml/2006/main">
          <a:srgbClr val="F4F0E8"/>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242421"/>
              </a:solidFill>
              <a:latin typeface="Georgia"/>
              <a:ea typeface="Georgia"/>
              <a:cs typeface="Georgia"/>
            </a:defRPr>
          </a:pPr>
        </a:p>
      </c:txPr>
    </c:legend>
    <c:plotVisOnly val="1"/>
  </c:chart>
  <c:spPr>
    <a:solidFill xmlns:a="http://schemas.openxmlformats.org/drawingml/2006/main">
      <a:srgbClr val="F4F0E8"/>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42421"/>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0B4FB69-C184-4EB7-9DAC-9FBFE5DC7E13}"/>
              </a:ext>
            </a:extLst>
          </p:cNvPr>
          <p:cNvPicPr>
            <a:picLocks xmlns:a="http://schemas.openxmlformats.org/drawingml/2006/main" noChangeAspect="1"/>
          </p:cNvPicPr>
          <p:nvPr/>
        </p:nvPicPr>
        <p:blipFill>
          <a:blip xmlns:r="http://schemas.openxmlformats.org/officeDocument/2006/relationships" xmlns:a="http://schemas.openxmlformats.org/drawingml/2006/main" r:embed="Re989d4d9cc1f4bb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Observing CO&#10;in the channel">
            <a:extLst xmlns:a="http://schemas.openxmlformats.org/drawingml/2006/main">
              <a:ext uri="{FF2B5EF4-FFF2-40B4-BE49-F238E27FC236}">
                <a16:creationId xmlns:a16="http://schemas.microsoft.com/office/drawing/2014/main" id="{56ED39EE-3F8E-49EB-905D-2E5A48FD2F2A}"/>
              </a:ext>
            </a:extLst>
          </p:cNvPr>
          <p:cNvSpPr>
            <a:spLocks xmlns:a="http://schemas.openxmlformats.org/drawingml/2006/main" noGrp="1"/>
          </p:cNvSpPr>
          <p:nvPr/>
        </p:nvSpPr>
        <p:spPr>
          <a:xfrm xmlns:a="http://schemas.openxmlformats.org/drawingml/2006/main">
            <a:off x="609600" y="1809750"/>
            <a:ext cx="7429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0">
                <a:solidFill>
                  <a:srgbClr val="F5F1E9"/>
                </a:solidFill>
                <a:latin typeface="Georgia"/>
                <a:ea typeface="Georgia"/>
                <a:cs typeface="Georgia"/>
              </a:defRPr>
            </a:defPPr>
          </a:lstStyle>
          <a:p xmlns:a="http://schemas.openxmlformats.org/drawingml/2006/main">
            <a:pPr>
              <a:defRPr sz="5700" b="0">
                <a:solidFill>
                  <a:srgbClr val="F5F1E9"/>
                </a:solidFill>
                <a:latin typeface="Georgia"/>
                <a:ea typeface="Georgia"/>
                <a:cs typeface="Georgia"/>
              </a:defRPr>
            </a:pPr>
            <a:r>
              <a:rPr sz="5700" b="0">
                <a:solidFill>
                  <a:srgbClr val="F5F1E9"/>
                </a:solidFill>
                <a:latin typeface="Georgia"/>
                <a:ea typeface="Georgia"/>
                <a:cs typeface="Georgia"/>
              </a:rPr>
              <a:t>Observing CO</a:t>
            </a:r>
          </a:p>
          <a:p xmlns:a="http://schemas.openxmlformats.org/drawingml/2006/main">
            <a:pPr>
              <a:defRPr sz="5700" b="0">
                <a:solidFill>
                  <a:srgbClr val="F5F1E9"/>
                </a:solidFill>
                <a:latin typeface="Georgia"/>
                <a:ea typeface="Georgia"/>
                <a:cs typeface="Georgia"/>
              </a:defRPr>
            </a:pPr>
            <a:r>
              <a:rPr sz="5700" b="0">
                <a:solidFill>
                  <a:srgbClr val="F5F1E9"/>
                </a:solidFill>
                <a:latin typeface="Georgia"/>
                <a:ea typeface="Georgia"/>
                <a:cs typeface="Georgia"/>
              </a:rPr>
              <a:t>in the channel</a:t>
            </a:r>
          </a:p>
        </p:txBody>
      </p:sp>
      <p:sp>
        <p:nvSpPr>
          <p:cNvPr id="3" name="Absorption, atmospheric separation&#10;and the role of path leng">
            <a:extLst xmlns:a="http://schemas.openxmlformats.org/drawingml/2006/main">
              <a:ext uri="{FF2B5EF4-FFF2-40B4-BE49-F238E27FC236}">
                <a16:creationId xmlns:a16="http://schemas.microsoft.com/office/drawing/2014/main" id="{3F45FCE1-D38C-4B43-B893-D902FF5AB940}"/>
              </a:ext>
            </a:extLst>
          </p:cNvPr>
          <p:cNvSpPr>
            <a:spLocks xmlns:a="http://schemas.openxmlformats.org/drawingml/2006/main" noGrp="1"/>
          </p:cNvSpPr>
          <p:nvPr/>
        </p:nvSpPr>
        <p:spPr>
          <a:xfrm xmlns:a="http://schemas.openxmlformats.org/drawingml/2006/main">
            <a:off x="657225" y="4210050"/>
            <a:ext cx="685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D5CBBB"/>
                </a:solidFill>
                <a:latin typeface="Georgia"/>
                <a:ea typeface="Georgia"/>
                <a:cs typeface="Georgia"/>
              </a:defRPr>
            </a:defPPr>
          </a:lstStyle>
          <a:p xmlns:a="http://schemas.openxmlformats.org/drawingml/2006/main">
            <a:pPr>
              <a:defRPr sz="2175" b="0">
                <a:solidFill>
                  <a:srgbClr val="D5CBBB"/>
                </a:solidFill>
                <a:latin typeface="Georgia"/>
                <a:ea typeface="Georgia"/>
                <a:cs typeface="Georgia"/>
              </a:defRPr>
            </a:pPr>
            <a:r>
              <a:rPr sz="2175" b="0">
                <a:solidFill>
                  <a:srgbClr val="D5CBBB"/>
                </a:solidFill>
                <a:latin typeface="Georgia"/>
                <a:ea typeface="Georgia"/>
                <a:cs typeface="Georgia"/>
              </a:rPr>
              <a:t>Absorption, atmospheric separation</a:t>
            </a:r>
          </a:p>
          <a:p xmlns:a="http://schemas.openxmlformats.org/drawingml/2006/main">
            <a:pPr>
              <a:defRPr sz="2175" b="0">
                <a:solidFill>
                  <a:srgbClr val="D5CBBB"/>
                </a:solidFill>
                <a:latin typeface="Georgia"/>
                <a:ea typeface="Georgia"/>
                <a:cs typeface="Georgia"/>
              </a:defRPr>
            </a:pPr>
            <a:r>
              <a:rPr sz="2175" b="0">
                <a:solidFill>
                  <a:srgbClr val="D5CBBB"/>
                </a:solidFill>
                <a:latin typeface="Georgia"/>
                <a:ea typeface="Georgia"/>
                <a:cs typeface="Georgia"/>
              </a:rPr>
              <a:t>and the role of path length</a:t>
            </a:r>
          </a:p>
        </p:txBody>
      </p:sp>
      <p:sp>
        <p:nvSpPr>
          <p:cNvPr id="4" name="60–1000 GHz">
            <a:extLst xmlns:a="http://schemas.openxmlformats.org/drawingml/2006/main">
              <a:ext uri="{FF2B5EF4-FFF2-40B4-BE49-F238E27FC236}">
                <a16:creationId xmlns:a16="http://schemas.microsoft.com/office/drawing/2014/main" id="{CD3F54F1-3298-427D-AA10-7EF4C2503E95}"/>
              </a:ext>
            </a:extLst>
          </p:cNvPr>
          <p:cNvSpPr>
            <a:spLocks xmlns:a="http://schemas.openxmlformats.org/drawingml/2006/main" noGrp="1"/>
          </p:cNvSpPr>
          <p:nvPr/>
        </p:nvSpPr>
        <p:spPr>
          <a:xfrm xmlns:a="http://schemas.openxmlformats.org/drawingml/2006/main">
            <a:off x="657225" y="5762625"/>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5CBBB"/>
                </a:solidFill>
                <a:latin typeface="Georgia"/>
                <a:ea typeface="Georgia"/>
                <a:cs typeface="Georgia"/>
              </a:defRPr>
            </a:defPPr>
          </a:lstStyle>
          <a:p xmlns:a="http://schemas.openxmlformats.org/drawingml/2006/main">
            <a:pPr>
              <a:defRPr sz="1875" b="0">
                <a:solidFill>
                  <a:srgbClr val="D5CBBB"/>
                </a:solidFill>
                <a:latin typeface="Georgia"/>
                <a:ea typeface="Georgia"/>
                <a:cs typeface="Georgia"/>
              </a:defRPr>
            </a:pPr>
            <a:r>
              <a:rPr sz="1875" b="0">
                <a:solidFill>
                  <a:srgbClr val="D5CBBB"/>
                </a:solidFill>
                <a:latin typeface="Georgia"/>
                <a:ea typeface="Georgia"/>
                <a:cs typeface="Georgia"/>
              </a:rPr>
              <a:t>60–1000 GHz</a:t>
            </a:r>
          </a:p>
        </p:txBody>
      </p:sp>
      <p:sp>
        <p:nvSpPr>
          <p:cNvPr id="5" name="14 October 2026">
            <a:extLst xmlns:a="http://schemas.openxmlformats.org/drawingml/2006/main">
              <a:ext uri="{FF2B5EF4-FFF2-40B4-BE49-F238E27FC236}">
                <a16:creationId xmlns:a16="http://schemas.microsoft.com/office/drawing/2014/main" id="{31A16640-9C01-4B62-9AC9-CE56FBEDC13A}"/>
              </a:ext>
            </a:extLst>
          </p:cNvPr>
          <p:cNvSpPr>
            <a:spLocks xmlns:a="http://schemas.openxmlformats.org/drawingml/2006/main" noGrp="1"/>
          </p:cNvSpPr>
          <p:nvPr/>
        </p:nvSpPr>
        <p:spPr>
          <a:xfrm xmlns:a="http://schemas.openxmlformats.org/drawingml/2006/main">
            <a:off x="657225" y="6219825"/>
            <a:ext cx="438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3B9AA"/>
                </a:solidFill>
                <a:latin typeface="Georgia"/>
                <a:ea typeface="Georgia"/>
                <a:cs typeface="Georgia"/>
              </a:defRPr>
            </a:defPPr>
          </a:lstStyle>
          <a:p xmlns:a="http://schemas.openxmlformats.org/drawingml/2006/main">
            <a:pPr>
              <a:defRPr sz="1350" b="0">
                <a:solidFill>
                  <a:srgbClr val="C3B9AA"/>
                </a:solidFill>
                <a:latin typeface="Georgia"/>
                <a:ea typeface="Georgia"/>
                <a:cs typeface="Georgia"/>
              </a:defRPr>
            </a:pPr>
            <a:r>
              <a:rPr sz="1350" b="0">
                <a:solidFill>
                  <a:srgbClr val="C3B9AA"/>
                </a:solidFill>
                <a:latin typeface="Georgia"/>
                <a:ea typeface="Georgia"/>
                <a:cs typeface="Georgia"/>
              </a:rPr>
              <a:t>14 October 2026</a:t>
            </a:r>
          </a:p>
        </p:txBody>
      </p:sp>
    </p:spTree>
    <p:extLst>
      <p:ext uri="{BB962C8B-B14F-4D97-AF65-F5344CB8AC3E}">
        <p14:creationId xmlns:p14="http://schemas.microsoft.com/office/powerpoint/2010/main" val="1908849284"/>
      </p:ext>
    </p:extLst>
  </p:cSld>
</p:sld>
</file>

<file path=ppt/slides/slide2.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4" name="The channel is a frequency × length matrix">
            <a:extLst xmlns:a="http://schemas.openxmlformats.org/drawingml/2006/main">
              <a:ext uri="{FF2B5EF4-FFF2-40B4-BE49-F238E27FC236}">
                <a16:creationId xmlns:a16="http://schemas.microsoft.com/office/drawing/2014/main" id="{483E1DE5-AEA4-485D-A557-6485204A2DFD}"/>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0">
                <a:solidFill>
                  <a:srgbClr val="242421"/>
                </a:solidFill>
                <a:latin typeface="Georgia"/>
                <a:ea typeface="Georgia"/>
                <a:cs typeface="Georgia"/>
              </a:defRPr>
            </a:defPPr>
          </a:lstStyle>
          <a:p xmlns:a="http://schemas.openxmlformats.org/drawingml/2006/main">
            <a:pPr>
              <a:defRPr sz="3450" b="0">
                <a:solidFill>
                  <a:srgbClr val="242421"/>
                </a:solidFill>
                <a:latin typeface="Georgia"/>
                <a:ea typeface="Georgia"/>
                <a:cs typeface="Georgia"/>
              </a:defRPr>
            </a:pPr>
            <a:r>
              <a:rPr sz="3450" b="0">
                <a:solidFill>
                  <a:srgbClr val="242421"/>
                </a:solidFill>
                <a:latin typeface="Georgia"/>
                <a:ea typeface="Georgia"/>
                <a:cs typeface="Georgia"/>
              </a:rPr>
              <a:t>The channel is a frequency × length matrix</a:t>
            </a:r>
          </a:p>
        </p:txBody>
      </p:sp>
      <p:sp>
        <p:nvSpPr>
          <p:cNvPr id="2" name="02">
            <a:extLst xmlns:a="http://schemas.openxmlformats.org/drawingml/2006/main">
              <a:ext uri="{FF2B5EF4-FFF2-40B4-BE49-F238E27FC236}">
                <a16:creationId xmlns:a16="http://schemas.microsoft.com/office/drawing/2014/main" id="{BAC7EC4D-CD4C-4A81-A5C7-2B4B97B56E7D}"/>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02</a:t>
            </a:r>
          </a:p>
        </p:txBody>
      </p:sp>
      <p:sp>
        <p:nvSpPr>
          <p:cNvPr id="3" name="H">
            <a:extLst xmlns:a="http://schemas.openxmlformats.org/drawingml/2006/main">
              <a:ext uri="{FF2B5EF4-FFF2-40B4-BE49-F238E27FC236}">
                <a16:creationId xmlns:a16="http://schemas.microsoft.com/office/drawing/2014/main" id="{7C74914F-CE25-4EB1-A38B-2C1D19DDA4E0}"/>
              </a:ext>
            </a:extLst>
          </p:cNvPr>
          <p:cNvSpPr>
            <a:spLocks xmlns:a="http://schemas.openxmlformats.org/drawingml/2006/main" noGrp="1"/>
          </p:cNvSpPr>
          <p:nvPr/>
        </p:nvSpPr>
        <p:spPr>
          <a:xfrm xmlns:a="http://schemas.openxmlformats.org/drawingml/2006/main">
            <a:off x="609600" y="1714500"/>
            <a:ext cx="354902"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0">
                <a:solidFill>
                  <a:srgbClr val="242421"/>
                </a:solidFill>
                <a:latin typeface="Georgia"/>
                <a:ea typeface="Georgia"/>
                <a:cs typeface="Georgia"/>
              </a:defRPr>
            </a:defPPr>
          </a:lstStyle>
          <a:p xmlns:a="http://schemas.openxmlformats.org/drawingml/2006/main">
            <a:pPr>
              <a:defRPr sz="3225" b="0">
                <a:solidFill>
                  <a:srgbClr val="242421"/>
                </a:solidFill>
                <a:latin typeface="Georgia"/>
                <a:ea typeface="Georgia"/>
                <a:cs typeface="Georgia"/>
              </a:defRPr>
            </a:pPr>
            <a:r>
              <a:rPr sz="3225" b="0">
                <a:solidFill>
                  <a:srgbClr val="242421"/>
                </a:solidFill>
                <a:latin typeface="Georgia"/>
                <a:ea typeface="Georgia"/>
                <a:cs typeface="Georgia"/>
              </a:rPr>
              <a:t>H</a:t>
            </a:r>
          </a:p>
        </p:txBody>
      </p:sp>
      <p:sp>
        <p:nvSpPr>
          <p:cNvPr id="4" name="ij">
            <a:extLst xmlns:a="http://schemas.openxmlformats.org/drawingml/2006/main">
              <a:ext uri="{FF2B5EF4-FFF2-40B4-BE49-F238E27FC236}">
                <a16:creationId xmlns:a16="http://schemas.microsoft.com/office/drawing/2014/main" id="{4177E42A-6CA4-45B2-B1F8-DECD15C10D7F}"/>
              </a:ext>
            </a:extLst>
          </p:cNvPr>
          <p:cNvSpPr>
            <a:spLocks xmlns:a="http://schemas.openxmlformats.org/drawingml/2006/main" noGrp="1"/>
          </p:cNvSpPr>
          <p:nvPr/>
        </p:nvSpPr>
        <p:spPr>
          <a:xfrm xmlns:a="http://schemas.openxmlformats.org/drawingml/2006/main">
            <a:off x="964501" y="1911096"/>
            <a:ext cx="163958"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67" b="0">
                <a:solidFill>
                  <a:srgbClr val="242421"/>
                </a:solidFill>
                <a:latin typeface="Georgia"/>
                <a:ea typeface="Georgia"/>
                <a:cs typeface="Georgia"/>
              </a:defRPr>
            </a:defPPr>
          </a:lstStyle>
          <a:p xmlns:a="http://schemas.openxmlformats.org/drawingml/2006/main">
            <a:pPr>
              <a:defRPr sz="1967" b="0">
                <a:solidFill>
                  <a:srgbClr val="242421"/>
                </a:solidFill>
                <a:latin typeface="Georgia"/>
                <a:ea typeface="Georgia"/>
                <a:cs typeface="Georgia"/>
              </a:defRPr>
            </a:pPr>
            <a:r>
              <a:rPr sz="1967" b="0">
                <a:solidFill>
                  <a:srgbClr val="242421"/>
                </a:solidFill>
                <a:latin typeface="Georgia"/>
                <a:ea typeface="Georgia"/>
                <a:cs typeface="Georgia"/>
              </a:rPr>
              <a:t>ij</a:t>
            </a:r>
          </a:p>
        </p:txBody>
      </p:sp>
      <p:sp>
        <p:nvSpPr>
          <p:cNvPr id="5" name=" = h(f">
            <a:extLst xmlns:a="http://schemas.openxmlformats.org/drawingml/2006/main">
              <a:ext uri="{FF2B5EF4-FFF2-40B4-BE49-F238E27FC236}">
                <a16:creationId xmlns:a16="http://schemas.microsoft.com/office/drawing/2014/main" id="{B815299F-B875-4BDB-9053-19869EF4DE97}"/>
              </a:ext>
            </a:extLst>
          </p:cNvPr>
          <p:cNvSpPr>
            <a:spLocks xmlns:a="http://schemas.openxmlformats.org/drawingml/2006/main" noGrp="1"/>
          </p:cNvSpPr>
          <p:nvPr/>
        </p:nvSpPr>
        <p:spPr>
          <a:xfrm xmlns:a="http://schemas.openxmlformats.org/drawingml/2006/main">
            <a:off x="1128459" y="1714500"/>
            <a:ext cx="1006126"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0">
                <a:solidFill>
                  <a:srgbClr val="242421"/>
                </a:solidFill>
                <a:latin typeface="Georgia"/>
                <a:ea typeface="Georgia"/>
                <a:cs typeface="Georgia"/>
              </a:defRPr>
            </a:defPPr>
          </a:lstStyle>
          <a:p xmlns:a="http://schemas.openxmlformats.org/drawingml/2006/main">
            <a:pPr>
              <a:defRPr sz="3225" b="0">
                <a:solidFill>
                  <a:srgbClr val="242421"/>
                </a:solidFill>
                <a:latin typeface="Georgia"/>
                <a:ea typeface="Georgia"/>
                <a:cs typeface="Georgia"/>
              </a:defRPr>
            </a:pPr>
            <a:r>
              <a:rPr sz="3225" b="0">
                <a:solidFill>
                  <a:srgbClr val="242421"/>
                </a:solidFill>
                <a:latin typeface="Georgia"/>
                <a:ea typeface="Georgia"/>
                <a:cs typeface="Georgia"/>
              </a:rPr>
              <a:t> = h(f</a:t>
            </a:r>
          </a:p>
        </p:txBody>
      </p:sp>
      <p:sp>
        <p:nvSpPr>
          <p:cNvPr id="6" name="i">
            <a:extLst xmlns:a="http://schemas.openxmlformats.org/drawingml/2006/main">
              <a:ext uri="{FF2B5EF4-FFF2-40B4-BE49-F238E27FC236}">
                <a16:creationId xmlns:a16="http://schemas.microsoft.com/office/drawing/2014/main" id="{1A95C77D-B911-4393-BC3B-2BE21CCFCFA0}"/>
              </a:ext>
            </a:extLst>
          </p:cNvPr>
          <p:cNvSpPr>
            <a:spLocks xmlns:a="http://schemas.openxmlformats.org/drawingml/2006/main" noGrp="1"/>
          </p:cNvSpPr>
          <p:nvPr/>
        </p:nvSpPr>
        <p:spPr>
          <a:xfrm xmlns:a="http://schemas.openxmlformats.org/drawingml/2006/main">
            <a:off x="2134585" y="1911096"/>
            <a:ext cx="91504"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67" b="0">
                <a:solidFill>
                  <a:srgbClr val="242421"/>
                </a:solidFill>
                <a:latin typeface="Georgia"/>
                <a:ea typeface="Georgia"/>
                <a:cs typeface="Georgia"/>
              </a:defRPr>
            </a:defPPr>
          </a:lstStyle>
          <a:p xmlns:a="http://schemas.openxmlformats.org/drawingml/2006/main">
            <a:pPr>
              <a:defRPr sz="1967" b="0">
                <a:solidFill>
                  <a:srgbClr val="242421"/>
                </a:solidFill>
                <a:latin typeface="Georgia"/>
                <a:ea typeface="Georgia"/>
                <a:cs typeface="Georgia"/>
              </a:defRPr>
            </a:pPr>
            <a:r>
              <a:rPr sz="1967" b="0">
                <a:solidFill>
                  <a:srgbClr val="242421"/>
                </a:solidFill>
                <a:latin typeface="Georgia"/>
                <a:ea typeface="Georgia"/>
                <a:cs typeface="Georgia"/>
              </a:rPr>
              <a:t>i</a:t>
            </a:r>
          </a:p>
        </p:txBody>
      </p:sp>
      <p:sp>
        <p:nvSpPr>
          <p:cNvPr id="7" name=", l">
            <a:extLst xmlns:a="http://schemas.openxmlformats.org/drawingml/2006/main">
              <a:ext uri="{FF2B5EF4-FFF2-40B4-BE49-F238E27FC236}">
                <a16:creationId xmlns:a16="http://schemas.microsoft.com/office/drawing/2014/main" id="{F50B217C-C320-497A-A41B-B1FB6CDEE0C8}"/>
              </a:ext>
            </a:extLst>
          </p:cNvPr>
          <p:cNvSpPr>
            <a:spLocks xmlns:a="http://schemas.openxmlformats.org/drawingml/2006/main" noGrp="1"/>
          </p:cNvSpPr>
          <p:nvPr/>
        </p:nvSpPr>
        <p:spPr>
          <a:xfrm xmlns:a="http://schemas.openxmlformats.org/drawingml/2006/main">
            <a:off x="2226089" y="1714500"/>
            <a:ext cx="34671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0">
                <a:solidFill>
                  <a:srgbClr val="242421"/>
                </a:solidFill>
                <a:latin typeface="Georgia"/>
                <a:ea typeface="Georgia"/>
                <a:cs typeface="Georgia"/>
              </a:defRPr>
            </a:defPPr>
          </a:lstStyle>
          <a:p xmlns:a="http://schemas.openxmlformats.org/drawingml/2006/main">
            <a:pPr>
              <a:defRPr sz="3225" b="0">
                <a:solidFill>
                  <a:srgbClr val="242421"/>
                </a:solidFill>
                <a:latin typeface="Georgia"/>
                <a:ea typeface="Georgia"/>
                <a:cs typeface="Georgia"/>
              </a:defRPr>
            </a:pPr>
            <a:r>
              <a:rPr sz="3225" b="0">
                <a:solidFill>
                  <a:srgbClr val="242421"/>
                </a:solidFill>
                <a:latin typeface="Georgia"/>
                <a:ea typeface="Georgia"/>
                <a:cs typeface="Georgia"/>
              </a:rPr>
              <a:t>, l</a:t>
            </a:r>
          </a:p>
        </p:txBody>
      </p:sp>
      <p:sp>
        <p:nvSpPr>
          <p:cNvPr id="8" name="j">
            <a:extLst xmlns:a="http://schemas.openxmlformats.org/drawingml/2006/main">
              <a:ext uri="{FF2B5EF4-FFF2-40B4-BE49-F238E27FC236}">
                <a16:creationId xmlns:a16="http://schemas.microsoft.com/office/drawing/2014/main" id="{D53AE801-D810-454F-BCAE-52039FB8AA07}"/>
              </a:ext>
            </a:extLst>
          </p:cNvPr>
          <p:cNvSpPr>
            <a:spLocks xmlns:a="http://schemas.openxmlformats.org/drawingml/2006/main" noGrp="1"/>
          </p:cNvSpPr>
          <p:nvPr/>
        </p:nvSpPr>
        <p:spPr>
          <a:xfrm xmlns:a="http://schemas.openxmlformats.org/drawingml/2006/main">
            <a:off x="2572799" y="1911096"/>
            <a:ext cx="91504"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67" b="0">
                <a:solidFill>
                  <a:srgbClr val="242421"/>
                </a:solidFill>
                <a:latin typeface="Georgia"/>
                <a:ea typeface="Georgia"/>
                <a:cs typeface="Georgia"/>
              </a:defRPr>
            </a:defPPr>
          </a:lstStyle>
          <a:p xmlns:a="http://schemas.openxmlformats.org/drawingml/2006/main">
            <a:pPr>
              <a:defRPr sz="1967" b="0">
                <a:solidFill>
                  <a:srgbClr val="242421"/>
                </a:solidFill>
                <a:latin typeface="Georgia"/>
                <a:ea typeface="Georgia"/>
                <a:cs typeface="Georgia"/>
              </a:defRPr>
            </a:pPr>
            <a:r>
              <a:rPr sz="1967" b="0">
                <a:solidFill>
                  <a:srgbClr val="242421"/>
                </a:solidFill>
                <a:latin typeface="Georgia"/>
                <a:ea typeface="Georgia"/>
                <a:cs typeface="Georgia"/>
              </a:rPr>
              <a:t>j</a:t>
            </a:r>
          </a:p>
        </p:txBody>
      </p:sp>
      <p:sp>
        <p:nvSpPr>
          <p:cNvPr id="9" name=")">
            <a:extLst xmlns:a="http://schemas.openxmlformats.org/drawingml/2006/main">
              <a:ext uri="{FF2B5EF4-FFF2-40B4-BE49-F238E27FC236}">
                <a16:creationId xmlns:a16="http://schemas.microsoft.com/office/drawing/2014/main" id="{2C3BB352-F811-4467-9325-57C85D125E43}"/>
              </a:ext>
            </a:extLst>
          </p:cNvPr>
          <p:cNvSpPr>
            <a:spLocks xmlns:a="http://schemas.openxmlformats.org/drawingml/2006/main" noGrp="1"/>
          </p:cNvSpPr>
          <p:nvPr/>
        </p:nvSpPr>
        <p:spPr>
          <a:xfrm xmlns:a="http://schemas.openxmlformats.org/drawingml/2006/main">
            <a:off x="2664303" y="1714500"/>
            <a:ext cx="174689"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0">
                <a:solidFill>
                  <a:srgbClr val="242421"/>
                </a:solidFill>
                <a:latin typeface="Georgia"/>
                <a:ea typeface="Georgia"/>
                <a:cs typeface="Georgia"/>
              </a:defRPr>
            </a:defPPr>
          </a:lstStyle>
          <a:p xmlns:a="http://schemas.openxmlformats.org/drawingml/2006/main">
            <a:pPr>
              <a:defRPr sz="3225" b="0">
                <a:solidFill>
                  <a:srgbClr val="242421"/>
                </a:solidFill>
                <a:latin typeface="Georgia"/>
                <a:ea typeface="Georgia"/>
                <a:cs typeface="Georgia"/>
              </a:defRPr>
            </a:pPr>
            <a:r>
              <a:rPr sz="3225" b="0">
                <a:solidFill>
                  <a:srgbClr val="242421"/>
                </a:solidFill>
                <a:latin typeface="Georgia"/>
                <a:ea typeface="Georgia"/>
                <a:cs typeface="Georgia"/>
              </a:rPr>
              <a:t>)</a:t>
            </a:r>
          </a:p>
        </p:txBody>
      </p:sp>
      <p:sp>
        <p:nvSpPr>
          <p:cNvPr id="10" name="f samples frequency&#10;l samples atmospheric path length">
            <a:extLst xmlns:a="http://schemas.openxmlformats.org/drawingml/2006/main">
              <a:ext uri="{FF2B5EF4-FFF2-40B4-BE49-F238E27FC236}">
                <a16:creationId xmlns:a16="http://schemas.microsoft.com/office/drawing/2014/main" id="{1ADA1E7B-989C-4804-916B-CCB93176F9D8}"/>
              </a:ext>
            </a:extLst>
          </p:cNvPr>
          <p:cNvSpPr>
            <a:spLocks xmlns:a="http://schemas.openxmlformats.org/drawingml/2006/main" noGrp="1"/>
          </p:cNvSpPr>
          <p:nvPr/>
        </p:nvSpPr>
        <p:spPr>
          <a:xfrm xmlns:a="http://schemas.openxmlformats.org/drawingml/2006/main">
            <a:off x="609600" y="2695575"/>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2421"/>
                </a:solidFill>
                <a:latin typeface="Georgia"/>
                <a:ea typeface="Georgia"/>
                <a:cs typeface="Georgia"/>
              </a:defRPr>
            </a:defPPr>
          </a:lstStyle>
          <a:p xmlns:a="http://schemas.openxmlformats.org/drawingml/2006/main">
            <a:pPr>
              <a:defRPr sz="2025" b="0">
                <a:solidFill>
                  <a:srgbClr val="242421"/>
                </a:solidFill>
                <a:latin typeface="Georgia"/>
                <a:ea typeface="Georgia"/>
                <a:cs typeface="Georgia"/>
              </a:defRPr>
            </a:pPr>
            <a:r>
              <a:rPr sz="2025" b="0">
                <a:solidFill>
                  <a:srgbClr val="242421"/>
                </a:solidFill>
                <a:latin typeface="Georgia"/>
                <a:ea typeface="Georgia"/>
                <a:cs typeface="Georgia"/>
              </a:rPr>
              <a:t>f samples frequency</a:t>
            </a:r>
          </a:p>
          <a:p xmlns:a="http://schemas.openxmlformats.org/drawingml/2006/main">
            <a:pPr>
              <a:defRPr sz="2025" b="0">
                <a:solidFill>
                  <a:srgbClr val="242421"/>
                </a:solidFill>
                <a:latin typeface="Georgia"/>
                <a:ea typeface="Georgia"/>
                <a:cs typeface="Georgia"/>
              </a:defRPr>
            </a:pPr>
            <a:r>
              <a:rPr sz="2025" b="0">
                <a:solidFill>
                  <a:srgbClr val="242421"/>
                </a:solidFill>
                <a:latin typeface="Georgia"/>
                <a:ea typeface="Georgia"/>
                <a:cs typeface="Georgia"/>
              </a:rPr>
              <a:t>l samples atmospheric path length</a:t>
            </a:r>
          </a:p>
        </p:txBody>
      </p:sp>
      <p:sp>
        <p:nvSpPr>
          <p:cNvPr id="11" name="Each new column needs a different path length.">
            <a:extLst xmlns:a="http://schemas.openxmlformats.org/drawingml/2006/main">
              <a:ext uri="{FF2B5EF4-FFF2-40B4-BE49-F238E27FC236}">
                <a16:creationId xmlns:a16="http://schemas.microsoft.com/office/drawing/2014/main" id="{8E880EA5-20A6-4782-988E-5DCDA6868D23}"/>
              </a:ext>
            </a:extLst>
          </p:cNvPr>
          <p:cNvSpPr>
            <a:spLocks xmlns:a="http://schemas.openxmlformats.org/drawingml/2006/main" noGrp="1"/>
          </p:cNvSpPr>
          <p:nvPr/>
        </p:nvSpPr>
        <p:spPr>
          <a:xfrm xmlns:a="http://schemas.openxmlformats.org/drawingml/2006/main">
            <a:off x="609600" y="4276725"/>
            <a:ext cx="400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B4472B"/>
                </a:solidFill>
                <a:latin typeface="Georgia"/>
                <a:ea typeface="Georgia"/>
                <a:cs typeface="Georgia"/>
              </a:defRPr>
            </a:defPPr>
          </a:lstStyle>
          <a:p xmlns:a="http://schemas.openxmlformats.org/drawingml/2006/main">
            <a:pPr>
              <a:defRPr sz="2250" b="0">
                <a:solidFill>
                  <a:srgbClr val="B4472B"/>
                </a:solidFill>
                <a:latin typeface="Georgia"/>
                <a:ea typeface="Georgia"/>
                <a:cs typeface="Georgia"/>
              </a:defRPr>
            </a:pPr>
            <a:r>
              <a:rPr sz="2250" b="0">
                <a:solidFill>
                  <a:srgbClr val="B4472B"/>
                </a:solidFill>
                <a:latin typeface="Georgia"/>
                <a:ea typeface="Georgia"/>
                <a:cs typeface="Georgia"/>
              </a:rPr>
              <a:t>Each new column needs a different path length.</a:t>
            </a:r>
          </a:p>
        </p:txBody>
      </p:sp>
      <p:graphicFrame>
        <p:nvGraphicFramePr>
          <p:cNvPr id="12" name="">
            <a:extLst xmlns:a="http://schemas.openxmlformats.org/drawingml/2006/main">
              <a:ext uri="{FF2B5EF4-FFF2-40B4-BE49-F238E27FC236}">
                <a16:creationId xmlns:a16="http://schemas.microsoft.com/office/drawing/2014/main" id="{6E78A428-A21F-4FC0-A791-1A82C8BF16ED}"/>
              </a:ext>
            </a:extLst>
          </p:cNvPr>
          <p:cNvGraphicFramePr/>
          <p:nvPr/>
        </p:nvGraphicFramePr>
        <p:xfrm>
          <a:off xmlns:a="http://schemas.openxmlformats.org/drawingml/2006/main" x="5276850" y="1752600"/>
          <a:ext xmlns:a="http://schemas.openxmlformats.org/drawingml/2006/main" cx="6191250" cy="2857500"/>
        </p:xfrm>
        <a:graphic xmlns:a="http://schemas.openxmlformats.org/drawingml/2006/main">
          <a:graphicData uri="http://schemas.openxmlformats.org/drawingml/2006/table">
            <a:tbl>
              <a:tblPr/>
              <a:tblGrid>
                <a:gridCol w="990600"/>
                <a:gridCol w="1733550"/>
                <a:gridCol w="1733550"/>
                <a:gridCol w="1733550"/>
              </a:tblGrid>
              <a:tr h="714375">
                <a:tc>
                  <a:txBody>
                    <a:bodyPr/>
                    <a:lstStyle/>
                    <a:p>
                      <a:r>
                        <a:rPr sz="2250" b="1">
                          <a:solidFill>
                            <a:srgbClr val="F5F1E9"/>
                          </a:solidFill>
                          <a:latin typeface="Georgia"/>
                          <a:ea typeface="Georgia"/>
                          <a:cs typeface="Georgia"/>
                        </a:rPr>
                        <a:t/>
                      </a:r>
                    </a:p>
                  </a:txBody>
                  <a:tcPr marL="152400" marR="152400" marT="114300" marB="95250" anchor="ctr">
                    <a:lnL w="6668">
                      <a:solidFill>
                        <a:srgbClr val="D5CEC1"/>
                      </a:solidFill>
                    </a:lnL>
                    <a:lnR w="6668">
                      <a:solidFill>
                        <a:srgbClr val="D5CEC1"/>
                      </a:solidFill>
                    </a:lnR>
                    <a:lnT w="6668">
                      <a:solidFill>
                        <a:srgbClr val="D5CEC1"/>
                      </a:solidFill>
                    </a:lnT>
                    <a:lnB w="6668">
                      <a:solidFill>
                        <a:srgbClr val="D5CEC1"/>
                      </a:solidFill>
                    </a:lnB>
                    <a:solidFill>
                      <a:srgbClr val="242421"/>
                    </a:solidFill>
                  </a:tcPr>
                </a:tc>
                <a:tc>
                  <a:txBody>
                    <a:bodyPr/>
                    <a:lstStyle/>
                    <a:p>
                      <a:r>
                        <a:rPr sz="2250" b="1">
                          <a:solidFill>
                            <a:srgbClr val="F5F1E9"/>
                          </a:solidFill>
                          <a:latin typeface="Georgia"/>
                          <a:ea typeface="Georgia"/>
                          <a:cs typeface="Georgia"/>
                        </a:rPr>
                        <a:t>l₁</a:t>
                      </a:r>
                    </a:p>
                  </a:txBody>
                  <a:tcPr marL="152400" marR="152400" marT="114300" marB="95250" anchor="ctr">
                    <a:lnR w="6668">
                      <a:solidFill>
                        <a:srgbClr val="D5CEC1"/>
                      </a:solidFill>
                    </a:lnR>
                    <a:lnT w="6668">
                      <a:solidFill>
                        <a:srgbClr val="D5CEC1"/>
                      </a:solidFill>
                    </a:lnT>
                    <a:lnB w="6668">
                      <a:solidFill>
                        <a:srgbClr val="D5CEC1"/>
                      </a:solidFill>
                    </a:lnB>
                    <a:solidFill>
                      <a:srgbClr val="242421"/>
                    </a:solidFill>
                  </a:tcPr>
                </a:tc>
                <a:tc>
                  <a:txBody>
                    <a:bodyPr/>
                    <a:lstStyle/>
                    <a:p>
                      <a:r>
                        <a:rPr sz="2250" b="1">
                          <a:solidFill>
                            <a:srgbClr val="F5F1E9"/>
                          </a:solidFill>
                          <a:latin typeface="Georgia"/>
                          <a:ea typeface="Georgia"/>
                          <a:cs typeface="Georgia"/>
                        </a:rPr>
                        <a:t>l₂</a:t>
                      </a:r>
                    </a:p>
                  </a:txBody>
                  <a:tcPr marL="152400" marR="152400" marT="114300" marB="95250" anchor="ctr">
                    <a:lnR w="6668">
                      <a:solidFill>
                        <a:srgbClr val="D5CEC1"/>
                      </a:solidFill>
                    </a:lnR>
                    <a:lnT w="6668">
                      <a:solidFill>
                        <a:srgbClr val="D5CEC1"/>
                      </a:solidFill>
                    </a:lnT>
                    <a:lnB w="6668">
                      <a:solidFill>
                        <a:srgbClr val="D5CEC1"/>
                      </a:solidFill>
                    </a:lnB>
                    <a:solidFill>
                      <a:srgbClr val="242421"/>
                    </a:solidFill>
                  </a:tcPr>
                </a:tc>
                <a:tc>
                  <a:txBody>
                    <a:bodyPr/>
                    <a:lstStyle/>
                    <a:p>
                      <a:r>
                        <a:rPr sz="2250" b="1">
                          <a:solidFill>
                            <a:srgbClr val="F5F1E9"/>
                          </a:solidFill>
                          <a:latin typeface="Georgia"/>
                          <a:ea typeface="Georgia"/>
                          <a:cs typeface="Georgia"/>
                        </a:rPr>
                        <a:t>l₃</a:t>
                      </a:r>
                    </a:p>
                  </a:txBody>
                  <a:tcPr marL="152400" marR="152400" marT="114300" marB="95250" anchor="ctr">
                    <a:lnR w="6668">
                      <a:solidFill>
                        <a:srgbClr val="D5CEC1"/>
                      </a:solidFill>
                    </a:lnR>
                    <a:lnT w="6668">
                      <a:solidFill>
                        <a:srgbClr val="D5CEC1"/>
                      </a:solidFill>
                    </a:lnT>
                    <a:lnB w="6668">
                      <a:solidFill>
                        <a:srgbClr val="D5CEC1"/>
                      </a:solidFill>
                    </a:lnB>
                    <a:solidFill>
                      <a:srgbClr val="242421"/>
                    </a:solidFill>
                  </a:tcPr>
                </a:tc>
              </a:tr>
              <a:tr h="714375">
                <a:tc>
                  <a:txBody>
                    <a:bodyPr/>
                    <a:lstStyle/>
                    <a:p>
                      <a:r>
                        <a:rPr sz="2250" b="0">
                          <a:solidFill>
                            <a:srgbClr val="242421"/>
                          </a:solidFill>
                          <a:latin typeface="Georgia"/>
                          <a:ea typeface="Georgia"/>
                          <a:cs typeface="Georgia"/>
                        </a:rPr>
                        <a:t>f₁</a:t>
                      </a:r>
                    </a:p>
                  </a:txBody>
                  <a:tcPr marL="152400" marR="152400" marT="114300" marB="95250" anchor="ctr">
                    <a:lnL w="6668">
                      <a:solidFill>
                        <a:srgbClr val="D5CEC1"/>
                      </a:solidFill>
                    </a:lnL>
                    <a:lnR w="6668">
                      <a:solidFill>
                        <a:srgbClr val="D5CEC1"/>
                      </a:solidFill>
                    </a:lnR>
                    <a:lnB w="6668">
                      <a:solidFill>
                        <a:srgbClr val="D5CEC1"/>
                      </a:solidFill>
                    </a:lnB>
                    <a:solidFill>
                      <a:srgbClr val="F4F0E8"/>
                    </a:solidFill>
                  </a:tcPr>
                </a:tc>
                <a:tc>
                  <a:txBody>
                    <a:bodyPr/>
                    <a:lstStyle/>
                    <a:p>
                      <a:r>
                        <a:rPr sz="2250" b="0">
                          <a:solidFill>
                            <a:srgbClr val="242421"/>
                          </a:solidFill>
                          <a:latin typeface="Georgia"/>
                          <a:ea typeface="Georgia"/>
                          <a:cs typeface="Georgia"/>
                        </a:rPr>
                        <a:t>h₁₁</a:t>
                      </a:r>
                    </a:p>
                  </a:txBody>
                  <a:tcPr marL="152400" marR="152400" marT="114300" marB="95250" anchor="ctr">
                    <a:lnR w="6668">
                      <a:solidFill>
                        <a:srgbClr val="D5CEC1"/>
                      </a:solidFill>
                    </a:lnR>
                    <a:lnB w="6668">
                      <a:solidFill>
                        <a:srgbClr val="D5CEC1"/>
                      </a:solidFill>
                    </a:lnB>
                    <a:solidFill>
                      <a:srgbClr val="F4F0E8"/>
                    </a:solidFill>
                  </a:tcPr>
                </a:tc>
                <a:tc>
                  <a:txBody>
                    <a:bodyPr/>
                    <a:lstStyle/>
                    <a:p>
                      <a:r>
                        <a:rPr sz="2250" b="0">
                          <a:solidFill>
                            <a:srgbClr val="242421"/>
                          </a:solidFill>
                          <a:latin typeface="Georgia"/>
                          <a:ea typeface="Georgia"/>
                          <a:cs typeface="Georgia"/>
                        </a:rPr>
                        <a:t>h₁₂</a:t>
                      </a:r>
                    </a:p>
                  </a:txBody>
                  <a:tcPr marL="152400" marR="152400" marT="114300" marB="95250" anchor="ctr">
                    <a:lnR w="6668">
                      <a:solidFill>
                        <a:srgbClr val="D5CEC1"/>
                      </a:solidFill>
                    </a:lnR>
                    <a:lnB w="6668">
                      <a:solidFill>
                        <a:srgbClr val="D5CEC1"/>
                      </a:solidFill>
                    </a:lnB>
                    <a:solidFill>
                      <a:srgbClr val="F4F0E8"/>
                    </a:solidFill>
                  </a:tcPr>
                </a:tc>
                <a:tc>
                  <a:txBody>
                    <a:bodyPr/>
                    <a:lstStyle/>
                    <a:p>
                      <a:r>
                        <a:rPr sz="2250" b="0">
                          <a:solidFill>
                            <a:srgbClr val="242421"/>
                          </a:solidFill>
                          <a:latin typeface="Georgia"/>
                          <a:ea typeface="Georgia"/>
                          <a:cs typeface="Georgia"/>
                        </a:rPr>
                        <a:t>h₁₃</a:t>
                      </a:r>
                    </a:p>
                  </a:txBody>
                  <a:tcPr marL="152400" marR="152400" marT="114300" marB="95250" anchor="ctr">
                    <a:lnR w="6668">
                      <a:solidFill>
                        <a:srgbClr val="D5CEC1"/>
                      </a:solidFill>
                    </a:lnR>
                    <a:lnB w="6668">
                      <a:solidFill>
                        <a:srgbClr val="D5CEC1"/>
                      </a:solidFill>
                    </a:lnB>
                    <a:solidFill>
                      <a:srgbClr val="F4F0E8"/>
                    </a:solidFill>
                  </a:tcPr>
                </a:tc>
              </a:tr>
              <a:tr h="714375">
                <a:tc>
                  <a:txBody>
                    <a:bodyPr/>
                    <a:lstStyle/>
                    <a:p>
                      <a:r>
                        <a:rPr sz="2250" b="0">
                          <a:solidFill>
                            <a:srgbClr val="242421"/>
                          </a:solidFill>
                          <a:latin typeface="Georgia"/>
                          <a:ea typeface="Georgia"/>
                          <a:cs typeface="Georgia"/>
                        </a:rPr>
                        <a:t>f₂</a:t>
                      </a:r>
                    </a:p>
                  </a:txBody>
                  <a:tcPr marL="152400" marR="152400" marT="114300" marB="95250" anchor="ctr">
                    <a:lnL w="6668">
                      <a:solidFill>
                        <a:srgbClr val="D5CEC1"/>
                      </a:solidFill>
                    </a:lnL>
                    <a:lnR w="6668">
                      <a:solidFill>
                        <a:srgbClr val="D5CEC1"/>
                      </a:solidFill>
                    </a:lnR>
                    <a:lnB w="6668">
                      <a:solidFill>
                        <a:srgbClr val="D5CEC1"/>
                      </a:solidFill>
                    </a:lnB>
                    <a:solidFill>
                      <a:srgbClr val="F4F0E8"/>
                    </a:solidFill>
                  </a:tcPr>
                </a:tc>
                <a:tc>
                  <a:txBody>
                    <a:bodyPr/>
                    <a:lstStyle/>
                    <a:p>
                      <a:r>
                        <a:rPr sz="2250" b="0">
                          <a:solidFill>
                            <a:srgbClr val="242421"/>
                          </a:solidFill>
                          <a:latin typeface="Georgia"/>
                          <a:ea typeface="Georgia"/>
                          <a:cs typeface="Georgia"/>
                        </a:rPr>
                        <a:t>h₂₁</a:t>
                      </a:r>
                    </a:p>
                  </a:txBody>
                  <a:tcPr marL="152400" marR="152400" marT="114300" marB="95250" anchor="ctr">
                    <a:lnR w="6668">
                      <a:solidFill>
                        <a:srgbClr val="D5CEC1"/>
                      </a:solidFill>
                    </a:lnR>
                    <a:lnB w="6668">
                      <a:solidFill>
                        <a:srgbClr val="D5CEC1"/>
                      </a:solidFill>
                    </a:lnB>
                    <a:solidFill>
                      <a:srgbClr val="F4F0E8"/>
                    </a:solidFill>
                  </a:tcPr>
                </a:tc>
                <a:tc>
                  <a:txBody>
                    <a:bodyPr/>
                    <a:lstStyle/>
                    <a:p>
                      <a:r>
                        <a:rPr sz="2250" b="0">
                          <a:solidFill>
                            <a:srgbClr val="242421"/>
                          </a:solidFill>
                          <a:latin typeface="Georgia"/>
                          <a:ea typeface="Georgia"/>
                          <a:cs typeface="Georgia"/>
                        </a:rPr>
                        <a:t>h₂₂</a:t>
                      </a:r>
                    </a:p>
                  </a:txBody>
                  <a:tcPr marL="152400" marR="152400" marT="114300" marB="95250" anchor="ctr">
                    <a:lnR w="6668">
                      <a:solidFill>
                        <a:srgbClr val="D5CEC1"/>
                      </a:solidFill>
                    </a:lnR>
                    <a:lnB w="6668">
                      <a:solidFill>
                        <a:srgbClr val="D5CEC1"/>
                      </a:solidFill>
                    </a:lnB>
                    <a:solidFill>
                      <a:srgbClr val="F4F0E8"/>
                    </a:solidFill>
                  </a:tcPr>
                </a:tc>
                <a:tc>
                  <a:txBody>
                    <a:bodyPr/>
                    <a:lstStyle/>
                    <a:p>
                      <a:r>
                        <a:rPr sz="2250" b="0">
                          <a:solidFill>
                            <a:srgbClr val="242421"/>
                          </a:solidFill>
                          <a:latin typeface="Georgia"/>
                          <a:ea typeface="Georgia"/>
                          <a:cs typeface="Georgia"/>
                        </a:rPr>
                        <a:t>h₂₃</a:t>
                      </a:r>
                    </a:p>
                  </a:txBody>
                  <a:tcPr marL="152400" marR="152400" marT="114300" marB="95250" anchor="ctr">
                    <a:lnR w="6668">
                      <a:solidFill>
                        <a:srgbClr val="D5CEC1"/>
                      </a:solidFill>
                    </a:lnR>
                    <a:lnB w="6668">
                      <a:solidFill>
                        <a:srgbClr val="D5CEC1"/>
                      </a:solidFill>
                    </a:lnB>
                    <a:solidFill>
                      <a:srgbClr val="F4F0E8"/>
                    </a:solidFill>
                  </a:tcPr>
                </a:tc>
              </a:tr>
              <a:tr h="714375">
                <a:tc>
                  <a:txBody>
                    <a:bodyPr/>
                    <a:lstStyle/>
                    <a:p>
                      <a:r>
                        <a:rPr sz="2250" b="0">
                          <a:solidFill>
                            <a:srgbClr val="242421"/>
                          </a:solidFill>
                          <a:latin typeface="Georgia"/>
                          <a:ea typeface="Georgia"/>
                          <a:cs typeface="Georgia"/>
                        </a:rPr>
                        <a:t>f₃</a:t>
                      </a:r>
                    </a:p>
                  </a:txBody>
                  <a:tcPr marL="152400" marR="152400" marT="114300" marB="95250" anchor="ctr">
                    <a:lnL w="6668">
                      <a:solidFill>
                        <a:srgbClr val="D5CEC1"/>
                      </a:solidFill>
                    </a:lnL>
                    <a:lnR w="6668">
                      <a:solidFill>
                        <a:srgbClr val="D5CEC1"/>
                      </a:solidFill>
                    </a:lnR>
                    <a:lnB w="6668">
                      <a:solidFill>
                        <a:srgbClr val="D5CEC1"/>
                      </a:solidFill>
                    </a:lnB>
                    <a:solidFill>
                      <a:srgbClr val="F4F0E8"/>
                    </a:solidFill>
                  </a:tcPr>
                </a:tc>
                <a:tc>
                  <a:txBody>
                    <a:bodyPr/>
                    <a:lstStyle/>
                    <a:p>
                      <a:r>
                        <a:rPr sz="2250" b="0">
                          <a:solidFill>
                            <a:srgbClr val="242421"/>
                          </a:solidFill>
                          <a:latin typeface="Georgia"/>
                          <a:ea typeface="Georgia"/>
                          <a:cs typeface="Georgia"/>
                        </a:rPr>
                        <a:t>h₃₁</a:t>
                      </a:r>
                    </a:p>
                  </a:txBody>
                  <a:tcPr marL="152400" marR="152400" marT="114300" marB="95250" anchor="ctr">
                    <a:lnR w="6668">
                      <a:solidFill>
                        <a:srgbClr val="D5CEC1"/>
                      </a:solidFill>
                    </a:lnR>
                    <a:lnB w="6668">
                      <a:solidFill>
                        <a:srgbClr val="D5CEC1"/>
                      </a:solidFill>
                    </a:lnB>
                    <a:solidFill>
                      <a:srgbClr val="F4F0E8"/>
                    </a:solidFill>
                  </a:tcPr>
                </a:tc>
                <a:tc>
                  <a:txBody>
                    <a:bodyPr/>
                    <a:lstStyle/>
                    <a:p>
                      <a:r>
                        <a:rPr sz="2250" b="0">
                          <a:solidFill>
                            <a:srgbClr val="242421"/>
                          </a:solidFill>
                          <a:latin typeface="Georgia"/>
                          <a:ea typeface="Georgia"/>
                          <a:cs typeface="Georgia"/>
                        </a:rPr>
                        <a:t>h₃₂</a:t>
                      </a:r>
                    </a:p>
                  </a:txBody>
                  <a:tcPr marL="152400" marR="152400" marT="114300" marB="95250" anchor="ctr">
                    <a:lnR w="6668">
                      <a:solidFill>
                        <a:srgbClr val="D5CEC1"/>
                      </a:solidFill>
                    </a:lnR>
                    <a:lnB w="6668">
                      <a:solidFill>
                        <a:srgbClr val="D5CEC1"/>
                      </a:solidFill>
                    </a:lnB>
                    <a:solidFill>
                      <a:srgbClr val="F4F0E8"/>
                    </a:solidFill>
                  </a:tcPr>
                </a:tc>
                <a:tc>
                  <a:txBody>
                    <a:bodyPr/>
                    <a:lstStyle/>
                    <a:p>
                      <a:r>
                        <a:rPr sz="2250" b="0">
                          <a:solidFill>
                            <a:srgbClr val="242421"/>
                          </a:solidFill>
                          <a:latin typeface="Georgia"/>
                          <a:ea typeface="Georgia"/>
                          <a:cs typeface="Georgia"/>
                        </a:rPr>
                        <a:t>h₃₃</a:t>
                      </a:r>
                    </a:p>
                  </a:txBody>
                  <a:tcPr marL="152400" marR="152400" marT="114300" marB="95250" anchor="ctr">
                    <a:lnR w="6668">
                      <a:solidFill>
                        <a:srgbClr val="D5CEC1"/>
                      </a:solidFill>
                    </a:lnR>
                    <a:lnB w="6668">
                      <a:solidFill>
                        <a:srgbClr val="D5CEC1"/>
                      </a:solidFill>
                    </a:lnB>
                    <a:solidFill>
                      <a:srgbClr val="F4F0E8"/>
                    </a:solidFill>
                  </a:tcPr>
                </a:tc>
              </a:tr>
            </a:tbl>
          </a:graphicData>
        </a:graphic>
      </p:graphicFrame>
      <p:sp>
        <p:nvSpPr>
          <p:cNvPr id="13" name="Current case: one gas, no receiver noise&#10;Later: other gases,">
            <a:extLst xmlns:a="http://schemas.openxmlformats.org/drawingml/2006/main">
              <a:ext uri="{FF2B5EF4-FFF2-40B4-BE49-F238E27FC236}">
                <a16:creationId xmlns:a16="http://schemas.microsoft.com/office/drawing/2014/main" id="{7997D976-782C-4AD2-9864-48662C25ACC7}"/>
              </a:ext>
            </a:extLst>
          </p:cNvPr>
          <p:cNvSpPr>
            <a:spLocks xmlns:a="http://schemas.openxmlformats.org/drawingml/2006/main" noGrp="1"/>
          </p:cNvSpPr>
          <p:nvPr/>
        </p:nvSpPr>
        <p:spPr>
          <a:xfrm xmlns:a="http://schemas.openxmlformats.org/drawingml/2006/main">
            <a:off x="5276850" y="4953000"/>
            <a:ext cx="619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42421"/>
                </a:solidFill>
                <a:latin typeface="Georgia"/>
                <a:ea typeface="Georgia"/>
                <a:cs typeface="Georgia"/>
              </a:defRPr>
            </a:defPPr>
          </a:lstStyle>
          <a:p xmlns:a="http://schemas.openxmlformats.org/drawingml/2006/main">
            <a:pPr>
              <a:defRPr sz="1950" b="0">
                <a:solidFill>
                  <a:srgbClr val="242421"/>
                </a:solidFill>
                <a:latin typeface="Georgia"/>
                <a:ea typeface="Georgia"/>
                <a:cs typeface="Georgia"/>
              </a:defRPr>
            </a:pPr>
            <a:r>
              <a:rPr sz="1950" b="0">
                <a:solidFill>
                  <a:srgbClr val="242421"/>
                </a:solidFill>
                <a:latin typeface="Georgia"/>
                <a:ea typeface="Georgia"/>
                <a:cs typeface="Georgia"/>
              </a:rPr>
              <a:t>Current case: one gas, no receiver noise</a:t>
            </a:r>
          </a:p>
          <a:p xmlns:a="http://schemas.openxmlformats.org/drawingml/2006/main">
            <a:pPr>
              <a:defRPr sz="1950" b="0">
                <a:solidFill>
                  <a:srgbClr val="242421"/>
                </a:solidFill>
                <a:latin typeface="Georgia"/>
                <a:ea typeface="Georgia"/>
                <a:cs typeface="Georgia"/>
              </a:defRPr>
            </a:pPr>
            <a:r>
              <a:rPr sz="1950" b="0">
                <a:solidFill>
                  <a:srgbClr val="242421"/>
                </a:solidFill>
                <a:latin typeface="Georgia"/>
                <a:ea typeface="Georgia"/>
                <a:cs typeface="Georgia"/>
              </a:rPr>
              <a:t>Later: other gases, mixtures, then angle</a:t>
            </a:r>
          </a:p>
        </p:txBody>
      </p:sp>
    </p:spTree>
    <p:extLst>
      <p:ext uri="{BB962C8B-B14F-4D97-AF65-F5344CB8AC3E}">
        <p14:creationId xmlns:p14="http://schemas.microsoft.com/office/powerpoint/2010/main" val="305636393"/>
      </p:ext>
    </p:extLst>
  </p:cSld>
</p:sld>
</file>

<file path=ppt/slides/slide3.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2" name="Geometry and absorption contribute to one channel">
            <a:extLst xmlns:a="http://schemas.openxmlformats.org/drawingml/2006/main">
              <a:ext uri="{FF2B5EF4-FFF2-40B4-BE49-F238E27FC236}">
                <a16:creationId xmlns:a16="http://schemas.microsoft.com/office/drawing/2014/main" id="{3629F91C-E7E2-4DC8-B60E-54FAC138364F}"/>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0">
                <a:solidFill>
                  <a:srgbClr val="242421"/>
                </a:solidFill>
                <a:latin typeface="Georgia"/>
                <a:ea typeface="Georgia"/>
                <a:cs typeface="Georgia"/>
              </a:defRPr>
            </a:defPPr>
          </a:lstStyle>
          <a:p xmlns:a="http://schemas.openxmlformats.org/drawingml/2006/main">
            <a:pPr>
              <a:defRPr sz="3450" b="0">
                <a:solidFill>
                  <a:srgbClr val="242421"/>
                </a:solidFill>
                <a:latin typeface="Georgia"/>
                <a:ea typeface="Georgia"/>
                <a:cs typeface="Georgia"/>
              </a:defRPr>
            </a:pPr>
            <a:r>
              <a:rPr sz="3450" b="0">
                <a:solidFill>
                  <a:srgbClr val="242421"/>
                </a:solidFill>
                <a:latin typeface="Georgia"/>
                <a:ea typeface="Georgia"/>
                <a:cs typeface="Georgia"/>
              </a:rPr>
              <a:t>Geometry and absorption contribute to one channel</a:t>
            </a:r>
          </a:p>
        </p:txBody>
      </p:sp>
      <p:sp>
        <p:nvSpPr>
          <p:cNvPr id="2" name="03">
            <a:extLst xmlns:a="http://schemas.openxmlformats.org/drawingml/2006/main">
              <a:ext uri="{FF2B5EF4-FFF2-40B4-BE49-F238E27FC236}">
                <a16:creationId xmlns:a16="http://schemas.microsoft.com/office/drawing/2014/main" id="{72275F63-6A8C-4B1A-8913-0B9CD90A14DE}"/>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03</a:t>
            </a:r>
          </a:p>
        </p:txBody>
      </p:sp>
      <p:sp>
        <p:nvSpPr>
          <p:cNvPr id="3" name="|h| = |h">
            <a:extLst xmlns:a="http://schemas.openxmlformats.org/drawingml/2006/main">
              <a:ext uri="{FF2B5EF4-FFF2-40B4-BE49-F238E27FC236}">
                <a16:creationId xmlns:a16="http://schemas.microsoft.com/office/drawing/2014/main" id="{D7C04BC3-43BD-4AC8-842A-E14A4F8CDD67}"/>
              </a:ext>
            </a:extLst>
          </p:cNvPr>
          <p:cNvSpPr>
            <a:spLocks xmlns:a="http://schemas.openxmlformats.org/drawingml/2006/main" noGrp="1"/>
          </p:cNvSpPr>
          <p:nvPr/>
        </p:nvSpPr>
        <p:spPr>
          <a:xfrm xmlns:a="http://schemas.openxmlformats.org/drawingml/2006/main">
            <a:off x="609600" y="1762125"/>
            <a:ext cx="1419797"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0">
                <a:solidFill>
                  <a:srgbClr val="242421"/>
                </a:solidFill>
                <a:latin typeface="Georgia"/>
                <a:ea typeface="Georgia"/>
                <a:cs typeface="Georgia"/>
              </a:defRPr>
            </a:defPPr>
          </a:lstStyle>
          <a:p xmlns:a="http://schemas.openxmlformats.org/drawingml/2006/main">
            <a:pPr>
              <a:defRPr sz="3225" b="0">
                <a:solidFill>
                  <a:srgbClr val="242421"/>
                </a:solidFill>
                <a:latin typeface="Georgia"/>
                <a:ea typeface="Georgia"/>
                <a:cs typeface="Georgia"/>
              </a:defRPr>
            </a:pPr>
            <a:r>
              <a:rPr sz="3225" b="0">
                <a:solidFill>
                  <a:srgbClr val="242421"/>
                </a:solidFill>
                <a:latin typeface="Georgia"/>
                <a:ea typeface="Georgia"/>
                <a:cs typeface="Georgia"/>
              </a:rPr>
              <a:t>|h| = |h</a:t>
            </a:r>
          </a:p>
        </p:txBody>
      </p:sp>
      <p:sp>
        <p:nvSpPr>
          <p:cNvPr id="4" name="fs">
            <a:extLst xmlns:a="http://schemas.openxmlformats.org/drawingml/2006/main">
              <a:ext uri="{FF2B5EF4-FFF2-40B4-BE49-F238E27FC236}">
                <a16:creationId xmlns:a16="http://schemas.microsoft.com/office/drawing/2014/main" id="{DAFD16DD-9EDD-4F61-B6E2-557DC039BEB9}"/>
              </a:ext>
            </a:extLst>
          </p:cNvPr>
          <p:cNvSpPr>
            <a:spLocks xmlns:a="http://schemas.openxmlformats.org/drawingml/2006/main" noGrp="1"/>
          </p:cNvSpPr>
          <p:nvPr/>
        </p:nvSpPr>
        <p:spPr>
          <a:xfrm xmlns:a="http://schemas.openxmlformats.org/drawingml/2006/main">
            <a:off x="2029397" y="1958721"/>
            <a:ext cx="208929"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67" b="0">
                <a:solidFill>
                  <a:srgbClr val="242421"/>
                </a:solidFill>
                <a:latin typeface="Georgia"/>
                <a:ea typeface="Georgia"/>
                <a:cs typeface="Georgia"/>
              </a:defRPr>
            </a:defPPr>
          </a:lstStyle>
          <a:p xmlns:a="http://schemas.openxmlformats.org/drawingml/2006/main">
            <a:pPr>
              <a:defRPr sz="1967" b="0">
                <a:solidFill>
                  <a:srgbClr val="242421"/>
                </a:solidFill>
                <a:latin typeface="Georgia"/>
                <a:ea typeface="Georgia"/>
                <a:cs typeface="Georgia"/>
              </a:defRPr>
            </a:pPr>
            <a:r>
              <a:rPr sz="1967" b="0">
                <a:solidFill>
                  <a:srgbClr val="242421"/>
                </a:solidFill>
                <a:latin typeface="Georgia"/>
                <a:ea typeface="Georgia"/>
                <a:cs typeface="Georgia"/>
              </a:rPr>
              <a:t>fs</a:t>
            </a:r>
          </a:p>
        </p:txBody>
      </p:sp>
      <p:sp>
        <p:nvSpPr>
          <p:cNvPr id="5" name="| exp(−τ">
            <a:extLst xmlns:a="http://schemas.openxmlformats.org/drawingml/2006/main">
              <a:ext uri="{FF2B5EF4-FFF2-40B4-BE49-F238E27FC236}">
                <a16:creationId xmlns:a16="http://schemas.microsoft.com/office/drawing/2014/main" id="{F1FAE704-226D-4D53-AC3D-FFECF730A165}"/>
              </a:ext>
            </a:extLst>
          </p:cNvPr>
          <p:cNvSpPr>
            <a:spLocks xmlns:a="http://schemas.openxmlformats.org/drawingml/2006/main" noGrp="1"/>
          </p:cNvSpPr>
          <p:nvPr/>
        </p:nvSpPr>
        <p:spPr>
          <a:xfrm xmlns:a="http://schemas.openxmlformats.org/drawingml/2006/main">
            <a:off x="2238325" y="1762125"/>
            <a:ext cx="1509903"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0">
                <a:solidFill>
                  <a:srgbClr val="242421"/>
                </a:solidFill>
                <a:latin typeface="Georgia"/>
                <a:ea typeface="Georgia"/>
                <a:cs typeface="Georgia"/>
              </a:defRPr>
            </a:defPPr>
          </a:lstStyle>
          <a:p xmlns:a="http://schemas.openxmlformats.org/drawingml/2006/main">
            <a:pPr>
              <a:defRPr sz="3225" b="0">
                <a:solidFill>
                  <a:srgbClr val="242421"/>
                </a:solidFill>
                <a:latin typeface="Georgia"/>
                <a:ea typeface="Georgia"/>
                <a:cs typeface="Georgia"/>
              </a:defRPr>
            </a:pPr>
            <a:r>
              <a:rPr sz="3225" b="0">
                <a:solidFill>
                  <a:srgbClr val="242421"/>
                </a:solidFill>
                <a:latin typeface="Georgia"/>
                <a:ea typeface="Georgia"/>
                <a:cs typeface="Georgia"/>
              </a:rPr>
              <a:t>| exp(−τ</a:t>
            </a:r>
          </a:p>
        </p:txBody>
      </p:sp>
      <p:sp>
        <p:nvSpPr>
          <p:cNvPr id="6" name="m">
            <a:extLst xmlns:a="http://schemas.openxmlformats.org/drawingml/2006/main">
              <a:ext uri="{FF2B5EF4-FFF2-40B4-BE49-F238E27FC236}">
                <a16:creationId xmlns:a16="http://schemas.microsoft.com/office/drawing/2014/main" id="{4A9477EE-ECBC-478F-8EA6-5B2DCC111E9C}"/>
              </a:ext>
            </a:extLst>
          </p:cNvPr>
          <p:cNvSpPr>
            <a:spLocks xmlns:a="http://schemas.openxmlformats.org/drawingml/2006/main" noGrp="1"/>
          </p:cNvSpPr>
          <p:nvPr/>
        </p:nvSpPr>
        <p:spPr>
          <a:xfrm xmlns:a="http://schemas.openxmlformats.org/drawingml/2006/main">
            <a:off x="3748228" y="1958721"/>
            <a:ext cx="23891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67" b="0">
                <a:solidFill>
                  <a:srgbClr val="242421"/>
                </a:solidFill>
                <a:latin typeface="Georgia"/>
                <a:ea typeface="Georgia"/>
                <a:cs typeface="Georgia"/>
              </a:defRPr>
            </a:defPPr>
          </a:lstStyle>
          <a:p xmlns:a="http://schemas.openxmlformats.org/drawingml/2006/main">
            <a:pPr>
              <a:defRPr sz="1967" b="0">
                <a:solidFill>
                  <a:srgbClr val="242421"/>
                </a:solidFill>
                <a:latin typeface="Georgia"/>
                <a:ea typeface="Georgia"/>
                <a:cs typeface="Georgia"/>
              </a:defRPr>
            </a:pPr>
            <a:r>
              <a:rPr sz="1967" b="0">
                <a:solidFill>
                  <a:srgbClr val="242421"/>
                </a:solidFill>
                <a:latin typeface="Georgia"/>
                <a:ea typeface="Georgia"/>
                <a:cs typeface="Georgia"/>
              </a:rPr>
              <a:t>m</a:t>
            </a:r>
          </a:p>
        </p:txBody>
      </p:sp>
      <p:sp>
        <p:nvSpPr>
          <p:cNvPr id="7" name=" / 2) exp(−τ">
            <a:extLst xmlns:a="http://schemas.openxmlformats.org/drawingml/2006/main">
              <a:ext uri="{FF2B5EF4-FFF2-40B4-BE49-F238E27FC236}">
                <a16:creationId xmlns:a16="http://schemas.microsoft.com/office/drawing/2014/main" id="{FB7F41E1-F6A8-431E-9090-879277C1CE03}"/>
              </a:ext>
            </a:extLst>
          </p:cNvPr>
          <p:cNvSpPr>
            <a:spLocks xmlns:a="http://schemas.openxmlformats.org/drawingml/2006/main" noGrp="1"/>
          </p:cNvSpPr>
          <p:nvPr/>
        </p:nvSpPr>
        <p:spPr>
          <a:xfrm xmlns:a="http://schemas.openxmlformats.org/drawingml/2006/main">
            <a:off x="3987138" y="1762125"/>
            <a:ext cx="2128361"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0">
                <a:solidFill>
                  <a:srgbClr val="242421"/>
                </a:solidFill>
                <a:latin typeface="Georgia"/>
                <a:ea typeface="Georgia"/>
                <a:cs typeface="Georgia"/>
              </a:defRPr>
            </a:defPPr>
          </a:lstStyle>
          <a:p xmlns:a="http://schemas.openxmlformats.org/drawingml/2006/main">
            <a:pPr>
              <a:defRPr sz="3225" b="0">
                <a:solidFill>
                  <a:srgbClr val="242421"/>
                </a:solidFill>
                <a:latin typeface="Georgia"/>
                <a:ea typeface="Georgia"/>
                <a:cs typeface="Georgia"/>
              </a:defRPr>
            </a:pPr>
            <a:r>
              <a:rPr sz="3225" b="0">
                <a:solidFill>
                  <a:srgbClr val="242421"/>
                </a:solidFill>
                <a:latin typeface="Georgia"/>
                <a:ea typeface="Georgia"/>
                <a:cs typeface="Georgia"/>
              </a:rPr>
              <a:t> / 2) exp(−τ</a:t>
            </a:r>
          </a:p>
        </p:txBody>
      </p:sp>
      <p:sp>
        <p:nvSpPr>
          <p:cNvPr id="8" name="c">
            <a:extLst xmlns:a="http://schemas.openxmlformats.org/drawingml/2006/main">
              <a:ext uri="{FF2B5EF4-FFF2-40B4-BE49-F238E27FC236}">
                <a16:creationId xmlns:a16="http://schemas.microsoft.com/office/drawing/2014/main" id="{571FF937-EDE7-4215-8F77-D43427AD89F4}"/>
              </a:ext>
            </a:extLst>
          </p:cNvPr>
          <p:cNvSpPr>
            <a:spLocks xmlns:a="http://schemas.openxmlformats.org/drawingml/2006/main" noGrp="1"/>
          </p:cNvSpPr>
          <p:nvPr/>
        </p:nvSpPr>
        <p:spPr>
          <a:xfrm xmlns:a="http://schemas.openxmlformats.org/drawingml/2006/main">
            <a:off x="6115500" y="1958721"/>
            <a:ext cx="131478"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67" b="0">
                <a:solidFill>
                  <a:srgbClr val="242421"/>
                </a:solidFill>
                <a:latin typeface="Georgia"/>
                <a:ea typeface="Georgia"/>
                <a:cs typeface="Georgia"/>
              </a:defRPr>
            </a:defPPr>
          </a:lstStyle>
          <a:p xmlns:a="http://schemas.openxmlformats.org/drawingml/2006/main">
            <a:pPr>
              <a:defRPr sz="1967" b="0">
                <a:solidFill>
                  <a:srgbClr val="242421"/>
                </a:solidFill>
                <a:latin typeface="Georgia"/>
                <a:ea typeface="Georgia"/>
                <a:cs typeface="Georgia"/>
              </a:defRPr>
            </a:pPr>
            <a:r>
              <a:rPr sz="1967" b="0">
                <a:solidFill>
                  <a:srgbClr val="242421"/>
                </a:solidFill>
                <a:latin typeface="Georgia"/>
                <a:ea typeface="Georgia"/>
                <a:cs typeface="Georgia"/>
              </a:rPr>
              <a:t>c</a:t>
            </a:r>
          </a:p>
        </p:txBody>
      </p:sp>
      <p:sp>
        <p:nvSpPr>
          <p:cNvPr id="9" name=" / 2)">
            <a:extLst xmlns:a="http://schemas.openxmlformats.org/drawingml/2006/main">
              <a:ext uri="{FF2B5EF4-FFF2-40B4-BE49-F238E27FC236}">
                <a16:creationId xmlns:a16="http://schemas.microsoft.com/office/drawing/2014/main" id="{0D23C59B-6551-4F3D-B0EB-FBD80725AACC}"/>
              </a:ext>
            </a:extLst>
          </p:cNvPr>
          <p:cNvSpPr>
            <a:spLocks xmlns:a="http://schemas.openxmlformats.org/drawingml/2006/main" noGrp="1"/>
          </p:cNvSpPr>
          <p:nvPr/>
        </p:nvSpPr>
        <p:spPr>
          <a:xfrm xmlns:a="http://schemas.openxmlformats.org/drawingml/2006/main">
            <a:off x="6246978" y="1762125"/>
            <a:ext cx="793147"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0">
                <a:solidFill>
                  <a:srgbClr val="242421"/>
                </a:solidFill>
                <a:latin typeface="Georgia"/>
                <a:ea typeface="Georgia"/>
                <a:cs typeface="Georgia"/>
              </a:defRPr>
            </a:defPPr>
          </a:lstStyle>
          <a:p xmlns:a="http://schemas.openxmlformats.org/drawingml/2006/main">
            <a:pPr>
              <a:defRPr sz="3225" b="0">
                <a:solidFill>
                  <a:srgbClr val="242421"/>
                </a:solidFill>
                <a:latin typeface="Georgia"/>
                <a:ea typeface="Georgia"/>
                <a:cs typeface="Georgia"/>
              </a:defRPr>
            </a:pPr>
            <a:r>
              <a:rPr sz="3225" b="0">
                <a:solidFill>
                  <a:srgbClr val="242421"/>
                </a:solidFill>
                <a:latin typeface="Georgia"/>
                <a:ea typeface="Georgia"/>
                <a:cs typeface="Georgia"/>
              </a:rPr>
              <a:t> / 2)</a:t>
            </a:r>
          </a:p>
        </p:txBody>
      </p:sp>
      <p:graphicFrame>
        <p:nvGraphicFramePr>
          <p:cNvPr id="10" name="">
            <a:extLst xmlns:a="http://schemas.openxmlformats.org/drawingml/2006/main">
              <a:ext uri="{FF2B5EF4-FFF2-40B4-BE49-F238E27FC236}">
                <a16:creationId xmlns:a16="http://schemas.microsoft.com/office/drawing/2014/main" id="{27531EC0-12AB-425B-A2EB-EDDB9BCF3A77}"/>
              </a:ext>
            </a:extLst>
          </p:cNvPr>
          <p:cNvGraphicFramePr/>
          <p:nvPr/>
        </p:nvGraphicFramePr>
        <p:xfrm>
          <a:off xmlns:a="http://schemas.openxmlformats.org/drawingml/2006/main" x="609600" y="2952750"/>
          <a:ext xmlns:a="http://schemas.openxmlformats.org/drawingml/2006/main" cx="10972800" cy="2590800"/>
        </p:xfrm>
        <a:graphic xmlns:a="http://schemas.openxmlformats.org/drawingml/2006/main">
          <a:graphicData uri="http://schemas.openxmlformats.org/drawingml/2006/table">
            <a:tbl>
              <a:tblPr/>
              <a:tblGrid>
                <a:gridCol w="2084832"/>
                <a:gridCol w="8887968"/>
              </a:tblGrid>
              <a:tr h="647700">
                <a:tc>
                  <a:txBody>
                    <a:bodyPr/>
                    <a:lstStyle/>
                    <a:p>
                      <a:r>
                        <a:rPr sz="1950" b="1">
                          <a:solidFill>
                            <a:srgbClr val="F5F1E9"/>
                          </a:solidFill>
                          <a:latin typeface="Georgia"/>
                          <a:ea typeface="Georgia"/>
                          <a:cs typeface="Georgia"/>
                        </a:rPr>
                        <a:t>Term</a:t>
                      </a:r>
                    </a:p>
                  </a:txBody>
                  <a:tcPr marL="152400" marR="152400" marT="114300" marB="95250" anchor="ctr">
                    <a:lnL w="6668">
                      <a:solidFill>
                        <a:srgbClr val="D5CEC1"/>
                      </a:solidFill>
                    </a:lnL>
                    <a:lnR w="6668">
                      <a:solidFill>
                        <a:srgbClr val="D5CEC1"/>
                      </a:solidFill>
                    </a:lnR>
                    <a:lnT w="6668">
                      <a:solidFill>
                        <a:srgbClr val="D5CEC1"/>
                      </a:solidFill>
                    </a:lnT>
                    <a:lnB w="6668">
                      <a:solidFill>
                        <a:srgbClr val="D5CEC1"/>
                      </a:solidFill>
                    </a:lnB>
                    <a:solidFill>
                      <a:srgbClr val="242421"/>
                    </a:solidFill>
                  </a:tcPr>
                </a:tc>
                <a:tc>
                  <a:txBody>
                    <a:bodyPr/>
                    <a:lstStyle/>
                    <a:p>
                      <a:r>
                        <a:rPr sz="1950" b="1">
                          <a:solidFill>
                            <a:srgbClr val="F5F1E9"/>
                          </a:solidFill>
                          <a:latin typeface="Georgia"/>
                          <a:ea typeface="Georgia"/>
                          <a:cs typeface="Georgia"/>
                        </a:rPr>
                        <a:t>Meaning</a:t>
                      </a:r>
                    </a:p>
                  </a:txBody>
                  <a:tcPr marL="152400" marR="152400" marT="114300" marB="95250" anchor="ctr">
                    <a:lnR w="6668">
                      <a:solidFill>
                        <a:srgbClr val="D5CEC1"/>
                      </a:solidFill>
                    </a:lnR>
                    <a:lnT w="6668">
                      <a:solidFill>
                        <a:srgbClr val="D5CEC1"/>
                      </a:solidFill>
                    </a:lnT>
                    <a:lnB w="6668">
                      <a:solidFill>
                        <a:srgbClr val="D5CEC1"/>
                      </a:solidFill>
                    </a:lnB>
                    <a:solidFill>
                      <a:srgbClr val="242421"/>
                    </a:solidFill>
                  </a:tcPr>
                </a:tc>
              </a:tr>
              <a:tr h="647700">
                <a:tc>
                  <a:txBody>
                    <a:bodyPr/>
                    <a:lstStyle/>
                    <a:p>
                      <a:r>
                        <a:rPr sz="1950" b="0">
                          <a:solidFill>
                            <a:srgbClr val="242421"/>
                          </a:solidFill>
                          <a:latin typeface="Georgia"/>
                          <a:ea typeface="Georgia"/>
                          <a:cs typeface="Georgia"/>
                        </a:rPr>
                        <a:t>hFS</a:t>
                      </a:r>
                    </a:p>
                  </a:txBody>
                  <a:tcPr marL="152400" marR="152400" marT="114300" marB="95250" anchor="ctr">
                    <a:lnL w="6668">
                      <a:solidFill>
                        <a:srgbClr val="D5CEC1"/>
                      </a:solidFill>
                    </a:lnL>
                    <a:lnR w="6668">
                      <a:solidFill>
                        <a:srgbClr val="D5CEC1"/>
                      </a:solidFill>
                    </a:lnR>
                    <a:lnB w="6668">
                      <a:solidFill>
                        <a:srgbClr val="D5CEC1"/>
                      </a:solidFill>
                    </a:lnB>
                    <a:solidFill>
                      <a:srgbClr val="F4F0E8"/>
                    </a:solidFill>
                  </a:tcPr>
                </a:tc>
                <a:tc>
                  <a:txBody>
                    <a:bodyPr/>
                    <a:lstStyle/>
                    <a:p>
                      <a:r>
                        <a:rPr sz="1950" b="0">
                          <a:solidFill>
                            <a:srgbClr val="242421"/>
                          </a:solidFill>
                          <a:latin typeface="Georgia"/>
                          <a:ea typeface="Georgia"/>
                          <a:cs typeface="Georgia"/>
                        </a:rPr>
                        <a:t>Geometric amplitude gain, dependent on frequency and distance</a:t>
                      </a:r>
                    </a:p>
                  </a:txBody>
                  <a:tcPr marL="152400" marR="152400" marT="114300" marB="95250" anchor="ctr">
                    <a:lnR w="6668">
                      <a:solidFill>
                        <a:srgbClr val="D5CEC1"/>
                      </a:solidFill>
                    </a:lnR>
                    <a:lnB w="6668">
                      <a:solidFill>
                        <a:srgbClr val="D5CEC1"/>
                      </a:solidFill>
                    </a:lnB>
                    <a:solidFill>
                      <a:srgbClr val="F4F0E8"/>
                    </a:solidFill>
                  </a:tcPr>
                </a:tc>
              </a:tr>
              <a:tr h="647700">
                <a:tc>
                  <a:txBody>
                    <a:bodyPr/>
                    <a:lstStyle/>
                    <a:p>
                      <a:r>
                        <a:rPr sz="1950" b="0">
                          <a:solidFill>
                            <a:srgbClr val="242421"/>
                          </a:solidFill>
                          <a:latin typeface="Georgia"/>
                          <a:ea typeface="Georgia"/>
                          <a:cs typeface="Georgia"/>
                        </a:rPr>
                        <a:t>τm</a:t>
                      </a:r>
                    </a:p>
                  </a:txBody>
                  <a:tcPr marL="152400" marR="152400" marT="114300" marB="95250" anchor="ctr">
                    <a:lnL w="6668">
                      <a:solidFill>
                        <a:srgbClr val="D5CEC1"/>
                      </a:solidFill>
                    </a:lnL>
                    <a:lnR w="6668">
                      <a:solidFill>
                        <a:srgbClr val="D5CEC1"/>
                      </a:solidFill>
                    </a:lnR>
                    <a:lnB w="6668">
                      <a:solidFill>
                        <a:srgbClr val="D5CEC1"/>
                      </a:solidFill>
                    </a:lnB>
                    <a:solidFill>
                      <a:srgbClr val="F4F0E8"/>
                    </a:solidFill>
                  </a:tcPr>
                </a:tc>
                <a:tc>
                  <a:txBody>
                    <a:bodyPr/>
                    <a:lstStyle/>
                    <a:p>
                      <a:r>
                        <a:rPr sz="1950" b="0">
                          <a:solidFill>
                            <a:srgbClr val="242421"/>
                          </a:solidFill>
                          <a:latin typeface="Georgia"/>
                          <a:ea typeface="Georgia"/>
                          <a:cs typeface="Georgia"/>
                        </a:rPr>
                        <a:t>Optical depth of the background atmosphere</a:t>
                      </a:r>
                    </a:p>
                  </a:txBody>
                  <a:tcPr marL="152400" marR="152400" marT="114300" marB="95250" anchor="ctr">
                    <a:lnR w="6668">
                      <a:solidFill>
                        <a:srgbClr val="D5CEC1"/>
                      </a:solidFill>
                    </a:lnR>
                    <a:lnB w="6668">
                      <a:solidFill>
                        <a:srgbClr val="D5CEC1"/>
                      </a:solidFill>
                    </a:lnB>
                    <a:solidFill>
                      <a:srgbClr val="F4F0E8"/>
                    </a:solidFill>
                  </a:tcPr>
                </a:tc>
              </a:tr>
              <a:tr h="647700">
                <a:tc>
                  <a:txBody>
                    <a:bodyPr/>
                    <a:lstStyle/>
                    <a:p>
                      <a:r>
                        <a:rPr sz="1950" b="0">
                          <a:solidFill>
                            <a:srgbClr val="242421"/>
                          </a:solidFill>
                          <a:latin typeface="Georgia"/>
                          <a:ea typeface="Georgia"/>
                          <a:cs typeface="Georgia"/>
                        </a:rPr>
                        <a:t>τc</a:t>
                      </a:r>
                    </a:p>
                  </a:txBody>
                  <a:tcPr marL="152400" marR="152400" marT="114300" marB="95250" anchor="ctr">
                    <a:lnL w="6668">
                      <a:solidFill>
                        <a:srgbClr val="D5CEC1"/>
                      </a:solidFill>
                    </a:lnL>
                    <a:lnR w="6668">
                      <a:solidFill>
                        <a:srgbClr val="D5CEC1"/>
                      </a:solidFill>
                    </a:lnR>
                    <a:lnB w="6668">
                      <a:solidFill>
                        <a:srgbClr val="D5CEC1"/>
                      </a:solidFill>
                    </a:lnB>
                    <a:solidFill>
                      <a:srgbClr val="F4F0E8"/>
                    </a:solidFill>
                  </a:tcPr>
                </a:tc>
                <a:tc>
                  <a:txBody>
                    <a:bodyPr/>
                    <a:lstStyle/>
                    <a:p>
                      <a:r>
                        <a:rPr sz="1950" b="0">
                          <a:solidFill>
                            <a:srgbClr val="242421"/>
                          </a:solidFill>
                          <a:latin typeface="Georgia"/>
                          <a:ea typeface="Georgia"/>
                          <a:cs typeface="Georgia"/>
                        </a:rPr>
                        <a:t>Additional optical depth due to the chemical cloud</a:t>
                      </a:r>
                    </a:p>
                  </a:txBody>
                  <a:tcPr marL="152400" marR="152400" marT="114300" marB="95250" anchor="ctr">
                    <a:lnR w="6668">
                      <a:solidFill>
                        <a:srgbClr val="D5CEC1"/>
                      </a:solidFill>
                    </a:lnR>
                    <a:lnB w="6668">
                      <a:solidFill>
                        <a:srgbClr val="D5CEC1"/>
                      </a:solidFill>
                    </a:lnB>
                    <a:solidFill>
                      <a:srgbClr val="F4F0E8"/>
                    </a:solidFill>
                  </a:tcPr>
                </a:tc>
              </a:tr>
            </a:tbl>
          </a:graphicData>
        </a:graphic>
      </p:graphicFrame>
      <p:sp>
        <p:nvSpPr>
          <p:cNvPr id="11" name="Amplitude transmission: exp(−τ / 2)       Power transmission">
            <a:extLst xmlns:a="http://schemas.openxmlformats.org/drawingml/2006/main">
              <a:ext uri="{FF2B5EF4-FFF2-40B4-BE49-F238E27FC236}">
                <a16:creationId xmlns:a16="http://schemas.microsoft.com/office/drawing/2014/main" id="{824F8B00-7219-4DE4-933D-FA44D9ED9430}"/>
              </a:ext>
            </a:extLst>
          </p:cNvPr>
          <p:cNvSpPr>
            <a:spLocks xmlns:a="http://schemas.openxmlformats.org/drawingml/2006/main" noGrp="1"/>
          </p:cNvSpPr>
          <p:nvPr/>
        </p:nvSpPr>
        <p:spPr>
          <a:xfrm xmlns:a="http://schemas.openxmlformats.org/drawingml/2006/main">
            <a:off x="609600" y="58007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4472B"/>
                </a:solidFill>
                <a:latin typeface="Georgia"/>
                <a:ea typeface="Georgia"/>
                <a:cs typeface="Georgia"/>
              </a:defRPr>
            </a:defPPr>
          </a:lstStyle>
          <a:p xmlns:a="http://schemas.openxmlformats.org/drawingml/2006/main">
            <a:pPr>
              <a:defRPr sz="1875" b="0">
                <a:solidFill>
                  <a:srgbClr val="B4472B"/>
                </a:solidFill>
                <a:latin typeface="Georgia"/>
                <a:ea typeface="Georgia"/>
                <a:cs typeface="Georgia"/>
              </a:defRPr>
            </a:pPr>
            <a:r>
              <a:rPr sz="1875" b="0">
                <a:solidFill>
                  <a:srgbClr val="B4472B"/>
                </a:solidFill>
                <a:latin typeface="Georgia"/>
                <a:ea typeface="Georgia"/>
                <a:cs typeface="Georgia"/>
              </a:rPr>
              <a:t>Amplitude transmission: exp(−τ / 2)       Power transmission: exp(−τ)</a:t>
            </a:r>
          </a:p>
        </p:txBody>
      </p:sp>
    </p:spTree>
    <p:extLst>
      <p:ext uri="{BB962C8B-B14F-4D97-AF65-F5344CB8AC3E}">
        <p14:creationId xmlns:p14="http://schemas.microsoft.com/office/powerpoint/2010/main" val="2070588208"/>
      </p:ext>
    </p:extLst>
  </p:cSld>
</p:sld>
</file>

<file path=ppt/slides/slide4.xml><?xml version="1.0" encoding="utf-8"?>
<p:sld xmlns:p="http://schemas.openxmlformats.org/presentationml/2006/main">
  <p:cSld>
    <p:bg>
      <p:bgPr>
        <a:solidFill xmlns:a="http://schemas.openxmlformats.org/drawingml/2006/main">
          <a:srgbClr val="242421"/>
        </a:solidFill>
      </p:bgPr>
    </p:bg>
    <p:spTree>
      <p:nvGrpSpPr>
        <p:cNvPr id="1" name=""/>
        <p:cNvGrpSpPr/>
        <p:nvPr/>
      </p:nvGrpSpPr>
      <p:grpSpPr>
        <a:xfrm xmlns:a="http://schemas.openxmlformats.org/drawingml/2006/main"/>
      </p:grpSpPr>
      <p:sp>
        <p:nvSpPr>
          <p:cNvPr id="15" name="A matched reference isolates the chemical loss">
            <a:extLst xmlns:a="http://schemas.openxmlformats.org/drawingml/2006/main">
              <a:ext uri="{FF2B5EF4-FFF2-40B4-BE49-F238E27FC236}">
                <a16:creationId xmlns:a16="http://schemas.microsoft.com/office/drawing/2014/main" id="{35A2103A-E1B1-4644-B30E-92E892CDDB63}"/>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0">
                <a:solidFill>
                  <a:srgbClr val="F5F1E9"/>
                </a:solidFill>
                <a:latin typeface="Georgia"/>
                <a:ea typeface="Georgia"/>
                <a:cs typeface="Georgia"/>
              </a:defRPr>
            </a:defPPr>
          </a:lstStyle>
          <a:p xmlns:a="http://schemas.openxmlformats.org/drawingml/2006/main">
            <a:pPr>
              <a:defRPr sz="3450" b="0">
                <a:solidFill>
                  <a:srgbClr val="F5F1E9"/>
                </a:solidFill>
                <a:latin typeface="Georgia"/>
                <a:ea typeface="Georgia"/>
                <a:cs typeface="Georgia"/>
              </a:defRPr>
            </a:pPr>
            <a:r>
              <a:rPr sz="3450" b="0">
                <a:solidFill>
                  <a:srgbClr val="F5F1E9"/>
                </a:solidFill>
                <a:latin typeface="Georgia"/>
                <a:ea typeface="Georgia"/>
                <a:cs typeface="Georgia"/>
              </a:rPr>
              <a:t>A matched reference isolates the chemical loss</a:t>
            </a:r>
          </a:p>
        </p:txBody>
      </p:sp>
      <p:sp>
        <p:nvSpPr>
          <p:cNvPr id="2" name="04">
            <a:extLst xmlns:a="http://schemas.openxmlformats.org/drawingml/2006/main">
              <a:ext uri="{FF2B5EF4-FFF2-40B4-BE49-F238E27FC236}">
                <a16:creationId xmlns:a16="http://schemas.microsoft.com/office/drawing/2014/main" id="{A3AA5B60-A7A8-4325-9543-C0FBEFD83CCD}"/>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C6BFB3"/>
                </a:solidFill>
                <a:latin typeface="Georgia"/>
                <a:ea typeface="Georgia"/>
                <a:cs typeface="Georgia"/>
              </a:defRPr>
            </a:defPPr>
          </a:lstStyle>
          <a:p xmlns:a="http://schemas.openxmlformats.org/drawingml/2006/main">
            <a:pPr algn="r">
              <a:defRPr sz="1275" b="0">
                <a:solidFill>
                  <a:srgbClr val="C6BFB3"/>
                </a:solidFill>
                <a:latin typeface="Georgia"/>
                <a:ea typeface="Georgia"/>
                <a:cs typeface="Georgia"/>
              </a:defRPr>
            </a:pPr>
            <a:r>
              <a:rPr sz="1275" b="0">
                <a:solidFill>
                  <a:srgbClr val="C6BFB3"/>
                </a:solidFill>
                <a:latin typeface="Georgia"/>
                <a:ea typeface="Georgia"/>
                <a:cs typeface="Georgia"/>
              </a:rPr>
              <a:t>04</a:t>
            </a:r>
          </a:p>
        </p:txBody>
      </p:sp>
      <p:sp>
        <p:nvSpPr>
          <p:cNvPr id="3" name="h₀: the same channel without the added CO">
            <a:extLst xmlns:a="http://schemas.openxmlformats.org/drawingml/2006/main">
              <a:ext uri="{FF2B5EF4-FFF2-40B4-BE49-F238E27FC236}">
                <a16:creationId xmlns:a16="http://schemas.microsoft.com/office/drawing/2014/main" id="{27971637-6AB6-4786-B2EE-EF73392BBCCC}"/>
              </a:ext>
            </a:extLst>
          </p:cNvPr>
          <p:cNvSpPr>
            <a:spLocks xmlns:a="http://schemas.openxmlformats.org/drawingml/2006/main" noGrp="1"/>
          </p:cNvSpPr>
          <p:nvPr/>
        </p:nvSpPr>
        <p:spPr>
          <a:xfrm xmlns:a="http://schemas.openxmlformats.org/drawingml/2006/main">
            <a:off x="704850" y="14382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C6BFB3"/>
                </a:solidFill>
                <a:latin typeface="Georgia"/>
                <a:ea typeface="Georgia"/>
                <a:cs typeface="Georgia"/>
              </a:defRPr>
            </a:defPPr>
          </a:lstStyle>
          <a:p xmlns:a="http://schemas.openxmlformats.org/drawingml/2006/main">
            <a:pPr>
              <a:defRPr sz="1875" b="0">
                <a:solidFill>
                  <a:srgbClr val="C6BFB3"/>
                </a:solidFill>
                <a:latin typeface="Georgia"/>
                <a:ea typeface="Georgia"/>
                <a:cs typeface="Georgia"/>
              </a:defRPr>
            </a:pPr>
            <a:r>
              <a:rPr sz="1875" b="0">
                <a:solidFill>
                  <a:srgbClr val="C6BFB3"/>
                </a:solidFill>
                <a:latin typeface="Georgia"/>
                <a:ea typeface="Georgia"/>
                <a:cs typeface="Georgia"/>
              </a:rPr>
              <a:t>h₀: the same channel without the added CO</a:t>
            </a:r>
          </a:p>
        </p:txBody>
      </p:sp>
      <p:sp>
        <p:nvSpPr>
          <p:cNvPr id="4" name="|a">
            <a:extLst xmlns:a="http://schemas.openxmlformats.org/drawingml/2006/main">
              <a:ext uri="{FF2B5EF4-FFF2-40B4-BE49-F238E27FC236}">
                <a16:creationId xmlns:a16="http://schemas.microsoft.com/office/drawing/2014/main" id="{E62C2128-5D18-4890-A5D1-4E1EAD7D1A14}"/>
              </a:ext>
            </a:extLst>
          </p:cNvPr>
          <p:cNvSpPr>
            <a:spLocks xmlns:a="http://schemas.openxmlformats.org/drawingml/2006/main" noGrp="1"/>
          </p:cNvSpPr>
          <p:nvPr/>
        </p:nvSpPr>
        <p:spPr>
          <a:xfrm xmlns:a="http://schemas.openxmlformats.org/drawingml/2006/main">
            <a:off x="666750" y="1952625"/>
            <a:ext cx="572262" cy="974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950" b="0">
                <a:solidFill>
                  <a:srgbClr val="F5F1E9"/>
                </a:solidFill>
                <a:latin typeface="Georgia"/>
                <a:ea typeface="Georgia"/>
                <a:cs typeface="Georgia"/>
              </a:defRPr>
            </a:defPPr>
          </a:lstStyle>
          <a:p xmlns:a="http://schemas.openxmlformats.org/drawingml/2006/main">
            <a:pPr>
              <a:defRPr sz="4950" b="0">
                <a:solidFill>
                  <a:srgbClr val="F5F1E9"/>
                </a:solidFill>
                <a:latin typeface="Georgia"/>
                <a:ea typeface="Georgia"/>
                <a:cs typeface="Georgia"/>
              </a:defRPr>
            </a:pPr>
            <a:r>
              <a:rPr sz="4950" b="0">
                <a:solidFill>
                  <a:srgbClr val="F5F1E9"/>
                </a:solidFill>
                <a:latin typeface="Georgia"/>
                <a:ea typeface="Georgia"/>
                <a:cs typeface="Georgia"/>
              </a:rPr>
              <a:t>|a</a:t>
            </a:r>
          </a:p>
        </p:txBody>
      </p:sp>
      <p:sp>
        <p:nvSpPr>
          <p:cNvPr id="5" name="c">
            <a:extLst xmlns:a="http://schemas.openxmlformats.org/drawingml/2006/main">
              <a:ext uri="{FF2B5EF4-FFF2-40B4-BE49-F238E27FC236}">
                <a16:creationId xmlns:a16="http://schemas.microsoft.com/office/drawing/2014/main" id="{169F3B06-618F-4DDD-97F2-744800209950}"/>
              </a:ext>
            </a:extLst>
          </p:cNvPr>
          <p:cNvSpPr>
            <a:spLocks xmlns:a="http://schemas.openxmlformats.org/drawingml/2006/main" noGrp="1"/>
          </p:cNvSpPr>
          <p:nvPr/>
        </p:nvSpPr>
        <p:spPr>
          <a:xfrm xmlns:a="http://schemas.openxmlformats.org/drawingml/2006/main">
            <a:off x="1239012" y="2254377"/>
            <a:ext cx="191614" cy="974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019" b="0">
                <a:solidFill>
                  <a:srgbClr val="F5F1E9"/>
                </a:solidFill>
                <a:latin typeface="Georgia"/>
                <a:ea typeface="Georgia"/>
                <a:cs typeface="Georgia"/>
              </a:defRPr>
            </a:defPPr>
          </a:lstStyle>
          <a:p xmlns:a="http://schemas.openxmlformats.org/drawingml/2006/main">
            <a:pPr>
              <a:defRPr sz="3019" b="0">
                <a:solidFill>
                  <a:srgbClr val="F5F1E9"/>
                </a:solidFill>
                <a:latin typeface="Georgia"/>
                <a:ea typeface="Georgia"/>
                <a:cs typeface="Georgia"/>
              </a:defRPr>
            </a:pPr>
            <a:r>
              <a:rPr sz="3019" b="0">
                <a:solidFill>
                  <a:srgbClr val="F5F1E9"/>
                </a:solidFill>
                <a:latin typeface="Georgia"/>
                <a:ea typeface="Georgia"/>
                <a:cs typeface="Georgia"/>
              </a:rPr>
              <a:t>c</a:t>
            </a:r>
          </a:p>
        </p:txBody>
      </p:sp>
      <p:sp>
        <p:nvSpPr>
          <p:cNvPr id="6" name="| = |h| / |h">
            <a:extLst xmlns:a="http://schemas.openxmlformats.org/drawingml/2006/main">
              <a:ext uri="{FF2B5EF4-FFF2-40B4-BE49-F238E27FC236}">
                <a16:creationId xmlns:a16="http://schemas.microsoft.com/office/drawing/2014/main" id="{DE7237EA-6A22-4BCF-A23B-DCA6DFAEF9DA}"/>
              </a:ext>
            </a:extLst>
          </p:cNvPr>
          <p:cNvSpPr>
            <a:spLocks xmlns:a="http://schemas.openxmlformats.org/drawingml/2006/main" noGrp="1"/>
          </p:cNvSpPr>
          <p:nvPr/>
        </p:nvSpPr>
        <p:spPr>
          <a:xfrm xmlns:a="http://schemas.openxmlformats.org/drawingml/2006/main">
            <a:off x="1430626" y="1952625"/>
            <a:ext cx="3005138" cy="974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950" b="0">
                <a:solidFill>
                  <a:srgbClr val="F5F1E9"/>
                </a:solidFill>
                <a:latin typeface="Georgia"/>
                <a:ea typeface="Georgia"/>
                <a:cs typeface="Georgia"/>
              </a:defRPr>
            </a:defPPr>
          </a:lstStyle>
          <a:p xmlns:a="http://schemas.openxmlformats.org/drawingml/2006/main">
            <a:pPr>
              <a:defRPr sz="4950" b="0">
                <a:solidFill>
                  <a:srgbClr val="F5F1E9"/>
                </a:solidFill>
                <a:latin typeface="Georgia"/>
                <a:ea typeface="Georgia"/>
                <a:cs typeface="Georgia"/>
              </a:defRPr>
            </a:pPr>
            <a:r>
              <a:rPr sz="4950" b="0">
                <a:solidFill>
                  <a:srgbClr val="F5F1E9"/>
                </a:solidFill>
                <a:latin typeface="Georgia"/>
                <a:ea typeface="Georgia"/>
                <a:cs typeface="Georgia"/>
              </a:rPr>
              <a:t>| = |h| / |h</a:t>
            </a:r>
          </a:p>
        </p:txBody>
      </p:sp>
      <p:sp>
        <p:nvSpPr>
          <p:cNvPr id="7" name="0">
            <a:extLst xmlns:a="http://schemas.openxmlformats.org/drawingml/2006/main">
              <a:ext uri="{FF2B5EF4-FFF2-40B4-BE49-F238E27FC236}">
                <a16:creationId xmlns:a16="http://schemas.microsoft.com/office/drawing/2014/main" id="{25A13AFF-B04E-439D-AB50-04980D1DEBC6}"/>
              </a:ext>
            </a:extLst>
          </p:cNvPr>
          <p:cNvSpPr>
            <a:spLocks xmlns:a="http://schemas.openxmlformats.org/drawingml/2006/main" noGrp="1"/>
          </p:cNvSpPr>
          <p:nvPr/>
        </p:nvSpPr>
        <p:spPr>
          <a:xfrm xmlns:a="http://schemas.openxmlformats.org/drawingml/2006/main">
            <a:off x="4435764" y="2254377"/>
            <a:ext cx="252971" cy="974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019" b="0">
                <a:solidFill>
                  <a:srgbClr val="F5F1E9"/>
                </a:solidFill>
                <a:latin typeface="Georgia"/>
                <a:ea typeface="Georgia"/>
                <a:cs typeface="Georgia"/>
              </a:defRPr>
            </a:defPPr>
          </a:lstStyle>
          <a:p xmlns:a="http://schemas.openxmlformats.org/drawingml/2006/main">
            <a:pPr>
              <a:defRPr sz="3019" b="0">
                <a:solidFill>
                  <a:srgbClr val="F5F1E9"/>
                </a:solidFill>
                <a:latin typeface="Georgia"/>
                <a:ea typeface="Georgia"/>
                <a:cs typeface="Georgia"/>
              </a:defRPr>
            </a:pPr>
            <a:r>
              <a:rPr sz="3019" b="0">
                <a:solidFill>
                  <a:srgbClr val="F5F1E9"/>
                </a:solidFill>
                <a:latin typeface="Georgia"/>
                <a:ea typeface="Georgia"/>
                <a:cs typeface="Georgia"/>
              </a:rPr>
              <a:t>0</a:t>
            </a:r>
          </a:p>
        </p:txBody>
      </p:sp>
      <p:sp>
        <p:nvSpPr>
          <p:cNvPr id="8" name="|">
            <a:extLst xmlns:a="http://schemas.openxmlformats.org/drawingml/2006/main">
              <a:ext uri="{FF2B5EF4-FFF2-40B4-BE49-F238E27FC236}">
                <a16:creationId xmlns:a16="http://schemas.microsoft.com/office/drawing/2014/main" id="{24619BA0-1A44-4E4F-B8B6-6B5206A0E7B4}"/>
              </a:ext>
            </a:extLst>
          </p:cNvPr>
          <p:cNvSpPr>
            <a:spLocks xmlns:a="http://schemas.openxmlformats.org/drawingml/2006/main" noGrp="1"/>
          </p:cNvSpPr>
          <p:nvPr/>
        </p:nvSpPr>
        <p:spPr>
          <a:xfrm xmlns:a="http://schemas.openxmlformats.org/drawingml/2006/main">
            <a:off x="4688735" y="1952625"/>
            <a:ext cx="257937" cy="974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950" b="0">
                <a:solidFill>
                  <a:srgbClr val="F5F1E9"/>
                </a:solidFill>
                <a:latin typeface="Georgia"/>
                <a:ea typeface="Georgia"/>
                <a:cs typeface="Georgia"/>
              </a:defRPr>
            </a:defPPr>
          </a:lstStyle>
          <a:p xmlns:a="http://schemas.openxmlformats.org/drawingml/2006/main">
            <a:pPr>
              <a:defRPr sz="4950" b="0">
                <a:solidFill>
                  <a:srgbClr val="F5F1E9"/>
                </a:solidFill>
                <a:latin typeface="Georgia"/>
                <a:ea typeface="Georgia"/>
                <a:cs typeface="Georgia"/>
              </a:defRPr>
            </a:pPr>
            <a:r>
              <a:rPr sz="4950" b="0">
                <a:solidFill>
                  <a:srgbClr val="F5F1E9"/>
                </a:solidFill>
                <a:latin typeface="Georgia"/>
                <a:ea typeface="Georgia"/>
                <a:cs typeface="Georgia"/>
              </a:rPr>
              <a:t>|</a:t>
            </a:r>
          </a:p>
        </p:txBody>
      </p:sp>
      <p:sp>
        <p:nvSpPr>
          <p:cNvPr id="9" name="τ">
            <a:extLst xmlns:a="http://schemas.openxmlformats.org/drawingml/2006/main">
              <a:ext uri="{FF2B5EF4-FFF2-40B4-BE49-F238E27FC236}">
                <a16:creationId xmlns:a16="http://schemas.microsoft.com/office/drawing/2014/main" id="{E1F1EC11-6E8C-4DE8-8060-EEABF6AE7375}"/>
              </a:ext>
            </a:extLst>
          </p:cNvPr>
          <p:cNvSpPr>
            <a:spLocks xmlns:a="http://schemas.openxmlformats.org/drawingml/2006/main" noGrp="1"/>
          </p:cNvSpPr>
          <p:nvPr/>
        </p:nvSpPr>
        <p:spPr>
          <a:xfrm xmlns:a="http://schemas.openxmlformats.org/drawingml/2006/main">
            <a:off x="666750" y="3352800"/>
            <a:ext cx="254794" cy="812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125" b="0">
                <a:solidFill>
                  <a:srgbClr val="D89474"/>
                </a:solidFill>
                <a:latin typeface="Georgia"/>
                <a:ea typeface="Georgia"/>
                <a:cs typeface="Georgia"/>
              </a:defRPr>
            </a:defPPr>
          </a:lstStyle>
          <a:p xmlns:a="http://schemas.openxmlformats.org/drawingml/2006/main">
            <a:pPr>
              <a:defRPr sz="4125" b="0">
                <a:solidFill>
                  <a:srgbClr val="D89474"/>
                </a:solidFill>
                <a:latin typeface="Georgia"/>
                <a:ea typeface="Georgia"/>
                <a:cs typeface="Georgia"/>
              </a:defRPr>
            </a:pPr>
            <a:r>
              <a:rPr sz="4125" b="0">
                <a:solidFill>
                  <a:srgbClr val="D89474"/>
                </a:solidFill>
                <a:latin typeface="Georgia"/>
                <a:ea typeface="Georgia"/>
                <a:cs typeface="Georgia"/>
              </a:rPr>
              <a:t>τ</a:t>
            </a:r>
          </a:p>
        </p:txBody>
      </p:sp>
      <p:sp>
        <p:nvSpPr>
          <p:cNvPr id="10" name="c">
            <a:extLst xmlns:a="http://schemas.openxmlformats.org/drawingml/2006/main">
              <a:ext uri="{FF2B5EF4-FFF2-40B4-BE49-F238E27FC236}">
                <a16:creationId xmlns:a16="http://schemas.microsoft.com/office/drawing/2014/main" id="{4616A163-D33A-49B6-9D65-B73E477BD7F7}"/>
              </a:ext>
            </a:extLst>
          </p:cNvPr>
          <p:cNvSpPr>
            <a:spLocks xmlns:a="http://schemas.openxmlformats.org/drawingml/2006/main" noGrp="1"/>
          </p:cNvSpPr>
          <p:nvPr/>
        </p:nvSpPr>
        <p:spPr>
          <a:xfrm xmlns:a="http://schemas.openxmlformats.org/drawingml/2006/main">
            <a:off x="921544" y="3604260"/>
            <a:ext cx="162854" cy="812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516" b="0">
                <a:solidFill>
                  <a:srgbClr val="D89474"/>
                </a:solidFill>
                <a:latin typeface="Georgia"/>
                <a:ea typeface="Georgia"/>
                <a:cs typeface="Georgia"/>
              </a:defRPr>
            </a:defPPr>
          </a:lstStyle>
          <a:p xmlns:a="http://schemas.openxmlformats.org/drawingml/2006/main">
            <a:pPr>
              <a:defRPr sz="2516" b="0">
                <a:solidFill>
                  <a:srgbClr val="D89474"/>
                </a:solidFill>
                <a:latin typeface="Georgia"/>
                <a:ea typeface="Georgia"/>
                <a:cs typeface="Georgia"/>
              </a:defRPr>
            </a:pPr>
            <a:r>
              <a:rPr sz="2516" b="0">
                <a:solidFill>
                  <a:srgbClr val="D89474"/>
                </a:solidFill>
                <a:latin typeface="Georgia"/>
                <a:ea typeface="Georgia"/>
                <a:cs typeface="Georgia"/>
              </a:rPr>
              <a:t>c</a:t>
            </a:r>
          </a:p>
        </p:txBody>
      </p:sp>
      <p:sp>
        <p:nvSpPr>
          <p:cNvPr id="11" name=" = −2 ln(|h| / |h">
            <a:extLst xmlns:a="http://schemas.openxmlformats.org/drawingml/2006/main">
              <a:ext uri="{FF2B5EF4-FFF2-40B4-BE49-F238E27FC236}">
                <a16:creationId xmlns:a16="http://schemas.microsoft.com/office/drawing/2014/main" id="{8E182467-2A74-4F84-9B91-04EF986FA692}"/>
              </a:ext>
            </a:extLst>
          </p:cNvPr>
          <p:cNvSpPr>
            <a:spLocks xmlns:a="http://schemas.openxmlformats.org/drawingml/2006/main" noGrp="1"/>
          </p:cNvSpPr>
          <p:nvPr/>
        </p:nvSpPr>
        <p:spPr>
          <a:xfrm xmlns:a="http://schemas.openxmlformats.org/drawingml/2006/main">
            <a:off x="1084397" y="3352800"/>
            <a:ext cx="3722846" cy="812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125" b="0">
                <a:solidFill>
                  <a:srgbClr val="D89474"/>
                </a:solidFill>
                <a:latin typeface="Georgia"/>
                <a:ea typeface="Georgia"/>
                <a:cs typeface="Georgia"/>
              </a:defRPr>
            </a:defPPr>
          </a:lstStyle>
          <a:p xmlns:a="http://schemas.openxmlformats.org/drawingml/2006/main">
            <a:pPr>
              <a:defRPr sz="4125" b="0">
                <a:solidFill>
                  <a:srgbClr val="D89474"/>
                </a:solidFill>
                <a:latin typeface="Georgia"/>
                <a:ea typeface="Georgia"/>
                <a:cs typeface="Georgia"/>
              </a:defRPr>
            </a:pPr>
            <a:r>
              <a:rPr sz="4125" b="0">
                <a:solidFill>
                  <a:srgbClr val="D89474"/>
                </a:solidFill>
                <a:latin typeface="Georgia"/>
                <a:ea typeface="Georgia"/>
                <a:cs typeface="Georgia"/>
              </a:rPr>
              <a:t> = −2 ln(|h| / |h</a:t>
            </a:r>
          </a:p>
        </p:txBody>
      </p:sp>
      <p:sp>
        <p:nvSpPr>
          <p:cNvPr id="12" name="0">
            <a:extLst xmlns:a="http://schemas.openxmlformats.org/drawingml/2006/main">
              <a:ext uri="{FF2B5EF4-FFF2-40B4-BE49-F238E27FC236}">
                <a16:creationId xmlns:a16="http://schemas.microsoft.com/office/drawing/2014/main" id="{2C159D86-455D-43E3-ACDE-2FE1E4157580}"/>
              </a:ext>
            </a:extLst>
          </p:cNvPr>
          <p:cNvSpPr>
            <a:spLocks xmlns:a="http://schemas.openxmlformats.org/drawingml/2006/main" noGrp="1"/>
          </p:cNvSpPr>
          <p:nvPr/>
        </p:nvSpPr>
        <p:spPr>
          <a:xfrm xmlns:a="http://schemas.openxmlformats.org/drawingml/2006/main">
            <a:off x="4807244" y="3604260"/>
            <a:ext cx="213984" cy="812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516" b="0">
                <a:solidFill>
                  <a:srgbClr val="D89474"/>
                </a:solidFill>
                <a:latin typeface="Georgia"/>
                <a:ea typeface="Georgia"/>
                <a:cs typeface="Georgia"/>
              </a:defRPr>
            </a:defPPr>
          </a:lstStyle>
          <a:p xmlns:a="http://schemas.openxmlformats.org/drawingml/2006/main">
            <a:pPr>
              <a:defRPr sz="2516" b="0">
                <a:solidFill>
                  <a:srgbClr val="D89474"/>
                </a:solidFill>
                <a:latin typeface="Georgia"/>
                <a:ea typeface="Georgia"/>
                <a:cs typeface="Georgia"/>
              </a:defRPr>
            </a:pPr>
            <a:r>
              <a:rPr sz="2516" b="0">
                <a:solidFill>
                  <a:srgbClr val="D89474"/>
                </a:solidFill>
                <a:latin typeface="Georgia"/>
                <a:ea typeface="Georgia"/>
                <a:cs typeface="Georgia"/>
              </a:rPr>
              <a:t>0</a:t>
            </a:r>
          </a:p>
        </p:txBody>
      </p:sp>
      <p:sp>
        <p:nvSpPr>
          <p:cNvPr id="13" name="|)">
            <a:extLst xmlns:a="http://schemas.openxmlformats.org/drawingml/2006/main">
              <a:ext uri="{FF2B5EF4-FFF2-40B4-BE49-F238E27FC236}">
                <a16:creationId xmlns:a16="http://schemas.microsoft.com/office/drawing/2014/main" id="{B5EB37D5-FD07-4F98-AC5E-938849EB612C}"/>
              </a:ext>
            </a:extLst>
          </p:cNvPr>
          <p:cNvSpPr>
            <a:spLocks xmlns:a="http://schemas.openxmlformats.org/drawingml/2006/main" noGrp="1"/>
          </p:cNvSpPr>
          <p:nvPr/>
        </p:nvSpPr>
        <p:spPr>
          <a:xfrm xmlns:a="http://schemas.openxmlformats.org/drawingml/2006/main">
            <a:off x="5021228" y="3352800"/>
            <a:ext cx="417195" cy="812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125" b="0">
                <a:solidFill>
                  <a:srgbClr val="D89474"/>
                </a:solidFill>
                <a:latin typeface="Georgia"/>
                <a:ea typeface="Georgia"/>
                <a:cs typeface="Georgia"/>
              </a:defRPr>
            </a:defPPr>
          </a:lstStyle>
          <a:p xmlns:a="http://schemas.openxmlformats.org/drawingml/2006/main">
            <a:pPr>
              <a:defRPr sz="4125" b="0">
                <a:solidFill>
                  <a:srgbClr val="D89474"/>
                </a:solidFill>
                <a:latin typeface="Georgia"/>
                <a:ea typeface="Georgia"/>
                <a:cs typeface="Georgia"/>
              </a:defRPr>
            </a:pPr>
            <a:r>
              <a:rPr sz="4125" b="0">
                <a:solidFill>
                  <a:srgbClr val="D89474"/>
                </a:solidFill>
                <a:latin typeface="Georgia"/>
                <a:ea typeface="Georgia"/>
                <a:cs typeface="Georgia"/>
              </a:rPr>
              <a:t>|)</a:t>
            </a:r>
          </a:p>
        </p:txBody>
      </p:sp>
      <p:sp>
        <p:nvSpPr>
          <p:cNvPr id="14" name="The reference preserves geometry, atmosphere&#10;and instrument ">
            <a:extLst xmlns:a="http://schemas.openxmlformats.org/drawingml/2006/main">
              <a:ext uri="{FF2B5EF4-FFF2-40B4-BE49-F238E27FC236}">
                <a16:creationId xmlns:a16="http://schemas.microsoft.com/office/drawing/2014/main" id="{045995CC-8A84-4106-B432-1CA36A3B1655}"/>
              </a:ext>
            </a:extLst>
          </p:cNvPr>
          <p:cNvSpPr>
            <a:spLocks xmlns:a="http://schemas.openxmlformats.org/drawingml/2006/main" noGrp="1"/>
          </p:cNvSpPr>
          <p:nvPr/>
        </p:nvSpPr>
        <p:spPr>
          <a:xfrm xmlns:a="http://schemas.openxmlformats.org/drawingml/2006/main">
            <a:off x="704850" y="490537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5F1E9"/>
                </a:solidFill>
                <a:latin typeface="Georgia"/>
                <a:ea typeface="Georgia"/>
                <a:cs typeface="Georgia"/>
              </a:defRPr>
            </a:defPPr>
          </a:lstStyle>
          <a:p xmlns:a="http://schemas.openxmlformats.org/drawingml/2006/main">
            <a:pPr>
              <a:defRPr sz="2250" b="0">
                <a:solidFill>
                  <a:srgbClr val="F5F1E9"/>
                </a:solidFill>
                <a:latin typeface="Georgia"/>
                <a:ea typeface="Georgia"/>
                <a:cs typeface="Georgia"/>
              </a:defRPr>
            </a:pPr>
            <a:r>
              <a:rPr sz="2250" b="0">
                <a:solidFill>
                  <a:srgbClr val="F5F1E9"/>
                </a:solidFill>
                <a:latin typeface="Georgia"/>
                <a:ea typeface="Georgia"/>
                <a:cs typeface="Georgia"/>
              </a:rPr>
              <a:t>The reference preserves geometry, atmosphere</a:t>
            </a:r>
          </a:p>
          <a:p xmlns:a="http://schemas.openxmlformats.org/drawingml/2006/main">
            <a:pPr>
              <a:defRPr sz="2250" b="0">
                <a:solidFill>
                  <a:srgbClr val="F5F1E9"/>
                </a:solidFill>
                <a:latin typeface="Georgia"/>
                <a:ea typeface="Georgia"/>
                <a:cs typeface="Georgia"/>
              </a:defRPr>
            </a:pPr>
            <a:r>
              <a:rPr sz="2250" b="0">
                <a:solidFill>
                  <a:srgbClr val="F5F1E9"/>
                </a:solidFill>
                <a:latin typeface="Georgia"/>
                <a:ea typeface="Georgia"/>
                <a:cs typeface="Georgia"/>
              </a:rPr>
              <a:t>and instrument response.</a:t>
            </a:r>
          </a:p>
        </p:txBody>
      </p:sp>
    </p:spTree>
    <p:extLst>
      <p:ext uri="{BB962C8B-B14F-4D97-AF65-F5344CB8AC3E}">
        <p14:creationId xmlns:p14="http://schemas.microsoft.com/office/powerpoint/2010/main" val="2003513915"/>
      </p:ext>
    </p:extLst>
  </p:cSld>
</p:sld>
</file>

<file path=ppt/slides/slide5.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21" name="An unknown atmosphere leaves the split ambiguous">
            <a:extLst xmlns:a="http://schemas.openxmlformats.org/drawingml/2006/main">
              <a:ext uri="{FF2B5EF4-FFF2-40B4-BE49-F238E27FC236}">
                <a16:creationId xmlns:a16="http://schemas.microsoft.com/office/drawing/2014/main" id="{A80B0C25-BFA3-45C4-A978-FD8A23E1E3F7}"/>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0">
                <a:solidFill>
                  <a:srgbClr val="242421"/>
                </a:solidFill>
                <a:latin typeface="Georgia"/>
                <a:ea typeface="Georgia"/>
                <a:cs typeface="Georgia"/>
              </a:defRPr>
            </a:defPPr>
          </a:lstStyle>
          <a:p xmlns:a="http://schemas.openxmlformats.org/drawingml/2006/main">
            <a:pPr>
              <a:defRPr sz="3450" b="0">
                <a:solidFill>
                  <a:srgbClr val="242421"/>
                </a:solidFill>
                <a:latin typeface="Georgia"/>
                <a:ea typeface="Georgia"/>
                <a:cs typeface="Georgia"/>
              </a:defRPr>
            </a:pPr>
            <a:r>
              <a:rPr sz="3450" b="0">
                <a:solidFill>
                  <a:srgbClr val="242421"/>
                </a:solidFill>
                <a:latin typeface="Georgia"/>
                <a:ea typeface="Georgia"/>
                <a:cs typeface="Georgia"/>
              </a:rPr>
              <a:t>An unknown atmosphere leaves the split ambiguous</a:t>
            </a:r>
          </a:p>
        </p:txBody>
      </p:sp>
      <p:sp>
        <p:nvSpPr>
          <p:cNvPr id="2" name="05">
            <a:extLst xmlns:a="http://schemas.openxmlformats.org/drawingml/2006/main">
              <a:ext uri="{FF2B5EF4-FFF2-40B4-BE49-F238E27FC236}">
                <a16:creationId xmlns:a16="http://schemas.microsoft.com/office/drawing/2014/main" id="{85565F26-0D2A-4925-AC56-27F11ACB8721}"/>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05</a:t>
            </a:r>
          </a:p>
        </p:txBody>
      </p:sp>
      <p:sp>
        <p:nvSpPr>
          <p:cNvPr id="3" name="r = −2 ln(|h| / |h">
            <a:extLst xmlns:a="http://schemas.openxmlformats.org/drawingml/2006/main">
              <a:ext uri="{FF2B5EF4-FFF2-40B4-BE49-F238E27FC236}">
                <a16:creationId xmlns:a16="http://schemas.microsoft.com/office/drawing/2014/main" id="{8FF45620-5F35-4176-8A9B-CF1BEC6D141F}"/>
              </a:ext>
            </a:extLst>
          </p:cNvPr>
          <p:cNvSpPr>
            <a:spLocks xmlns:a="http://schemas.openxmlformats.org/drawingml/2006/main" noGrp="1"/>
          </p:cNvSpPr>
          <p:nvPr/>
        </p:nvSpPr>
        <p:spPr>
          <a:xfrm xmlns:a="http://schemas.openxmlformats.org/drawingml/2006/main">
            <a:off x="609600" y="1704975"/>
            <a:ext cx="3011424" cy="620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150" b="0">
                <a:solidFill>
                  <a:srgbClr val="242421"/>
                </a:solidFill>
                <a:latin typeface="Georgia"/>
                <a:ea typeface="Georgia"/>
                <a:cs typeface="Georgia"/>
              </a:defRPr>
            </a:defPPr>
          </a:lstStyle>
          <a:p xmlns:a="http://schemas.openxmlformats.org/drawingml/2006/main">
            <a:pPr>
              <a:defRPr sz="3150" b="0">
                <a:solidFill>
                  <a:srgbClr val="242421"/>
                </a:solidFill>
                <a:latin typeface="Georgia"/>
                <a:ea typeface="Georgia"/>
                <a:cs typeface="Georgia"/>
              </a:defRPr>
            </a:pPr>
            <a:r>
              <a:rPr sz="3150" b="0">
                <a:solidFill>
                  <a:srgbClr val="242421"/>
                </a:solidFill>
                <a:latin typeface="Georgia"/>
                <a:ea typeface="Georgia"/>
                <a:cs typeface="Georgia"/>
              </a:rPr>
              <a:t>r = −2 ln(|h| / |h</a:t>
            </a:r>
          </a:p>
        </p:txBody>
      </p:sp>
      <p:sp>
        <p:nvSpPr>
          <p:cNvPr id="4" name="fs">
            <a:extLst xmlns:a="http://schemas.openxmlformats.org/drawingml/2006/main">
              <a:ext uri="{FF2B5EF4-FFF2-40B4-BE49-F238E27FC236}">
                <a16:creationId xmlns:a16="http://schemas.microsoft.com/office/drawing/2014/main" id="{CBB078EE-5B6A-4E58-A67A-FF01FE338849}"/>
              </a:ext>
            </a:extLst>
          </p:cNvPr>
          <p:cNvSpPr>
            <a:spLocks xmlns:a="http://schemas.openxmlformats.org/drawingml/2006/main" noGrp="1"/>
          </p:cNvSpPr>
          <p:nvPr/>
        </p:nvSpPr>
        <p:spPr>
          <a:xfrm xmlns:a="http://schemas.openxmlformats.org/drawingml/2006/main">
            <a:off x="3621024" y="1896999"/>
            <a:ext cx="204513" cy="620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22" b="0">
                <a:solidFill>
                  <a:srgbClr val="242421"/>
                </a:solidFill>
                <a:latin typeface="Georgia"/>
                <a:ea typeface="Georgia"/>
                <a:cs typeface="Georgia"/>
              </a:defRPr>
            </a:defPPr>
          </a:lstStyle>
          <a:p xmlns:a="http://schemas.openxmlformats.org/drawingml/2006/main">
            <a:pPr>
              <a:defRPr sz="1922" b="0">
                <a:solidFill>
                  <a:srgbClr val="242421"/>
                </a:solidFill>
                <a:latin typeface="Georgia"/>
                <a:ea typeface="Georgia"/>
                <a:cs typeface="Georgia"/>
              </a:defRPr>
            </a:pPr>
            <a:r>
              <a:rPr sz="1922" b="0">
                <a:solidFill>
                  <a:srgbClr val="242421"/>
                </a:solidFill>
                <a:latin typeface="Georgia"/>
                <a:ea typeface="Georgia"/>
                <a:cs typeface="Georgia"/>
              </a:rPr>
              <a:t>fs</a:t>
            </a:r>
          </a:p>
        </p:txBody>
      </p:sp>
      <p:sp>
        <p:nvSpPr>
          <p:cNvPr id="5" name="|) = τ">
            <a:extLst xmlns:a="http://schemas.openxmlformats.org/drawingml/2006/main">
              <a:ext uri="{FF2B5EF4-FFF2-40B4-BE49-F238E27FC236}">
                <a16:creationId xmlns:a16="http://schemas.microsoft.com/office/drawing/2014/main" id="{57946E11-BE1A-4A6F-AC13-5B9EAB2F543F}"/>
              </a:ext>
            </a:extLst>
          </p:cNvPr>
          <p:cNvSpPr>
            <a:spLocks xmlns:a="http://schemas.openxmlformats.org/drawingml/2006/main" noGrp="1"/>
          </p:cNvSpPr>
          <p:nvPr/>
        </p:nvSpPr>
        <p:spPr>
          <a:xfrm xmlns:a="http://schemas.openxmlformats.org/drawingml/2006/main">
            <a:off x="3825537" y="1704975"/>
            <a:ext cx="951167" cy="620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150" b="0">
                <a:solidFill>
                  <a:srgbClr val="242421"/>
                </a:solidFill>
                <a:latin typeface="Georgia"/>
                <a:ea typeface="Georgia"/>
                <a:cs typeface="Georgia"/>
              </a:defRPr>
            </a:defPPr>
          </a:lstStyle>
          <a:p xmlns:a="http://schemas.openxmlformats.org/drawingml/2006/main">
            <a:pPr>
              <a:defRPr sz="3150" b="0">
                <a:solidFill>
                  <a:srgbClr val="242421"/>
                </a:solidFill>
                <a:latin typeface="Georgia"/>
                <a:ea typeface="Georgia"/>
                <a:cs typeface="Georgia"/>
              </a:defRPr>
            </a:pPr>
            <a:r>
              <a:rPr sz="3150" b="0">
                <a:solidFill>
                  <a:srgbClr val="242421"/>
                </a:solidFill>
                <a:latin typeface="Georgia"/>
                <a:ea typeface="Georgia"/>
                <a:cs typeface="Georgia"/>
              </a:rPr>
              <a:t>|) = τ</a:t>
            </a:r>
          </a:p>
        </p:txBody>
      </p:sp>
      <p:sp>
        <p:nvSpPr>
          <p:cNvPr id="6" name="m">
            <a:extLst xmlns:a="http://schemas.openxmlformats.org/drawingml/2006/main">
              <a:ext uri="{FF2B5EF4-FFF2-40B4-BE49-F238E27FC236}">
                <a16:creationId xmlns:a16="http://schemas.microsoft.com/office/drawing/2014/main" id="{F323A6AC-5CBE-4BFE-B5A1-BC06C102C898}"/>
              </a:ext>
            </a:extLst>
          </p:cNvPr>
          <p:cNvSpPr>
            <a:spLocks xmlns:a="http://schemas.openxmlformats.org/drawingml/2006/main" noGrp="1"/>
          </p:cNvSpPr>
          <p:nvPr/>
        </p:nvSpPr>
        <p:spPr>
          <a:xfrm xmlns:a="http://schemas.openxmlformats.org/drawingml/2006/main">
            <a:off x="4776704" y="1896999"/>
            <a:ext cx="233797" cy="620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22" b="0">
                <a:solidFill>
                  <a:srgbClr val="242421"/>
                </a:solidFill>
                <a:latin typeface="Georgia"/>
                <a:ea typeface="Georgia"/>
                <a:cs typeface="Georgia"/>
              </a:defRPr>
            </a:defPPr>
          </a:lstStyle>
          <a:p xmlns:a="http://schemas.openxmlformats.org/drawingml/2006/main">
            <a:pPr>
              <a:defRPr sz="1922" b="0">
                <a:solidFill>
                  <a:srgbClr val="242421"/>
                </a:solidFill>
                <a:latin typeface="Georgia"/>
                <a:ea typeface="Georgia"/>
                <a:cs typeface="Georgia"/>
              </a:defRPr>
            </a:pPr>
            <a:r>
              <a:rPr sz="1922" b="0">
                <a:solidFill>
                  <a:srgbClr val="242421"/>
                </a:solidFill>
                <a:latin typeface="Georgia"/>
                <a:ea typeface="Georgia"/>
                <a:cs typeface="Georgia"/>
              </a:rPr>
              <a:t>m</a:t>
            </a:r>
          </a:p>
        </p:txBody>
      </p:sp>
      <p:sp>
        <p:nvSpPr>
          <p:cNvPr id="7" name=" + τ">
            <a:extLst xmlns:a="http://schemas.openxmlformats.org/drawingml/2006/main">
              <a:ext uri="{FF2B5EF4-FFF2-40B4-BE49-F238E27FC236}">
                <a16:creationId xmlns:a16="http://schemas.microsoft.com/office/drawing/2014/main" id="{E77594EA-B594-49D4-92DB-F67D38C26C23}"/>
              </a:ext>
            </a:extLst>
          </p:cNvPr>
          <p:cNvSpPr>
            <a:spLocks xmlns:a="http://schemas.openxmlformats.org/drawingml/2006/main" noGrp="1"/>
          </p:cNvSpPr>
          <p:nvPr/>
        </p:nvSpPr>
        <p:spPr>
          <a:xfrm xmlns:a="http://schemas.openxmlformats.org/drawingml/2006/main">
            <a:off x="5010501" y="1704975"/>
            <a:ext cx="647129" cy="620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150" b="0">
                <a:solidFill>
                  <a:srgbClr val="242421"/>
                </a:solidFill>
                <a:latin typeface="Georgia"/>
                <a:ea typeface="Georgia"/>
                <a:cs typeface="Georgia"/>
              </a:defRPr>
            </a:defPPr>
          </a:lstStyle>
          <a:p xmlns:a="http://schemas.openxmlformats.org/drawingml/2006/main">
            <a:pPr>
              <a:defRPr sz="3150" b="0">
                <a:solidFill>
                  <a:srgbClr val="242421"/>
                </a:solidFill>
                <a:latin typeface="Georgia"/>
                <a:ea typeface="Georgia"/>
                <a:cs typeface="Georgia"/>
              </a:defRPr>
            </a:pPr>
            <a:r>
              <a:rPr sz="3150" b="0">
                <a:solidFill>
                  <a:srgbClr val="242421"/>
                </a:solidFill>
                <a:latin typeface="Georgia"/>
                <a:ea typeface="Georgia"/>
                <a:cs typeface="Georgia"/>
              </a:rPr>
              <a:t> + τ</a:t>
            </a:r>
          </a:p>
        </p:txBody>
      </p:sp>
      <p:sp>
        <p:nvSpPr>
          <p:cNvPr id="8" name="c">
            <a:extLst xmlns:a="http://schemas.openxmlformats.org/drawingml/2006/main">
              <a:ext uri="{FF2B5EF4-FFF2-40B4-BE49-F238E27FC236}">
                <a16:creationId xmlns:a16="http://schemas.microsoft.com/office/drawing/2014/main" id="{600EC84D-71E1-41D8-B006-C3696AB94C9D}"/>
              </a:ext>
            </a:extLst>
          </p:cNvPr>
          <p:cNvSpPr>
            <a:spLocks xmlns:a="http://schemas.openxmlformats.org/drawingml/2006/main" noGrp="1"/>
          </p:cNvSpPr>
          <p:nvPr/>
        </p:nvSpPr>
        <p:spPr>
          <a:xfrm xmlns:a="http://schemas.openxmlformats.org/drawingml/2006/main">
            <a:off x="5657629" y="1896999"/>
            <a:ext cx="128864" cy="620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22" b="0">
                <a:solidFill>
                  <a:srgbClr val="242421"/>
                </a:solidFill>
                <a:latin typeface="Georgia"/>
                <a:ea typeface="Georgia"/>
                <a:cs typeface="Georgia"/>
              </a:defRPr>
            </a:defPPr>
          </a:lstStyle>
          <a:p xmlns:a="http://schemas.openxmlformats.org/drawingml/2006/main">
            <a:pPr>
              <a:defRPr sz="1922" b="0">
                <a:solidFill>
                  <a:srgbClr val="242421"/>
                </a:solidFill>
                <a:latin typeface="Georgia"/>
                <a:ea typeface="Georgia"/>
                <a:cs typeface="Georgia"/>
              </a:defRPr>
            </a:pPr>
            <a:r>
              <a:rPr sz="1922" b="0">
                <a:solidFill>
                  <a:srgbClr val="242421"/>
                </a:solidFill>
                <a:latin typeface="Georgia"/>
                <a:ea typeface="Georgia"/>
                <a:cs typeface="Georgia"/>
              </a:rPr>
              <a:t>c</a:t>
            </a:r>
          </a:p>
        </p:txBody>
      </p:sp>
      <p:sp>
        <p:nvSpPr>
          <p:cNvPr id="9" name="Two decompositions">
            <a:extLst xmlns:a="http://schemas.openxmlformats.org/drawingml/2006/main">
              <a:ext uri="{FF2B5EF4-FFF2-40B4-BE49-F238E27FC236}">
                <a16:creationId xmlns:a16="http://schemas.microsoft.com/office/drawing/2014/main" id="{A47AA861-F797-4A7E-B158-8CEB45EE8ED5}"/>
              </a:ext>
            </a:extLst>
          </p:cNvPr>
          <p:cNvSpPr>
            <a:spLocks xmlns:a="http://schemas.openxmlformats.org/drawingml/2006/main" noGrp="1"/>
          </p:cNvSpPr>
          <p:nvPr/>
        </p:nvSpPr>
        <p:spPr>
          <a:xfrm xmlns:a="http://schemas.openxmlformats.org/drawingml/2006/main">
            <a:off x="609600" y="28194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E6A61"/>
                </a:solidFill>
                <a:latin typeface="Georgia"/>
                <a:ea typeface="Georgia"/>
                <a:cs typeface="Georgia"/>
              </a:defRPr>
            </a:defPPr>
          </a:lstStyle>
          <a:p xmlns:a="http://schemas.openxmlformats.org/drawingml/2006/main">
            <a:pPr>
              <a:defRPr sz="1950" b="0">
                <a:solidFill>
                  <a:srgbClr val="6E6A61"/>
                </a:solidFill>
                <a:latin typeface="Georgia"/>
                <a:ea typeface="Georgia"/>
                <a:cs typeface="Georgia"/>
              </a:defRPr>
            </a:pPr>
            <a:r>
              <a:rPr sz="1950" b="0">
                <a:solidFill>
                  <a:srgbClr val="6E6A61"/>
                </a:solidFill>
                <a:latin typeface="Georgia"/>
                <a:ea typeface="Georgia"/>
                <a:cs typeface="Georgia"/>
              </a:rPr>
              <a:t>Two decompositions</a:t>
            </a:r>
          </a:p>
        </p:txBody>
      </p:sp>
      <p:sp>
        <p:nvSpPr>
          <p:cNvPr id="10" name="τ">
            <a:extLst xmlns:a="http://schemas.openxmlformats.org/drawingml/2006/main">
              <a:ext uri="{FF2B5EF4-FFF2-40B4-BE49-F238E27FC236}">
                <a16:creationId xmlns:a16="http://schemas.microsoft.com/office/drawing/2014/main" id="{1BB66450-4638-4544-802A-83C0DDC40117}"/>
              </a:ext>
            </a:extLst>
          </p:cNvPr>
          <p:cNvSpPr>
            <a:spLocks xmlns:a="http://schemas.openxmlformats.org/drawingml/2006/main" noGrp="1"/>
          </p:cNvSpPr>
          <p:nvPr/>
        </p:nvSpPr>
        <p:spPr>
          <a:xfrm xmlns:a="http://schemas.openxmlformats.org/drawingml/2006/main">
            <a:off x="876300" y="3476625"/>
            <a:ext cx="22479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00" b="0">
                <a:solidFill>
                  <a:srgbClr val="242421"/>
                </a:solidFill>
                <a:latin typeface="Georgia"/>
                <a:ea typeface="Georgia"/>
                <a:cs typeface="Georgia"/>
              </a:defRPr>
            </a:defPPr>
          </a:lstStyle>
          <a:p xmlns:a="http://schemas.openxmlformats.org/drawingml/2006/main">
            <a:pPr>
              <a:defRPr sz="3600" b="0">
                <a:solidFill>
                  <a:srgbClr val="242421"/>
                </a:solidFill>
                <a:latin typeface="Georgia"/>
                <a:ea typeface="Georgia"/>
                <a:cs typeface="Georgia"/>
              </a:defRPr>
            </a:pPr>
            <a:r>
              <a:rPr sz="3600" b="0">
                <a:solidFill>
                  <a:srgbClr val="242421"/>
                </a:solidFill>
                <a:latin typeface="Georgia"/>
                <a:ea typeface="Georgia"/>
                <a:cs typeface="Georgia"/>
              </a:rPr>
              <a:t>τ</a:t>
            </a:r>
          </a:p>
        </p:txBody>
      </p:sp>
      <p:sp>
        <p:nvSpPr>
          <p:cNvPr id="11" name="m">
            <a:extLst xmlns:a="http://schemas.openxmlformats.org/drawingml/2006/main">
              <a:ext uri="{FF2B5EF4-FFF2-40B4-BE49-F238E27FC236}">
                <a16:creationId xmlns:a16="http://schemas.microsoft.com/office/drawing/2014/main" id="{83A95B8A-C536-4481-BF8A-3D04EF0C2C55}"/>
              </a:ext>
            </a:extLst>
          </p:cNvPr>
          <p:cNvSpPr>
            <a:spLocks xmlns:a="http://schemas.openxmlformats.org/drawingml/2006/main" noGrp="1"/>
          </p:cNvSpPr>
          <p:nvPr/>
        </p:nvSpPr>
        <p:spPr>
          <a:xfrm xmlns:a="http://schemas.openxmlformats.org/drawingml/2006/main">
            <a:off x="1101090" y="3696081"/>
            <a:ext cx="264475"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96" b="0">
                <a:solidFill>
                  <a:srgbClr val="242421"/>
                </a:solidFill>
                <a:latin typeface="Georgia"/>
                <a:ea typeface="Georgia"/>
                <a:cs typeface="Georgia"/>
              </a:defRPr>
            </a:defPPr>
          </a:lstStyle>
          <a:p xmlns:a="http://schemas.openxmlformats.org/drawingml/2006/main">
            <a:pPr>
              <a:defRPr sz="2196" b="0">
                <a:solidFill>
                  <a:srgbClr val="242421"/>
                </a:solidFill>
                <a:latin typeface="Georgia"/>
                <a:ea typeface="Georgia"/>
                <a:cs typeface="Georgia"/>
              </a:defRPr>
            </a:pPr>
            <a:r>
              <a:rPr sz="2196" b="0">
                <a:solidFill>
                  <a:srgbClr val="242421"/>
                </a:solidFill>
                <a:latin typeface="Georgia"/>
                <a:ea typeface="Georgia"/>
                <a:cs typeface="Georgia"/>
              </a:rPr>
              <a:t>m</a:t>
            </a:r>
          </a:p>
        </p:txBody>
      </p:sp>
      <p:sp>
        <p:nvSpPr>
          <p:cNvPr id="12" name=" + τ">
            <a:extLst xmlns:a="http://schemas.openxmlformats.org/drawingml/2006/main">
              <a:ext uri="{FF2B5EF4-FFF2-40B4-BE49-F238E27FC236}">
                <a16:creationId xmlns:a16="http://schemas.microsoft.com/office/drawing/2014/main" id="{024B1B19-EA71-465C-B965-237F3E0C2126}"/>
              </a:ext>
            </a:extLst>
          </p:cNvPr>
          <p:cNvSpPr>
            <a:spLocks xmlns:a="http://schemas.openxmlformats.org/drawingml/2006/main" noGrp="1"/>
          </p:cNvSpPr>
          <p:nvPr/>
        </p:nvSpPr>
        <p:spPr>
          <a:xfrm xmlns:a="http://schemas.openxmlformats.org/drawingml/2006/main">
            <a:off x="1365565" y="3476625"/>
            <a:ext cx="736854"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00" b="0">
                <a:solidFill>
                  <a:srgbClr val="242421"/>
                </a:solidFill>
                <a:latin typeface="Georgia"/>
                <a:ea typeface="Georgia"/>
                <a:cs typeface="Georgia"/>
              </a:defRPr>
            </a:defPPr>
          </a:lstStyle>
          <a:p xmlns:a="http://schemas.openxmlformats.org/drawingml/2006/main">
            <a:pPr>
              <a:defRPr sz="3600" b="0">
                <a:solidFill>
                  <a:srgbClr val="242421"/>
                </a:solidFill>
                <a:latin typeface="Georgia"/>
                <a:ea typeface="Georgia"/>
                <a:cs typeface="Georgia"/>
              </a:defRPr>
            </a:pPr>
            <a:r>
              <a:rPr sz="3600" b="0">
                <a:solidFill>
                  <a:srgbClr val="242421"/>
                </a:solidFill>
                <a:latin typeface="Georgia"/>
                <a:ea typeface="Georgia"/>
                <a:cs typeface="Georgia"/>
              </a:rPr>
              <a:t> + τ</a:t>
            </a:r>
          </a:p>
        </p:txBody>
      </p:sp>
      <p:sp>
        <p:nvSpPr>
          <p:cNvPr id="13" name="c">
            <a:extLst xmlns:a="http://schemas.openxmlformats.org/drawingml/2006/main">
              <a:ext uri="{FF2B5EF4-FFF2-40B4-BE49-F238E27FC236}">
                <a16:creationId xmlns:a16="http://schemas.microsoft.com/office/drawing/2014/main" id="{39DD619E-5470-4678-B990-F78EFC7A7F42}"/>
              </a:ext>
            </a:extLst>
          </p:cNvPr>
          <p:cNvSpPr>
            <a:spLocks xmlns:a="http://schemas.openxmlformats.org/drawingml/2006/main" noGrp="1"/>
          </p:cNvSpPr>
          <p:nvPr/>
        </p:nvSpPr>
        <p:spPr>
          <a:xfrm xmlns:a="http://schemas.openxmlformats.org/drawingml/2006/main">
            <a:off x="2102419" y="3696081"/>
            <a:ext cx="144551"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96" b="0">
                <a:solidFill>
                  <a:srgbClr val="242421"/>
                </a:solidFill>
                <a:latin typeface="Georgia"/>
                <a:ea typeface="Georgia"/>
                <a:cs typeface="Georgia"/>
              </a:defRPr>
            </a:defPPr>
          </a:lstStyle>
          <a:p xmlns:a="http://schemas.openxmlformats.org/drawingml/2006/main">
            <a:pPr>
              <a:defRPr sz="2196" b="0">
                <a:solidFill>
                  <a:srgbClr val="242421"/>
                </a:solidFill>
                <a:latin typeface="Georgia"/>
                <a:ea typeface="Georgia"/>
                <a:cs typeface="Georgia"/>
              </a:defRPr>
            </a:pPr>
            <a:r>
              <a:rPr sz="2196" b="0">
                <a:solidFill>
                  <a:srgbClr val="242421"/>
                </a:solidFill>
                <a:latin typeface="Georgia"/>
                <a:ea typeface="Georgia"/>
                <a:cs typeface="Georgia"/>
              </a:rPr>
              <a:t>c</a:t>
            </a:r>
          </a:p>
        </p:txBody>
      </p:sp>
      <p:sp>
        <p:nvSpPr>
          <p:cNvPr id="14" name="(τ">
            <a:extLst xmlns:a="http://schemas.openxmlformats.org/drawingml/2006/main">
              <a:ext uri="{FF2B5EF4-FFF2-40B4-BE49-F238E27FC236}">
                <a16:creationId xmlns:a16="http://schemas.microsoft.com/office/drawing/2014/main" id="{BBC46C25-A9CF-485F-A2E3-BBEDB036BBEF}"/>
              </a:ext>
            </a:extLst>
          </p:cNvPr>
          <p:cNvSpPr>
            <a:spLocks xmlns:a="http://schemas.openxmlformats.org/drawingml/2006/main" noGrp="1"/>
          </p:cNvSpPr>
          <p:nvPr/>
        </p:nvSpPr>
        <p:spPr>
          <a:xfrm xmlns:a="http://schemas.openxmlformats.org/drawingml/2006/main">
            <a:off x="876300" y="4276725"/>
            <a:ext cx="398526"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00" b="0">
                <a:solidFill>
                  <a:srgbClr val="242421"/>
                </a:solidFill>
                <a:latin typeface="Georgia"/>
                <a:ea typeface="Georgia"/>
                <a:cs typeface="Georgia"/>
              </a:defRPr>
            </a:defPPr>
          </a:lstStyle>
          <a:p xmlns:a="http://schemas.openxmlformats.org/drawingml/2006/main">
            <a:pPr>
              <a:defRPr sz="3600" b="0">
                <a:solidFill>
                  <a:srgbClr val="242421"/>
                </a:solidFill>
                <a:latin typeface="Georgia"/>
                <a:ea typeface="Georgia"/>
                <a:cs typeface="Georgia"/>
              </a:defRPr>
            </a:pPr>
            <a:r>
              <a:rPr sz="3600" b="0">
                <a:solidFill>
                  <a:srgbClr val="242421"/>
                </a:solidFill>
                <a:latin typeface="Georgia"/>
                <a:ea typeface="Georgia"/>
                <a:cs typeface="Georgia"/>
              </a:rPr>
              <a:t>(τ</a:t>
            </a:r>
          </a:p>
        </p:txBody>
      </p:sp>
      <p:sp>
        <p:nvSpPr>
          <p:cNvPr id="15" name="m">
            <a:extLst xmlns:a="http://schemas.openxmlformats.org/drawingml/2006/main">
              <a:ext uri="{FF2B5EF4-FFF2-40B4-BE49-F238E27FC236}">
                <a16:creationId xmlns:a16="http://schemas.microsoft.com/office/drawing/2014/main" id="{C87CB875-03B9-467B-90B4-F8BA1B891115}"/>
              </a:ext>
            </a:extLst>
          </p:cNvPr>
          <p:cNvSpPr>
            <a:spLocks xmlns:a="http://schemas.openxmlformats.org/drawingml/2006/main" noGrp="1"/>
          </p:cNvSpPr>
          <p:nvPr/>
        </p:nvSpPr>
        <p:spPr>
          <a:xfrm xmlns:a="http://schemas.openxmlformats.org/drawingml/2006/main">
            <a:off x="1274826" y="4496181"/>
            <a:ext cx="264475"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96" b="0">
                <a:solidFill>
                  <a:srgbClr val="242421"/>
                </a:solidFill>
                <a:latin typeface="Georgia"/>
                <a:ea typeface="Georgia"/>
                <a:cs typeface="Georgia"/>
              </a:defRPr>
            </a:defPPr>
          </a:lstStyle>
          <a:p xmlns:a="http://schemas.openxmlformats.org/drawingml/2006/main">
            <a:pPr>
              <a:defRPr sz="2196" b="0">
                <a:solidFill>
                  <a:srgbClr val="242421"/>
                </a:solidFill>
                <a:latin typeface="Georgia"/>
                <a:ea typeface="Georgia"/>
                <a:cs typeface="Georgia"/>
              </a:defRPr>
            </a:pPr>
            <a:r>
              <a:rPr sz="2196" b="0">
                <a:solidFill>
                  <a:srgbClr val="242421"/>
                </a:solidFill>
                <a:latin typeface="Georgia"/>
                <a:ea typeface="Georgia"/>
                <a:cs typeface="Georgia"/>
              </a:rPr>
              <a:t>m</a:t>
            </a:r>
          </a:p>
        </p:txBody>
      </p:sp>
      <p:sp>
        <p:nvSpPr>
          <p:cNvPr id="16" name=" + q) + (τ">
            <a:extLst xmlns:a="http://schemas.openxmlformats.org/drawingml/2006/main">
              <a:ext uri="{FF2B5EF4-FFF2-40B4-BE49-F238E27FC236}">
                <a16:creationId xmlns:a16="http://schemas.microsoft.com/office/drawing/2014/main" id="{044123FE-16BE-4BE8-A4FC-BA1F65D39436}"/>
              </a:ext>
            </a:extLst>
          </p:cNvPr>
          <p:cNvSpPr>
            <a:spLocks xmlns:a="http://schemas.openxmlformats.org/drawingml/2006/main" noGrp="1"/>
          </p:cNvSpPr>
          <p:nvPr/>
        </p:nvSpPr>
        <p:spPr>
          <a:xfrm xmlns:a="http://schemas.openxmlformats.org/drawingml/2006/main">
            <a:off x="1539301" y="4276725"/>
            <a:ext cx="1852422"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00" b="0">
                <a:solidFill>
                  <a:srgbClr val="242421"/>
                </a:solidFill>
                <a:latin typeface="Georgia"/>
                <a:ea typeface="Georgia"/>
                <a:cs typeface="Georgia"/>
              </a:defRPr>
            </a:defPPr>
          </a:lstStyle>
          <a:p xmlns:a="http://schemas.openxmlformats.org/drawingml/2006/main">
            <a:pPr>
              <a:defRPr sz="3600" b="0">
                <a:solidFill>
                  <a:srgbClr val="242421"/>
                </a:solidFill>
                <a:latin typeface="Georgia"/>
                <a:ea typeface="Georgia"/>
                <a:cs typeface="Georgia"/>
              </a:defRPr>
            </a:pPr>
            <a:r>
              <a:rPr sz="3600" b="0">
                <a:solidFill>
                  <a:srgbClr val="242421"/>
                </a:solidFill>
                <a:latin typeface="Georgia"/>
                <a:ea typeface="Georgia"/>
                <a:cs typeface="Georgia"/>
              </a:rPr>
              <a:t> + q) + (τ</a:t>
            </a:r>
          </a:p>
        </p:txBody>
      </p:sp>
      <p:sp>
        <p:nvSpPr>
          <p:cNvPr id="17" name="c">
            <a:extLst xmlns:a="http://schemas.openxmlformats.org/drawingml/2006/main">
              <a:ext uri="{FF2B5EF4-FFF2-40B4-BE49-F238E27FC236}">
                <a16:creationId xmlns:a16="http://schemas.microsoft.com/office/drawing/2014/main" id="{B6782AEC-2AB7-4AF6-AC24-2121D33FDF20}"/>
              </a:ext>
            </a:extLst>
          </p:cNvPr>
          <p:cNvSpPr>
            <a:spLocks xmlns:a="http://schemas.openxmlformats.org/drawingml/2006/main" noGrp="1"/>
          </p:cNvSpPr>
          <p:nvPr/>
        </p:nvSpPr>
        <p:spPr>
          <a:xfrm xmlns:a="http://schemas.openxmlformats.org/drawingml/2006/main">
            <a:off x="3391723" y="4496181"/>
            <a:ext cx="144551"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96" b="0">
                <a:solidFill>
                  <a:srgbClr val="242421"/>
                </a:solidFill>
                <a:latin typeface="Georgia"/>
                <a:ea typeface="Georgia"/>
                <a:cs typeface="Georgia"/>
              </a:defRPr>
            </a:defPPr>
          </a:lstStyle>
          <a:p xmlns:a="http://schemas.openxmlformats.org/drawingml/2006/main">
            <a:pPr>
              <a:defRPr sz="2196" b="0">
                <a:solidFill>
                  <a:srgbClr val="242421"/>
                </a:solidFill>
                <a:latin typeface="Georgia"/>
                <a:ea typeface="Georgia"/>
                <a:cs typeface="Georgia"/>
              </a:defRPr>
            </a:pPr>
            <a:r>
              <a:rPr sz="2196" b="0">
                <a:solidFill>
                  <a:srgbClr val="242421"/>
                </a:solidFill>
                <a:latin typeface="Georgia"/>
                <a:ea typeface="Georgia"/>
                <a:cs typeface="Georgia"/>
              </a:rPr>
              <a:t>c</a:t>
            </a:r>
          </a:p>
        </p:txBody>
      </p:sp>
      <p:sp>
        <p:nvSpPr>
          <p:cNvPr id="18" name=" − q)">
            <a:extLst xmlns:a="http://schemas.openxmlformats.org/drawingml/2006/main">
              <a:ext uri="{FF2B5EF4-FFF2-40B4-BE49-F238E27FC236}">
                <a16:creationId xmlns:a16="http://schemas.microsoft.com/office/drawing/2014/main" id="{968FC8EE-5631-4B31-AB16-A11C81A04DBF}"/>
              </a:ext>
            </a:extLst>
          </p:cNvPr>
          <p:cNvSpPr>
            <a:spLocks xmlns:a="http://schemas.openxmlformats.org/drawingml/2006/main" noGrp="1"/>
          </p:cNvSpPr>
          <p:nvPr/>
        </p:nvSpPr>
        <p:spPr>
          <a:xfrm xmlns:a="http://schemas.openxmlformats.org/drawingml/2006/main">
            <a:off x="3536274" y="4276725"/>
            <a:ext cx="960882"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00" b="0">
                <a:solidFill>
                  <a:srgbClr val="242421"/>
                </a:solidFill>
                <a:latin typeface="Georgia"/>
                <a:ea typeface="Georgia"/>
                <a:cs typeface="Georgia"/>
              </a:defRPr>
            </a:defPPr>
          </a:lstStyle>
          <a:p xmlns:a="http://schemas.openxmlformats.org/drawingml/2006/main">
            <a:pPr>
              <a:defRPr sz="3600" b="0">
                <a:solidFill>
                  <a:srgbClr val="242421"/>
                </a:solidFill>
                <a:latin typeface="Georgia"/>
                <a:ea typeface="Georgia"/>
                <a:cs typeface="Georgia"/>
              </a:defRPr>
            </a:pPr>
            <a:r>
              <a:rPr sz="3600" b="0">
                <a:solidFill>
                  <a:srgbClr val="242421"/>
                </a:solidFill>
                <a:latin typeface="Georgia"/>
                <a:ea typeface="Georgia"/>
                <a:cs typeface="Georgia"/>
              </a:rPr>
              <a:t> − q)</a:t>
            </a:r>
          </a:p>
        </p:txBody>
      </p:sp>
      <p:sp>
        <p:nvSpPr>
          <p:cNvPr id="19" name="Both produce the same channel.">
            <a:extLst xmlns:a="http://schemas.openxmlformats.org/drawingml/2006/main">
              <a:ext uri="{FF2B5EF4-FFF2-40B4-BE49-F238E27FC236}">
                <a16:creationId xmlns:a16="http://schemas.microsoft.com/office/drawing/2014/main" id="{54CB807F-DB65-42C4-A571-AD7238528803}"/>
              </a:ext>
            </a:extLst>
          </p:cNvPr>
          <p:cNvSpPr>
            <a:spLocks xmlns:a="http://schemas.openxmlformats.org/drawingml/2006/main" noGrp="1"/>
          </p:cNvSpPr>
          <p:nvPr/>
        </p:nvSpPr>
        <p:spPr>
          <a:xfrm xmlns:a="http://schemas.openxmlformats.org/drawingml/2006/main">
            <a:off x="6838950" y="3495675"/>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B4472B"/>
                </a:solidFill>
                <a:latin typeface="Georgia"/>
                <a:ea typeface="Georgia"/>
                <a:cs typeface="Georgia"/>
              </a:defRPr>
            </a:defPPr>
          </a:lstStyle>
          <a:p xmlns:a="http://schemas.openxmlformats.org/drawingml/2006/main">
            <a:pPr>
              <a:defRPr sz="2625" b="0">
                <a:solidFill>
                  <a:srgbClr val="B4472B"/>
                </a:solidFill>
                <a:latin typeface="Georgia"/>
                <a:ea typeface="Georgia"/>
                <a:cs typeface="Georgia"/>
              </a:defRPr>
            </a:pPr>
            <a:r>
              <a:rPr sz="2625" b="0">
                <a:solidFill>
                  <a:srgbClr val="B4472B"/>
                </a:solidFill>
                <a:latin typeface="Georgia"/>
                <a:ea typeface="Georgia"/>
                <a:cs typeface="Georgia"/>
              </a:rPr>
              <a:t>Both produce the same channel.</a:t>
            </a:r>
          </a:p>
        </p:txBody>
      </p:sp>
      <p:sp>
        <p:nvSpPr>
          <p:cNvPr id="20" name="Separation needs a matched reference or distinguishable mode">
            <a:extLst xmlns:a="http://schemas.openxmlformats.org/drawingml/2006/main">
              <a:ext uri="{FF2B5EF4-FFF2-40B4-BE49-F238E27FC236}">
                <a16:creationId xmlns:a16="http://schemas.microsoft.com/office/drawing/2014/main" id="{5F1AED12-F91B-48D8-9579-F4BD6718AFDA}"/>
              </a:ext>
            </a:extLst>
          </p:cNvPr>
          <p:cNvSpPr>
            <a:spLocks xmlns:a="http://schemas.openxmlformats.org/drawingml/2006/main" noGrp="1"/>
          </p:cNvSpPr>
          <p:nvPr/>
        </p:nvSpPr>
        <p:spPr>
          <a:xfrm xmlns:a="http://schemas.openxmlformats.org/drawingml/2006/main">
            <a:off x="609600" y="55149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42421"/>
                </a:solidFill>
                <a:latin typeface="Georgia"/>
                <a:ea typeface="Georgia"/>
                <a:cs typeface="Georgia"/>
              </a:defRPr>
            </a:defPPr>
          </a:lstStyle>
          <a:p xmlns:a="http://schemas.openxmlformats.org/drawingml/2006/main">
            <a:pPr>
              <a:defRPr sz="2100" b="0">
                <a:solidFill>
                  <a:srgbClr val="242421"/>
                </a:solidFill>
                <a:latin typeface="Georgia"/>
                <a:ea typeface="Georgia"/>
                <a:cs typeface="Georgia"/>
              </a:defRPr>
            </a:pPr>
            <a:r>
              <a:rPr sz="2100" b="0">
                <a:solidFill>
                  <a:srgbClr val="242421"/>
                </a:solidFill>
                <a:latin typeface="Georgia"/>
                <a:ea typeface="Georgia"/>
                <a:cs typeface="Georgia"/>
              </a:rPr>
              <a:t>Separation needs a matched reference or distinguishable model responses.</a:t>
            </a:r>
          </a:p>
        </p:txBody>
      </p:sp>
    </p:spTree>
    <p:extLst>
      <p:ext uri="{BB962C8B-B14F-4D97-AF65-F5344CB8AC3E}">
        <p14:creationId xmlns:p14="http://schemas.microsoft.com/office/powerpoint/2010/main" val="1419645104"/>
      </p:ext>
    </p:extLst>
  </p:cSld>
</p:sld>
</file>

<file path=ppt/slides/slide6.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1" name="A discrete transition has a continuous profile">
            <a:extLst xmlns:a="http://schemas.openxmlformats.org/drawingml/2006/main">
              <a:ext uri="{FF2B5EF4-FFF2-40B4-BE49-F238E27FC236}">
                <a16:creationId xmlns:a16="http://schemas.microsoft.com/office/drawing/2014/main" id="{514493EE-A89F-4C26-A7C6-CB2A2F719E22}"/>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0">
                <a:solidFill>
                  <a:srgbClr val="242421"/>
                </a:solidFill>
                <a:latin typeface="Georgia"/>
                <a:ea typeface="Georgia"/>
                <a:cs typeface="Georgia"/>
              </a:defRPr>
            </a:defPPr>
          </a:lstStyle>
          <a:p xmlns:a="http://schemas.openxmlformats.org/drawingml/2006/main">
            <a:pPr>
              <a:defRPr sz="3450" b="0">
                <a:solidFill>
                  <a:srgbClr val="242421"/>
                </a:solidFill>
                <a:latin typeface="Georgia"/>
                <a:ea typeface="Georgia"/>
                <a:cs typeface="Georgia"/>
              </a:defRPr>
            </a:pPr>
            <a:r>
              <a:rPr sz="3450" b="0">
                <a:solidFill>
                  <a:srgbClr val="242421"/>
                </a:solidFill>
                <a:latin typeface="Georgia"/>
                <a:ea typeface="Georgia"/>
                <a:cs typeface="Georgia"/>
              </a:rPr>
              <a:t>A discrete transition has a continuous profile</a:t>
            </a:r>
          </a:p>
        </p:txBody>
      </p:sp>
      <p:sp>
        <p:nvSpPr>
          <p:cNvPr id="2" name="CO at 296 K. Equal integrated profile area. Source: HITRAN.">
            <a:extLst xmlns:a="http://schemas.openxmlformats.org/drawingml/2006/main">
              <a:ext uri="{FF2B5EF4-FFF2-40B4-BE49-F238E27FC236}">
                <a16:creationId xmlns:a16="http://schemas.microsoft.com/office/drawing/2014/main" id="{A2EF993B-EE5C-4461-8D21-7160B35C508A}"/>
              </a:ext>
            </a:extLst>
          </p:cNvPr>
          <p:cNvSpPr>
            <a:spLocks xmlns:a="http://schemas.openxmlformats.org/drawingml/2006/main" noGrp="1"/>
          </p:cNvSpPr>
          <p:nvPr/>
        </p:nvSpPr>
        <p:spPr>
          <a:xfrm xmlns:a="http://schemas.openxmlformats.org/drawingml/2006/main">
            <a:off x="609600" y="63627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E6A61"/>
                </a:solidFill>
                <a:latin typeface="Georgia"/>
                <a:ea typeface="Georgia"/>
                <a:cs typeface="Georgia"/>
              </a:defRPr>
            </a:defPPr>
          </a:lstStyle>
          <a:p xmlns:a="http://schemas.openxmlformats.org/drawingml/2006/main">
            <a:pPr>
              <a:defRPr sz="1200" b="0">
                <a:solidFill>
                  <a:srgbClr val="6E6A61"/>
                </a:solidFill>
                <a:latin typeface="Georgia"/>
                <a:ea typeface="Georgia"/>
                <a:cs typeface="Georgia"/>
              </a:defRPr>
            </a:pPr>
            <a:r>
              <a:rPr sz="1200" b="0">
                <a:solidFill>
                  <a:srgbClr val="6E6A61"/>
                </a:solidFill>
                <a:latin typeface="Georgia"/>
                <a:ea typeface="Georgia"/>
                <a:cs typeface="Georgia"/>
              </a:rPr>
              <a:t>CO at 296 K. Equal integrated profile area. Source: HITRAN.</a:t>
            </a:r>
          </a:p>
        </p:txBody>
      </p:sp>
      <p:sp>
        <p:nvSpPr>
          <p:cNvPr id="3" name="06">
            <a:extLst xmlns:a="http://schemas.openxmlformats.org/drawingml/2006/main">
              <a:ext uri="{FF2B5EF4-FFF2-40B4-BE49-F238E27FC236}">
                <a16:creationId xmlns:a16="http://schemas.microsoft.com/office/drawing/2014/main" id="{7C274248-0170-416D-A6BF-7D48D262243E}"/>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06</a:t>
            </a:r>
          </a:p>
        </p:txBody>
      </p:sp>
      <p:sp>
        <p:nvSpPr>
          <p:cNvPr id="4" name="f">
            <a:extLst xmlns:a="http://schemas.openxmlformats.org/drawingml/2006/main">
              <a:ext uri="{FF2B5EF4-FFF2-40B4-BE49-F238E27FC236}">
                <a16:creationId xmlns:a16="http://schemas.microsoft.com/office/drawing/2014/main" id="{9EF0EC42-387F-49B9-8252-56917E94861E}"/>
              </a:ext>
            </a:extLst>
          </p:cNvPr>
          <p:cNvSpPr>
            <a:spLocks xmlns:a="http://schemas.openxmlformats.org/drawingml/2006/main" noGrp="1"/>
          </p:cNvSpPr>
          <p:nvPr/>
        </p:nvSpPr>
        <p:spPr>
          <a:xfrm xmlns:a="http://schemas.openxmlformats.org/drawingml/2006/main">
            <a:off x="609600" y="1695450"/>
            <a:ext cx="15421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0">
                <a:solidFill>
                  <a:srgbClr val="242421"/>
                </a:solidFill>
                <a:latin typeface="Georgia"/>
                <a:ea typeface="Georgia"/>
                <a:cs typeface="Georgia"/>
              </a:defRPr>
            </a:defPPr>
          </a:lstStyle>
          <a:p xmlns:a="http://schemas.openxmlformats.org/drawingml/2006/main">
            <a:pPr>
              <a:defRPr sz="3225" b="0">
                <a:solidFill>
                  <a:srgbClr val="242421"/>
                </a:solidFill>
                <a:latin typeface="Georgia"/>
                <a:ea typeface="Georgia"/>
                <a:cs typeface="Georgia"/>
              </a:defRPr>
            </a:pPr>
            <a:r>
              <a:rPr sz="3225" b="0">
                <a:solidFill>
                  <a:srgbClr val="242421"/>
                </a:solidFill>
                <a:latin typeface="Georgia"/>
                <a:ea typeface="Georgia"/>
                <a:cs typeface="Georgia"/>
              </a:rPr>
              <a:t>f</a:t>
            </a:r>
          </a:p>
        </p:txBody>
      </p:sp>
      <p:sp>
        <p:nvSpPr>
          <p:cNvPr id="5" name="0">
            <a:extLst xmlns:a="http://schemas.openxmlformats.org/drawingml/2006/main">
              <a:ext uri="{FF2B5EF4-FFF2-40B4-BE49-F238E27FC236}">
                <a16:creationId xmlns:a16="http://schemas.microsoft.com/office/drawing/2014/main" id="{DC03883A-9F69-4ED2-958D-6DDD20141768}"/>
              </a:ext>
            </a:extLst>
          </p:cNvPr>
          <p:cNvSpPr>
            <a:spLocks xmlns:a="http://schemas.openxmlformats.org/drawingml/2006/main" noGrp="1"/>
          </p:cNvSpPr>
          <p:nvPr/>
        </p:nvSpPr>
        <p:spPr>
          <a:xfrm xmlns:a="http://schemas.openxmlformats.org/drawingml/2006/main">
            <a:off x="763810" y="1892046"/>
            <a:ext cx="171453"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67" b="0">
                <a:solidFill>
                  <a:srgbClr val="242421"/>
                </a:solidFill>
                <a:latin typeface="Georgia"/>
                <a:ea typeface="Georgia"/>
                <a:cs typeface="Georgia"/>
              </a:defRPr>
            </a:defPPr>
          </a:lstStyle>
          <a:p xmlns:a="http://schemas.openxmlformats.org/drawingml/2006/main">
            <a:pPr>
              <a:defRPr sz="1967" b="0">
                <a:solidFill>
                  <a:srgbClr val="242421"/>
                </a:solidFill>
                <a:latin typeface="Georgia"/>
                <a:ea typeface="Georgia"/>
                <a:cs typeface="Georgia"/>
              </a:defRPr>
            </a:pPr>
            <a:r>
              <a:rPr sz="1967" b="0">
                <a:solidFill>
                  <a:srgbClr val="242421"/>
                </a:solidFill>
                <a:latin typeface="Georgia"/>
                <a:ea typeface="Georgia"/>
                <a:cs typeface="Georgia"/>
              </a:rPr>
              <a:t>0</a:t>
            </a:r>
          </a:p>
        </p:txBody>
      </p:sp>
      <p:sp>
        <p:nvSpPr>
          <p:cNvPr id="6" name=" = ΔE / h">
            <a:extLst xmlns:a="http://schemas.openxmlformats.org/drawingml/2006/main">
              <a:ext uri="{FF2B5EF4-FFF2-40B4-BE49-F238E27FC236}">
                <a16:creationId xmlns:a16="http://schemas.microsoft.com/office/drawing/2014/main" id="{448F3272-80E7-410C-8029-8B5C24C4C049}"/>
              </a:ext>
            </a:extLst>
          </p:cNvPr>
          <p:cNvSpPr>
            <a:spLocks xmlns:a="http://schemas.openxmlformats.org/drawingml/2006/main" noGrp="1"/>
          </p:cNvSpPr>
          <p:nvPr/>
        </p:nvSpPr>
        <p:spPr>
          <a:xfrm xmlns:a="http://schemas.openxmlformats.org/drawingml/2006/main">
            <a:off x="935263" y="1695450"/>
            <a:ext cx="1640967"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0">
                <a:solidFill>
                  <a:srgbClr val="242421"/>
                </a:solidFill>
                <a:latin typeface="Georgia"/>
                <a:ea typeface="Georgia"/>
                <a:cs typeface="Georgia"/>
              </a:defRPr>
            </a:defPPr>
          </a:lstStyle>
          <a:p xmlns:a="http://schemas.openxmlformats.org/drawingml/2006/main">
            <a:pPr>
              <a:defRPr sz="3225" b="0">
                <a:solidFill>
                  <a:srgbClr val="242421"/>
                </a:solidFill>
                <a:latin typeface="Georgia"/>
                <a:ea typeface="Georgia"/>
                <a:cs typeface="Georgia"/>
              </a:defRPr>
            </a:pPr>
            <a:r>
              <a:rPr sz="3225" b="0">
                <a:solidFill>
                  <a:srgbClr val="242421"/>
                </a:solidFill>
                <a:latin typeface="Georgia"/>
                <a:ea typeface="Georgia"/>
                <a:cs typeface="Georgia"/>
              </a:rPr>
              <a:t> = ΔE / h</a:t>
            </a:r>
          </a:p>
        </p:txBody>
      </p:sp>
      <p:sp>
        <p:nvSpPr>
          <p:cNvPr id="7" name="P">
            <a:extLst xmlns:a="http://schemas.openxmlformats.org/drawingml/2006/main">
              <a:ext uri="{FF2B5EF4-FFF2-40B4-BE49-F238E27FC236}">
                <a16:creationId xmlns:a16="http://schemas.microsoft.com/office/drawing/2014/main" id="{5CF1B3CA-1874-42CC-8ACB-47CF0151953D}"/>
              </a:ext>
            </a:extLst>
          </p:cNvPr>
          <p:cNvSpPr>
            <a:spLocks xmlns:a="http://schemas.openxmlformats.org/drawingml/2006/main" noGrp="1"/>
          </p:cNvSpPr>
          <p:nvPr/>
        </p:nvSpPr>
        <p:spPr>
          <a:xfrm xmlns:a="http://schemas.openxmlformats.org/drawingml/2006/main">
            <a:off x="2576230" y="1892046"/>
            <a:ext cx="171453"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67" b="0">
                <a:solidFill>
                  <a:srgbClr val="242421"/>
                </a:solidFill>
                <a:latin typeface="Georgia"/>
                <a:ea typeface="Georgia"/>
                <a:cs typeface="Georgia"/>
              </a:defRPr>
            </a:defPPr>
          </a:lstStyle>
          <a:p xmlns:a="http://schemas.openxmlformats.org/drawingml/2006/main">
            <a:pPr>
              <a:defRPr sz="1967" b="0">
                <a:solidFill>
                  <a:srgbClr val="242421"/>
                </a:solidFill>
                <a:latin typeface="Georgia"/>
                <a:ea typeface="Georgia"/>
                <a:cs typeface="Georgia"/>
              </a:defRPr>
            </a:pPr>
            <a:r>
              <a:rPr sz="1967" b="0">
                <a:solidFill>
                  <a:srgbClr val="242421"/>
                </a:solidFill>
                <a:latin typeface="Georgia"/>
                <a:ea typeface="Georgia"/>
                <a:cs typeface="Georgia"/>
              </a:rPr>
              <a:t>P</a:t>
            </a:r>
          </a:p>
        </p:txBody>
      </p:sp>
      <p:sp>
        <p:nvSpPr>
          <p:cNvPr id="8" name="Collisions shorten molecular coherence.&#10;&#10;Thermal motion intr">
            <a:extLst xmlns:a="http://schemas.openxmlformats.org/drawingml/2006/main">
              <a:ext uri="{FF2B5EF4-FFF2-40B4-BE49-F238E27FC236}">
                <a16:creationId xmlns:a16="http://schemas.microsoft.com/office/drawing/2014/main" id="{78B59639-3BDD-40EA-AC63-DE2A744751EB}"/>
              </a:ext>
            </a:extLst>
          </p:cNvPr>
          <p:cNvSpPr>
            <a:spLocks xmlns:a="http://schemas.openxmlformats.org/drawingml/2006/main" noGrp="1"/>
          </p:cNvSpPr>
          <p:nvPr/>
        </p:nvSpPr>
        <p:spPr>
          <a:xfrm xmlns:a="http://schemas.openxmlformats.org/drawingml/2006/main">
            <a:off x="609600" y="2695575"/>
            <a:ext cx="39052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2421"/>
                </a:solidFill>
                <a:latin typeface="Georgia"/>
                <a:ea typeface="Georgia"/>
                <a:cs typeface="Georgia"/>
              </a:defRPr>
            </a:defPPr>
          </a:lstStyle>
          <a:p xmlns:a="http://schemas.openxmlformats.org/drawingml/2006/main">
            <a:pPr>
              <a:defRPr sz="2025" b="0">
                <a:solidFill>
                  <a:srgbClr val="242421"/>
                </a:solidFill>
                <a:latin typeface="Georgia"/>
                <a:ea typeface="Georgia"/>
                <a:cs typeface="Georgia"/>
              </a:defRPr>
            </a:pPr>
            <a:r>
              <a:rPr sz="2025" b="0">
                <a:solidFill>
                  <a:srgbClr val="242421"/>
                </a:solidFill>
                <a:latin typeface="Georgia"/>
                <a:ea typeface="Georgia"/>
                <a:cs typeface="Georgia"/>
              </a:rPr>
              <a:t>Collisions shorten molecular coherence.</a:t>
            </a:r>
          </a:p>
          <a:p xmlns:a="http://schemas.openxmlformats.org/drawingml/2006/main">
            <a:r>
              <a:t/>
            </a:r>
          </a:p>
          <a:p xmlns:a="http://schemas.openxmlformats.org/drawingml/2006/main">
            <a:pPr>
              <a:defRPr sz="2025" b="0">
                <a:solidFill>
                  <a:srgbClr val="242421"/>
                </a:solidFill>
                <a:latin typeface="Georgia"/>
                <a:ea typeface="Georgia"/>
                <a:cs typeface="Georgia"/>
              </a:defRPr>
            </a:pPr>
            <a:r>
              <a:rPr sz="2025" b="0">
                <a:solidFill>
                  <a:srgbClr val="242421"/>
                </a:solidFill>
                <a:latin typeface="Georgia"/>
                <a:ea typeface="Georgia"/>
                <a:cs typeface="Georgia"/>
              </a:rPr>
              <a:t>Thermal motion introduces Doppler shifts.</a:t>
            </a:r>
          </a:p>
        </p:txBody>
      </p:sp>
      <p:sp>
        <p:nvSpPr>
          <p:cNvPr id="9" name="At 1 atm, this line has a Lorentz full width of about 4.82 G">
            <a:extLst xmlns:a="http://schemas.openxmlformats.org/drawingml/2006/main">
              <a:ext uri="{FF2B5EF4-FFF2-40B4-BE49-F238E27FC236}">
                <a16:creationId xmlns:a16="http://schemas.microsoft.com/office/drawing/2014/main" id="{B39C8E72-8E7A-4678-AA3F-E72C15A3531E}"/>
              </a:ext>
            </a:extLst>
          </p:cNvPr>
          <p:cNvSpPr>
            <a:spLocks xmlns:a="http://schemas.openxmlformats.org/drawingml/2006/main" noGrp="1"/>
          </p:cNvSpPr>
          <p:nvPr/>
        </p:nvSpPr>
        <p:spPr>
          <a:xfrm xmlns:a="http://schemas.openxmlformats.org/drawingml/2006/main">
            <a:off x="609600" y="4857750"/>
            <a:ext cx="3905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4472B"/>
                </a:solidFill>
                <a:latin typeface="Georgia"/>
                <a:ea typeface="Georgia"/>
                <a:cs typeface="Georgia"/>
              </a:defRPr>
            </a:defPPr>
          </a:lstStyle>
          <a:p xmlns:a="http://schemas.openxmlformats.org/drawingml/2006/main">
            <a:pPr>
              <a:defRPr sz="2025" b="0">
                <a:solidFill>
                  <a:srgbClr val="B4472B"/>
                </a:solidFill>
                <a:latin typeface="Georgia"/>
                <a:ea typeface="Georgia"/>
                <a:cs typeface="Georgia"/>
              </a:defRPr>
            </a:pPr>
            <a:r>
              <a:rPr sz="2025" b="0">
                <a:solidFill>
                  <a:srgbClr val="B4472B"/>
                </a:solidFill>
                <a:latin typeface="Georgia"/>
                <a:ea typeface="Georgia"/>
                <a:cs typeface="Georgia"/>
              </a:rPr>
              <a:t>At 1 atm, this line has a Lorentz full width of about 4.82 GHz.</a:t>
            </a:r>
          </a:p>
        </p:txBody>
      </p:sp>
      <p:graphicFrame>
        <p:nvGraphicFramePr>
          <p:cNvPr id="10" name="Chart">
            <a:extLst xmlns:a="http://schemas.openxmlformats.org/drawingml/2006/main">
              <a:ext uri="{FF2B5EF4-FFF2-40B4-BE49-F238E27FC236}">
                <a16:creationId xmlns:a16="http://schemas.microsoft.com/office/drawing/2014/main" id="{F431DCA1-A934-48A4-AE04-8C0E25B6A5B4}"/>
              </a:ext>
            </a:extLst>
          </p:cNvPr>
          <p:cNvGraphicFramePr/>
          <p:nvPr/>
        </p:nvGraphicFramePr>
        <p:xfrm>
          <a:off xmlns:a="http://schemas.openxmlformats.org/drawingml/2006/main" x="4762500" y="1657350"/>
          <a:ext xmlns:a="http://schemas.openxmlformats.org/drawingml/2006/main" cx="6810375" cy="4267200"/>
        </p:xfrm>
        <a:graphic xmlns:a="http://schemas.openxmlformats.org/drawingml/2006/main">
          <a:graphicData uri="http://schemas.openxmlformats.org/drawingml/2006/chart">
            <c:chart xmlns:r="http://schemas.openxmlformats.org/officeDocument/2006/relationships" xmlns:c="http://schemas.openxmlformats.org/drawingml/2006/chart" r:id="Rd633083fbd59425c"/>
          </a:graphicData>
        </a:graphic>
      </p:graphicFrame>
    </p:spTree>
    <p:extLst>
      <p:ext uri="{BB962C8B-B14F-4D97-AF65-F5344CB8AC3E}">
        <p14:creationId xmlns:p14="http://schemas.microsoft.com/office/powerpoint/2010/main" val="1587744761"/>
      </p:ext>
    </p:extLst>
  </p:cSld>
</p:sld>
</file>

<file path=ppt/slides/slide7.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6" name="CO has eight main rotational lines in this band">
            <a:extLst xmlns:a="http://schemas.openxmlformats.org/drawingml/2006/main">
              <a:ext uri="{FF2B5EF4-FFF2-40B4-BE49-F238E27FC236}">
                <a16:creationId xmlns:a16="http://schemas.microsoft.com/office/drawing/2014/main" id="{28ECAB32-67E9-4D06-9BBF-584A818A7E5F}"/>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0">
                <a:solidFill>
                  <a:srgbClr val="242421"/>
                </a:solidFill>
                <a:latin typeface="Georgia"/>
                <a:ea typeface="Georgia"/>
                <a:cs typeface="Georgia"/>
              </a:defRPr>
            </a:defPPr>
          </a:lstStyle>
          <a:p xmlns:a="http://schemas.openxmlformats.org/drawingml/2006/main">
            <a:pPr>
              <a:defRPr sz="3450" b="0">
                <a:solidFill>
                  <a:srgbClr val="242421"/>
                </a:solidFill>
                <a:latin typeface="Georgia"/>
                <a:ea typeface="Georgia"/>
                <a:cs typeface="Georgia"/>
              </a:defRPr>
            </a:pPr>
            <a:r>
              <a:rPr sz="3450" b="0">
                <a:solidFill>
                  <a:srgbClr val="242421"/>
                </a:solidFill>
                <a:latin typeface="Georgia"/>
                <a:ea typeface="Georgia"/>
                <a:cs typeface="Georgia"/>
              </a:rPr>
              <a:t>CO has eight main rotational lines in this band</a:t>
            </a:r>
          </a:p>
        </p:txBody>
      </p:sp>
      <p:sp>
        <p:nvSpPr>
          <p:cNvPr id="2" name="Predicted extra loss for 1 ppm over 20 m at 296 K and 1 atm.">
            <a:extLst xmlns:a="http://schemas.openxmlformats.org/drawingml/2006/main">
              <a:ext uri="{FF2B5EF4-FFF2-40B4-BE49-F238E27FC236}">
                <a16:creationId xmlns:a16="http://schemas.microsoft.com/office/drawing/2014/main" id="{C4E85B23-CCC0-4796-A975-E94A8AC0B6C1}"/>
              </a:ext>
            </a:extLst>
          </p:cNvPr>
          <p:cNvSpPr>
            <a:spLocks xmlns:a="http://schemas.openxmlformats.org/drawingml/2006/main" noGrp="1"/>
          </p:cNvSpPr>
          <p:nvPr/>
        </p:nvSpPr>
        <p:spPr>
          <a:xfrm xmlns:a="http://schemas.openxmlformats.org/drawingml/2006/main">
            <a:off x="609600" y="63627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E6A61"/>
                </a:solidFill>
                <a:latin typeface="Georgia"/>
                <a:ea typeface="Georgia"/>
                <a:cs typeface="Georgia"/>
              </a:defRPr>
            </a:defPPr>
          </a:lstStyle>
          <a:p xmlns:a="http://schemas.openxmlformats.org/drawingml/2006/main">
            <a:pPr>
              <a:defRPr sz="1200" b="0">
                <a:solidFill>
                  <a:srgbClr val="6E6A61"/>
                </a:solidFill>
                <a:latin typeface="Georgia"/>
                <a:ea typeface="Georgia"/>
                <a:cs typeface="Georgia"/>
              </a:defRPr>
            </a:pPr>
            <a:r>
              <a:rPr sz="1200" b="0">
                <a:solidFill>
                  <a:srgbClr val="6E6A61"/>
                </a:solidFill>
                <a:latin typeface="Georgia"/>
                <a:ea typeface="Georgia"/>
                <a:cs typeface="Georgia"/>
              </a:rPr>
              <a:t>Predicted extra loss for 1 ppm over 20 m at 296 K and 1 atm. Main isotopologue.</a:t>
            </a:r>
          </a:p>
        </p:txBody>
      </p:sp>
      <p:sp>
        <p:nvSpPr>
          <p:cNvPr id="3" name="07">
            <a:extLst xmlns:a="http://schemas.openxmlformats.org/drawingml/2006/main">
              <a:ext uri="{FF2B5EF4-FFF2-40B4-BE49-F238E27FC236}">
                <a16:creationId xmlns:a16="http://schemas.microsoft.com/office/drawing/2014/main" id="{5D10C18C-E0ED-4576-A467-3355EDE3CF91}"/>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07</a:t>
            </a:r>
          </a:p>
        </p:txBody>
      </p:sp>
      <p:graphicFrame>
        <p:nvGraphicFramePr>
          <p:cNvPr id="4" name="Chart">
            <a:extLst xmlns:a="http://schemas.openxmlformats.org/drawingml/2006/main">
              <a:ext uri="{FF2B5EF4-FFF2-40B4-BE49-F238E27FC236}">
                <a16:creationId xmlns:a16="http://schemas.microsoft.com/office/drawing/2014/main" id="{BE12445F-A7D4-4029-9A84-8BD7E232A149}"/>
              </a:ext>
            </a:extLst>
          </p:cNvPr>
          <p:cNvGraphicFramePr/>
          <p:nvPr/>
        </p:nvGraphicFramePr>
        <p:xfrm>
          <a:off xmlns:a="http://schemas.openxmlformats.org/drawingml/2006/main" x="609600" y="1524000"/>
          <a:ext xmlns:a="http://schemas.openxmlformats.org/drawingml/2006/main" cx="10972800" cy="4048125"/>
        </p:xfrm>
        <a:graphic xmlns:a="http://schemas.openxmlformats.org/drawingml/2006/main">
          <a:graphicData uri="http://schemas.openxmlformats.org/drawingml/2006/chart">
            <c:chart xmlns:r="http://schemas.openxmlformats.org/officeDocument/2006/relationships" xmlns:c="http://schemas.openxmlformats.org/drawingml/2006/chart" r:id="Rc7a0db3fd4884cc8"/>
          </a:graphicData>
        </a:graphic>
      </p:graphicFrame>
      <p:sp>
        <p:nvSpPr>
          <p:cNvPr id="5" name="115.271   230.538   345.796   461.041   576.268   691.473   ">
            <a:extLst xmlns:a="http://schemas.openxmlformats.org/drawingml/2006/main">
              <a:ext uri="{FF2B5EF4-FFF2-40B4-BE49-F238E27FC236}">
                <a16:creationId xmlns:a16="http://schemas.microsoft.com/office/drawing/2014/main" id="{AF0C8E8F-FA0C-4F1C-8CFD-8CEF71426CAF}"/>
              </a:ext>
            </a:extLst>
          </p:cNvPr>
          <p:cNvSpPr>
            <a:spLocks xmlns:a="http://schemas.openxmlformats.org/drawingml/2006/main" noGrp="1"/>
          </p:cNvSpPr>
          <p:nvPr/>
        </p:nvSpPr>
        <p:spPr>
          <a:xfrm xmlns:a="http://schemas.openxmlformats.org/drawingml/2006/main">
            <a:off x="609600" y="57816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E6A61"/>
                </a:solidFill>
                <a:latin typeface="Georgia"/>
                <a:ea typeface="Georgia"/>
                <a:cs typeface="Georgia"/>
              </a:defRPr>
            </a:defPPr>
          </a:lstStyle>
          <a:p xmlns:a="http://schemas.openxmlformats.org/drawingml/2006/main">
            <a:pPr>
              <a:defRPr sz="1650" b="0">
                <a:solidFill>
                  <a:srgbClr val="6E6A61"/>
                </a:solidFill>
                <a:latin typeface="Georgia"/>
                <a:ea typeface="Georgia"/>
                <a:cs typeface="Georgia"/>
              </a:defRPr>
            </a:pPr>
            <a:r>
              <a:rPr sz="1650" b="0">
                <a:solidFill>
                  <a:srgbClr val="6E6A61"/>
                </a:solidFill>
                <a:latin typeface="Georgia"/>
                <a:ea typeface="Georgia"/>
                <a:cs typeface="Georgia"/>
              </a:rPr>
              <a:t>115.271   230.538   345.796   461.041   576.268   691.473   806.652   921.800 GHz</a:t>
            </a:r>
          </a:p>
        </p:txBody>
      </p:sp>
    </p:spTree>
    <p:extLst>
      <p:ext uri="{BB962C8B-B14F-4D97-AF65-F5344CB8AC3E}">
        <p14:creationId xmlns:p14="http://schemas.microsoft.com/office/powerpoint/2010/main" val="511973417"/>
      </p:ext>
    </p:extLst>
  </p:cSld>
</p:sld>
</file>

<file path=ppt/slides/slide8.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6" name="Chemical loss grows only while crossing the cloud">
            <a:extLst xmlns:a="http://schemas.openxmlformats.org/drawingml/2006/main">
              <a:ext uri="{FF2B5EF4-FFF2-40B4-BE49-F238E27FC236}">
                <a16:creationId xmlns:a16="http://schemas.microsoft.com/office/drawing/2014/main" id="{6F281303-30FE-4140-AD1A-63146FCDCEE3}"/>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0">
                <a:solidFill>
                  <a:srgbClr val="242421"/>
                </a:solidFill>
                <a:latin typeface="Georgia"/>
                <a:ea typeface="Georgia"/>
                <a:cs typeface="Georgia"/>
              </a:defRPr>
            </a:defPPr>
          </a:lstStyle>
          <a:p xmlns:a="http://schemas.openxmlformats.org/drawingml/2006/main">
            <a:pPr>
              <a:defRPr sz="3450" b="0">
                <a:solidFill>
                  <a:srgbClr val="242421"/>
                </a:solidFill>
                <a:latin typeface="Georgia"/>
                <a:ea typeface="Georgia"/>
                <a:cs typeface="Georgia"/>
              </a:defRPr>
            </a:pPr>
            <a:r>
              <a:rPr sz="3450" b="0">
                <a:solidFill>
                  <a:srgbClr val="242421"/>
                </a:solidFill>
                <a:latin typeface="Georgia"/>
                <a:ea typeface="Georgia"/>
                <a:cs typeface="Georgia"/>
              </a:rPr>
              <a:t>Chemical loss grows only while crossing the cloud</a:t>
            </a:r>
          </a:p>
        </p:txBody>
      </p:sp>
      <p:sp>
        <p:nvSpPr>
          <p:cNvPr id="2" name="Nested paths through one stationary medium. Excess CO lies b">
            <a:extLst xmlns:a="http://schemas.openxmlformats.org/drawingml/2006/main">
              <a:ext uri="{FF2B5EF4-FFF2-40B4-BE49-F238E27FC236}">
                <a16:creationId xmlns:a16="http://schemas.microsoft.com/office/drawing/2014/main" id="{40EBB108-AD24-4ADD-A3CD-35C10A29CB90}"/>
              </a:ext>
            </a:extLst>
          </p:cNvPr>
          <p:cNvSpPr>
            <a:spLocks xmlns:a="http://schemas.openxmlformats.org/drawingml/2006/main" noGrp="1"/>
          </p:cNvSpPr>
          <p:nvPr/>
        </p:nvSpPr>
        <p:spPr>
          <a:xfrm xmlns:a="http://schemas.openxmlformats.org/drawingml/2006/main">
            <a:off x="609600" y="63627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E6A61"/>
                </a:solidFill>
                <a:latin typeface="Georgia"/>
                <a:ea typeface="Georgia"/>
                <a:cs typeface="Georgia"/>
              </a:defRPr>
            </a:defPPr>
          </a:lstStyle>
          <a:p xmlns:a="http://schemas.openxmlformats.org/drawingml/2006/main">
            <a:pPr>
              <a:defRPr sz="1200" b="0">
                <a:solidFill>
                  <a:srgbClr val="6E6A61"/>
                </a:solidFill>
                <a:latin typeface="Georgia"/>
                <a:ea typeface="Georgia"/>
                <a:cs typeface="Georgia"/>
              </a:defRPr>
            </a:pPr>
            <a:r>
              <a:rPr sz="1200" b="0">
                <a:solidFill>
                  <a:srgbClr val="6E6A61"/>
                </a:solidFill>
                <a:latin typeface="Georgia"/>
                <a:ea typeface="Georgia"/>
                <a:cs typeface="Georgia"/>
              </a:rPr>
              <a:t>Nested paths through one stationary medium. Excess CO lies between 20 and 40 m.</a:t>
            </a:r>
          </a:p>
        </p:txBody>
      </p:sp>
      <p:sp>
        <p:nvSpPr>
          <p:cNvPr id="3" name="08">
            <a:extLst xmlns:a="http://schemas.openxmlformats.org/drawingml/2006/main">
              <a:ext uri="{FF2B5EF4-FFF2-40B4-BE49-F238E27FC236}">
                <a16:creationId xmlns:a16="http://schemas.microsoft.com/office/drawing/2014/main" id="{B46D2851-517C-4EDA-B9F8-674BE0758BEE}"/>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08</a:t>
            </a:r>
          </a:p>
        </p:txBody>
      </p:sp>
      <p:graphicFrame>
        <p:nvGraphicFramePr>
          <p:cNvPr id="4" name="Chart">
            <a:extLst xmlns:a="http://schemas.openxmlformats.org/drawingml/2006/main">
              <a:ext uri="{FF2B5EF4-FFF2-40B4-BE49-F238E27FC236}">
                <a16:creationId xmlns:a16="http://schemas.microsoft.com/office/drawing/2014/main" id="{56C12F28-4912-485C-81EC-692A46B4A161}"/>
              </a:ext>
            </a:extLst>
          </p:cNvPr>
          <p:cNvGraphicFramePr/>
          <p:nvPr/>
        </p:nvGraphicFramePr>
        <p:xfrm>
          <a:off xmlns:a="http://schemas.openxmlformats.org/drawingml/2006/main" x="609600" y="1524000"/>
          <a:ext xmlns:a="http://schemas.openxmlformats.org/drawingml/2006/main" cx="10972800" cy="4124325"/>
        </p:xfrm>
        <a:graphic xmlns:a="http://schemas.openxmlformats.org/drawingml/2006/main">
          <a:graphicData uri="http://schemas.openxmlformats.org/drawingml/2006/chart">
            <c:chart xmlns:r="http://schemas.openxmlformats.org/officeDocument/2006/relationships" xmlns:c="http://schemas.openxmlformats.org/drawingml/2006/chart" r:id="R873e6f61e6d94119"/>
          </a:graphicData>
        </a:graphic>
      </p:graphicFrame>
      <p:sp>
        <p:nvSpPr>
          <p:cNvPr id="5" name="Before 20 m: no added CO       20–40 m: column grows       A">
            <a:extLst xmlns:a="http://schemas.openxmlformats.org/drawingml/2006/main">
              <a:ext uri="{FF2B5EF4-FFF2-40B4-BE49-F238E27FC236}">
                <a16:creationId xmlns:a16="http://schemas.microsoft.com/office/drawing/2014/main" id="{FCAE58E6-9742-4845-AD7C-CC88CC7246FF}"/>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E6A61"/>
                </a:solidFill>
                <a:latin typeface="Georgia"/>
                <a:ea typeface="Georgia"/>
                <a:cs typeface="Georgia"/>
              </a:defRPr>
            </a:defPPr>
          </a:lstStyle>
          <a:p xmlns:a="http://schemas.openxmlformats.org/drawingml/2006/main">
            <a:pPr>
              <a:defRPr sz="1650" b="0">
                <a:solidFill>
                  <a:srgbClr val="6E6A61"/>
                </a:solidFill>
                <a:latin typeface="Georgia"/>
                <a:ea typeface="Georgia"/>
                <a:cs typeface="Georgia"/>
              </a:defRPr>
            </a:pPr>
            <a:r>
              <a:rPr sz="1650" b="0">
                <a:solidFill>
                  <a:srgbClr val="6E6A61"/>
                </a:solidFill>
                <a:latin typeface="Georgia"/>
                <a:ea typeface="Georgia"/>
                <a:cs typeface="Georgia"/>
              </a:rPr>
              <a:t>Before 20 m: no added CO       20–40 m: column grows       After 40 m: same CO column</a:t>
            </a:r>
          </a:p>
        </p:txBody>
      </p:sp>
    </p:spTree>
    <p:extLst>
      <p:ext uri="{BB962C8B-B14F-4D97-AF65-F5344CB8AC3E}">
        <p14:creationId xmlns:p14="http://schemas.microsoft.com/office/powerpoint/2010/main" val="605273032"/>
      </p:ext>
    </p:extLst>
  </p:cSld>
</p:sld>
</file>

<file path=ppt/slides/slide9.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8" name="A chosen CO column gives a very small channel change">
            <a:extLst xmlns:a="http://schemas.openxmlformats.org/drawingml/2006/main">
              <a:ext uri="{FF2B5EF4-FFF2-40B4-BE49-F238E27FC236}">
                <a16:creationId xmlns:a16="http://schemas.microsoft.com/office/drawing/2014/main" id="{713B98C3-FA44-483B-BB92-51B6BFB3A4D3}"/>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0">
                <a:solidFill>
                  <a:srgbClr val="242421"/>
                </a:solidFill>
                <a:latin typeface="Georgia"/>
                <a:ea typeface="Georgia"/>
                <a:cs typeface="Georgia"/>
              </a:defRPr>
            </a:defPPr>
          </a:lstStyle>
          <a:p xmlns:a="http://schemas.openxmlformats.org/drawingml/2006/main">
            <a:pPr>
              <a:defRPr sz="3450" b="0">
                <a:solidFill>
                  <a:srgbClr val="242421"/>
                </a:solidFill>
                <a:latin typeface="Georgia"/>
                <a:ea typeface="Georgia"/>
                <a:cs typeface="Georgia"/>
              </a:defRPr>
            </a:pPr>
            <a:r>
              <a:rPr sz="3450" b="0">
                <a:solidFill>
                  <a:srgbClr val="242421"/>
                </a:solidFill>
                <a:latin typeface="Georgia"/>
                <a:ea typeface="Georgia"/>
                <a:cs typeface="Georgia"/>
              </a:rPr>
              <a:t>A chosen CO column gives a very small channel change</a:t>
            </a:r>
          </a:p>
        </p:txBody>
      </p:sp>
      <p:sp>
        <p:nvSpPr>
          <p:cNvPr id="2" name="Conditional simulation. Exact atmosphere and calibration. No">
            <a:extLst xmlns:a="http://schemas.openxmlformats.org/drawingml/2006/main">
              <a:ext uri="{FF2B5EF4-FFF2-40B4-BE49-F238E27FC236}">
                <a16:creationId xmlns:a16="http://schemas.microsoft.com/office/drawing/2014/main" id="{6547DE29-94B4-4684-B99C-D90E3A80B72A}"/>
              </a:ext>
            </a:extLst>
          </p:cNvPr>
          <p:cNvSpPr>
            <a:spLocks xmlns:a="http://schemas.openxmlformats.org/drawingml/2006/main" noGrp="1"/>
          </p:cNvSpPr>
          <p:nvPr/>
        </p:nvSpPr>
        <p:spPr>
          <a:xfrm xmlns:a="http://schemas.openxmlformats.org/drawingml/2006/main">
            <a:off x="609600" y="63627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E6A61"/>
                </a:solidFill>
                <a:latin typeface="Georgia"/>
                <a:ea typeface="Georgia"/>
                <a:cs typeface="Georgia"/>
              </a:defRPr>
            </a:defPPr>
          </a:lstStyle>
          <a:p xmlns:a="http://schemas.openxmlformats.org/drawingml/2006/main">
            <a:pPr>
              <a:defRPr sz="1200" b="0">
                <a:solidFill>
                  <a:srgbClr val="6E6A61"/>
                </a:solidFill>
                <a:latin typeface="Georgia"/>
                <a:ea typeface="Georgia"/>
                <a:cs typeface="Georgia"/>
              </a:defRPr>
            </a:pPr>
            <a:r>
              <a:rPr sz="1200" b="0">
                <a:solidFill>
                  <a:srgbClr val="6E6A61"/>
                </a:solidFill>
                <a:latin typeface="Georgia"/>
                <a:ea typeface="Georgia"/>
                <a:cs typeface="Georgia"/>
              </a:rPr>
              <a:t>Conditional simulation. Exact atmosphere and calibration. No receiver noise.</a:t>
            </a:r>
          </a:p>
        </p:txBody>
      </p:sp>
      <p:sp>
        <p:nvSpPr>
          <p:cNvPr id="3" name="09">
            <a:extLst xmlns:a="http://schemas.openxmlformats.org/drawingml/2006/main">
              <a:ext uri="{FF2B5EF4-FFF2-40B4-BE49-F238E27FC236}">
                <a16:creationId xmlns:a16="http://schemas.microsoft.com/office/drawing/2014/main" id="{DBA44504-9E6A-49B3-BECD-D8DE4A60BFDF}"/>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09</a:t>
            </a:r>
          </a:p>
        </p:txBody>
      </p:sp>
      <p:sp>
        <p:nvSpPr>
          <p:cNvPr id="4" name="1 ppm of excess CO&#10;across a 20 m cloud">
            <a:extLst xmlns:a="http://schemas.openxmlformats.org/drawingml/2006/main">
              <a:ext uri="{FF2B5EF4-FFF2-40B4-BE49-F238E27FC236}">
                <a16:creationId xmlns:a16="http://schemas.microsoft.com/office/drawing/2014/main" id="{688AAE05-27AC-426A-AD68-A25434B4215B}"/>
              </a:ext>
            </a:extLst>
          </p:cNvPr>
          <p:cNvSpPr>
            <a:spLocks xmlns:a="http://schemas.openxmlformats.org/drawingml/2006/main" noGrp="1"/>
          </p:cNvSpPr>
          <p:nvPr/>
        </p:nvSpPr>
        <p:spPr>
          <a:xfrm xmlns:a="http://schemas.openxmlformats.org/drawingml/2006/main">
            <a:off x="609600" y="1581150"/>
            <a:ext cx="428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B4472B"/>
                </a:solidFill>
                <a:latin typeface="Georgia"/>
                <a:ea typeface="Georgia"/>
                <a:cs typeface="Georgia"/>
              </a:defRPr>
            </a:defPPr>
          </a:lstStyle>
          <a:p xmlns:a="http://schemas.openxmlformats.org/drawingml/2006/main">
            <a:pPr>
              <a:defRPr sz="2700" b="0">
                <a:solidFill>
                  <a:srgbClr val="B4472B"/>
                </a:solidFill>
                <a:latin typeface="Georgia"/>
                <a:ea typeface="Georgia"/>
                <a:cs typeface="Georgia"/>
              </a:defRPr>
            </a:pPr>
            <a:r>
              <a:rPr sz="2700" b="0">
                <a:solidFill>
                  <a:srgbClr val="B4472B"/>
                </a:solidFill>
                <a:latin typeface="Georgia"/>
                <a:ea typeface="Georgia"/>
                <a:cs typeface="Georgia"/>
              </a:rPr>
              <a:t>1 ppm of excess CO</a:t>
            </a:r>
          </a:p>
          <a:p xmlns:a="http://schemas.openxmlformats.org/drawingml/2006/main">
            <a:pPr>
              <a:defRPr sz="2700" b="0">
                <a:solidFill>
                  <a:srgbClr val="B4472B"/>
                </a:solidFill>
                <a:latin typeface="Georgia"/>
                <a:ea typeface="Georgia"/>
                <a:cs typeface="Georgia"/>
              </a:defRPr>
            </a:pPr>
            <a:r>
              <a:rPr sz="2700" b="0">
                <a:solidFill>
                  <a:srgbClr val="B4472B"/>
                </a:solidFill>
                <a:latin typeface="Georgia"/>
                <a:ea typeface="Georgia"/>
                <a:cs typeface="Georgia"/>
              </a:rPr>
              <a:t>across a 20 m cloud</a:t>
            </a:r>
          </a:p>
        </p:txBody>
      </p:sp>
      <p:sp>
        <p:nvSpPr>
          <p:cNvPr id="5" name="296 K and 1 atm&#10;Water partial pressure: 1000 Pa&#10;Total path i">
            <a:extLst xmlns:a="http://schemas.openxmlformats.org/drawingml/2006/main">
              <a:ext uri="{FF2B5EF4-FFF2-40B4-BE49-F238E27FC236}">
                <a16:creationId xmlns:a16="http://schemas.microsoft.com/office/drawing/2014/main" id="{44A9D44A-B16C-4DE5-8A0E-E24EC3EFB935}"/>
              </a:ext>
            </a:extLst>
          </p:cNvPr>
          <p:cNvSpPr>
            <a:spLocks xmlns:a="http://schemas.openxmlformats.org/drawingml/2006/main" noGrp="1"/>
          </p:cNvSpPr>
          <p:nvPr/>
        </p:nvSpPr>
        <p:spPr>
          <a:xfrm xmlns:a="http://schemas.openxmlformats.org/drawingml/2006/main">
            <a:off x="609600" y="2952750"/>
            <a:ext cx="4286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2421"/>
                </a:solidFill>
                <a:latin typeface="Georgia"/>
                <a:ea typeface="Georgia"/>
                <a:cs typeface="Georgia"/>
              </a:defRPr>
            </a:defPPr>
          </a:lstStyle>
          <a:p xmlns:a="http://schemas.openxmlformats.org/drawingml/2006/main">
            <a:pPr>
              <a:defRPr sz="1875" b="0">
                <a:solidFill>
                  <a:srgbClr val="242421"/>
                </a:solidFill>
                <a:latin typeface="Georgia"/>
                <a:ea typeface="Georgia"/>
                <a:cs typeface="Georgia"/>
              </a:defRPr>
            </a:pPr>
            <a:r>
              <a:rPr sz="1875" b="0">
                <a:solidFill>
                  <a:srgbClr val="242421"/>
                </a:solidFill>
                <a:latin typeface="Georgia"/>
                <a:ea typeface="Georgia"/>
                <a:cs typeface="Georgia"/>
              </a:rPr>
              <a:t>296 K and 1 atm</a:t>
            </a:r>
          </a:p>
          <a:p xmlns:a="http://schemas.openxmlformats.org/drawingml/2006/main">
            <a:pPr>
              <a:defRPr sz="1875" b="0">
                <a:solidFill>
                  <a:srgbClr val="242421"/>
                </a:solidFill>
                <a:latin typeface="Georgia"/>
                <a:ea typeface="Georgia"/>
                <a:cs typeface="Georgia"/>
              </a:defRPr>
            </a:pPr>
            <a:r>
              <a:rPr sz="1875" b="0">
                <a:solidFill>
                  <a:srgbClr val="242421"/>
                </a:solidFill>
                <a:latin typeface="Georgia"/>
                <a:ea typeface="Georgia"/>
                <a:cs typeface="Georgia"/>
              </a:rPr>
              <a:t>Water partial pressure: 1000 Pa</a:t>
            </a:r>
          </a:p>
          <a:p xmlns:a="http://schemas.openxmlformats.org/drawingml/2006/main">
            <a:pPr>
              <a:defRPr sz="1875" b="0">
                <a:solidFill>
                  <a:srgbClr val="242421"/>
                </a:solidFill>
                <a:latin typeface="Georgia"/>
                <a:ea typeface="Georgia"/>
                <a:cs typeface="Georgia"/>
              </a:defRPr>
            </a:pPr>
            <a:r>
              <a:rPr sz="1875" b="0">
                <a:solidFill>
                  <a:srgbClr val="242421"/>
                </a:solidFill>
                <a:latin typeface="Georgia"/>
                <a:ea typeface="Georgia"/>
                <a:cs typeface="Georgia"/>
              </a:rPr>
              <a:t>Total path in this comparison: 200 m</a:t>
            </a:r>
          </a:p>
        </p:txBody>
      </p:sp>
      <p:graphicFrame>
        <p:nvGraphicFramePr>
          <p:cNvPr id="6" name="">
            <a:extLst xmlns:a="http://schemas.openxmlformats.org/drawingml/2006/main">
              <a:ext uri="{FF2B5EF4-FFF2-40B4-BE49-F238E27FC236}">
                <a16:creationId xmlns:a16="http://schemas.microsoft.com/office/drawing/2014/main" id="{F0A33151-2A8D-4CA5-AE68-55E9F5C94373}"/>
              </a:ext>
            </a:extLst>
          </p:cNvPr>
          <p:cNvGraphicFramePr/>
          <p:nvPr/>
        </p:nvGraphicFramePr>
        <p:xfrm>
          <a:off xmlns:a="http://schemas.openxmlformats.org/drawingml/2006/main" x="5238750" y="1609725"/>
          <a:ext xmlns:a="http://schemas.openxmlformats.org/drawingml/2006/main" cx="6334125" cy="3105150"/>
        </p:xfrm>
        <a:graphic xmlns:a="http://schemas.openxmlformats.org/drawingml/2006/main">
          <a:graphicData uri="http://schemas.openxmlformats.org/drawingml/2006/table">
            <a:tbl>
              <a:tblPr/>
              <a:tblGrid>
                <a:gridCol w="1900238"/>
                <a:gridCol w="1583531"/>
                <a:gridCol w="2850356"/>
              </a:tblGrid>
              <a:tr h="776288">
                <a:tc>
                  <a:txBody>
                    <a:bodyPr/>
                    <a:lstStyle/>
                    <a:p>
                      <a:r>
                        <a:rPr sz="1725" b="1">
                          <a:solidFill>
                            <a:srgbClr val="F5F1E9"/>
                          </a:solidFill>
                          <a:latin typeface="Georgia"/>
                          <a:ea typeface="Georgia"/>
                          <a:cs typeface="Georgia"/>
                        </a:rPr>
                        <a:t>Frequency</a:t>
                      </a:r>
                    </a:p>
                  </a:txBody>
                  <a:tcPr marL="152400" marR="152400" marT="114300" marB="95250" anchor="ctr">
                    <a:lnL w="6668">
                      <a:solidFill>
                        <a:srgbClr val="D5CEC1"/>
                      </a:solidFill>
                    </a:lnL>
                    <a:lnR w="6668">
                      <a:solidFill>
                        <a:srgbClr val="D5CEC1"/>
                      </a:solidFill>
                    </a:lnR>
                    <a:lnT w="6668">
                      <a:solidFill>
                        <a:srgbClr val="D5CEC1"/>
                      </a:solidFill>
                    </a:lnT>
                    <a:lnB w="6668">
                      <a:solidFill>
                        <a:srgbClr val="D5CEC1"/>
                      </a:solidFill>
                    </a:lnB>
                    <a:solidFill>
                      <a:srgbClr val="242421"/>
                    </a:solidFill>
                  </a:tcPr>
                </a:tc>
                <a:tc>
                  <a:txBody>
                    <a:bodyPr/>
                    <a:lstStyle/>
                    <a:p>
                      <a:r>
                        <a:rPr sz="1725" b="1">
                          <a:solidFill>
                            <a:srgbClr val="F5F1E9"/>
                          </a:solidFill>
                          <a:latin typeface="Georgia"/>
                          <a:ea typeface="Georgia"/>
                          <a:cs typeface="Georgia"/>
                        </a:rPr>
                        <a:t>Extra loss</a:t>
                      </a:r>
                    </a:p>
                  </a:txBody>
                  <a:tcPr marL="152400" marR="152400" marT="114300" marB="95250" anchor="ctr">
                    <a:lnR w="6668">
                      <a:solidFill>
                        <a:srgbClr val="D5CEC1"/>
                      </a:solidFill>
                    </a:lnR>
                    <a:lnT w="6668">
                      <a:solidFill>
                        <a:srgbClr val="D5CEC1"/>
                      </a:solidFill>
                    </a:lnT>
                    <a:lnB w="6668">
                      <a:solidFill>
                        <a:srgbClr val="D5CEC1"/>
                      </a:solidFill>
                    </a:lnB>
                    <a:solidFill>
                      <a:srgbClr val="242421"/>
                    </a:solidFill>
                  </a:tcPr>
                </a:tc>
                <a:tc>
                  <a:txBody>
                    <a:bodyPr/>
                    <a:lstStyle/>
                    <a:p>
                      <a:r>
                        <a:rPr sz="1725" b="1">
                          <a:solidFill>
                            <a:srgbClr val="F5F1E9"/>
                          </a:solidFill>
                          <a:latin typeface="Georgia"/>
                          <a:ea typeface="Georgia"/>
                          <a:cs typeface="Georgia"/>
                        </a:rPr>
                        <a:t>|h| / |h₀|</a:t>
                      </a:r>
                    </a:p>
                  </a:txBody>
                  <a:tcPr marL="152400" marR="152400" marT="114300" marB="95250" anchor="ctr">
                    <a:lnR w="6668">
                      <a:solidFill>
                        <a:srgbClr val="D5CEC1"/>
                      </a:solidFill>
                    </a:lnR>
                    <a:lnT w="6668">
                      <a:solidFill>
                        <a:srgbClr val="D5CEC1"/>
                      </a:solidFill>
                    </a:lnT>
                    <a:lnB w="6668">
                      <a:solidFill>
                        <a:srgbClr val="D5CEC1"/>
                      </a:solidFill>
                    </a:lnB>
                    <a:solidFill>
                      <a:srgbClr val="242421"/>
                    </a:solidFill>
                  </a:tcPr>
                </a:tc>
              </a:tr>
              <a:tr h="776288">
                <a:tc>
                  <a:txBody>
                    <a:bodyPr/>
                    <a:lstStyle/>
                    <a:p>
                      <a:r>
                        <a:rPr sz="1725" b="0">
                          <a:solidFill>
                            <a:srgbClr val="242421"/>
                          </a:solidFill>
                          <a:latin typeface="Georgia"/>
                          <a:ea typeface="Georgia"/>
                          <a:cs typeface="Georgia"/>
                        </a:rPr>
                        <a:t>115.271 GHz</a:t>
                      </a:r>
                    </a:p>
                  </a:txBody>
                  <a:tcPr marL="152400" marR="152400" marT="114300" marB="95250" anchor="ctr">
                    <a:lnL w="6668">
                      <a:solidFill>
                        <a:srgbClr val="D5CEC1"/>
                      </a:solidFill>
                    </a:lnL>
                    <a:lnR w="6668">
                      <a:solidFill>
                        <a:srgbClr val="D5CEC1"/>
                      </a:solidFill>
                    </a:lnR>
                    <a:lnB w="6668">
                      <a:solidFill>
                        <a:srgbClr val="D5CEC1"/>
                      </a:solidFill>
                    </a:lnB>
                    <a:solidFill>
                      <a:srgbClr val="F4F0E8"/>
                    </a:solidFill>
                  </a:tcPr>
                </a:tc>
                <a:tc>
                  <a:txBody>
                    <a:bodyPr/>
                    <a:lstStyle/>
                    <a:p>
                      <a:r>
                        <a:rPr sz="1725" b="0">
                          <a:solidFill>
                            <a:srgbClr val="242421"/>
                          </a:solidFill>
                          <a:latin typeface="Georgia"/>
                          <a:ea typeface="Georgia"/>
                          <a:cs typeface="Georgia"/>
                        </a:rPr>
                        <a:t>2.89 µdB</a:t>
                      </a:r>
                    </a:p>
                  </a:txBody>
                  <a:tcPr marL="152400" marR="152400" marT="114300" marB="95250" anchor="ctr">
                    <a:lnR w="6668">
                      <a:solidFill>
                        <a:srgbClr val="D5CEC1"/>
                      </a:solidFill>
                    </a:lnR>
                    <a:lnB w="6668">
                      <a:solidFill>
                        <a:srgbClr val="D5CEC1"/>
                      </a:solidFill>
                    </a:lnB>
                    <a:solidFill>
                      <a:srgbClr val="F4F0E8"/>
                    </a:solidFill>
                  </a:tcPr>
                </a:tc>
                <a:tc>
                  <a:txBody>
                    <a:bodyPr/>
                    <a:lstStyle/>
                    <a:p>
                      <a:r>
                        <a:rPr sz="1725" b="0">
                          <a:solidFill>
                            <a:srgbClr val="242421"/>
                          </a:solidFill>
                          <a:latin typeface="Georgia"/>
                          <a:ea typeface="Georgia"/>
                          <a:cs typeface="Georgia"/>
                        </a:rPr>
                        <a:t>0.9999996673</a:t>
                      </a:r>
                    </a:p>
                  </a:txBody>
                  <a:tcPr marL="152400" marR="152400" marT="114300" marB="95250" anchor="ctr">
                    <a:lnR w="6668">
                      <a:solidFill>
                        <a:srgbClr val="D5CEC1"/>
                      </a:solidFill>
                    </a:lnR>
                    <a:lnB w="6668">
                      <a:solidFill>
                        <a:srgbClr val="D5CEC1"/>
                      </a:solidFill>
                    </a:lnB>
                    <a:solidFill>
                      <a:srgbClr val="F4F0E8"/>
                    </a:solidFill>
                  </a:tcPr>
                </a:tc>
              </a:tr>
              <a:tr h="776288">
                <a:tc>
                  <a:txBody>
                    <a:bodyPr/>
                    <a:lstStyle/>
                    <a:p>
                      <a:r>
                        <a:rPr sz="1725" b="0">
                          <a:solidFill>
                            <a:srgbClr val="242421"/>
                          </a:solidFill>
                          <a:latin typeface="Georgia"/>
                          <a:ea typeface="Georgia"/>
                          <a:cs typeface="Georgia"/>
                        </a:rPr>
                        <a:t>230.538 GHz</a:t>
                      </a:r>
                    </a:p>
                  </a:txBody>
                  <a:tcPr marL="152400" marR="152400" marT="114300" marB="95250" anchor="ctr">
                    <a:lnL w="6668">
                      <a:solidFill>
                        <a:srgbClr val="D5CEC1"/>
                      </a:solidFill>
                    </a:lnL>
                    <a:lnR w="6668">
                      <a:solidFill>
                        <a:srgbClr val="D5CEC1"/>
                      </a:solidFill>
                    </a:lnR>
                    <a:lnB w="6668">
                      <a:solidFill>
                        <a:srgbClr val="D5CEC1"/>
                      </a:solidFill>
                    </a:lnB>
                    <a:solidFill>
                      <a:srgbClr val="F4F0E8"/>
                    </a:solidFill>
                  </a:tcPr>
                </a:tc>
                <a:tc>
                  <a:txBody>
                    <a:bodyPr/>
                    <a:lstStyle/>
                    <a:p>
                      <a:r>
                        <a:rPr sz="1725" b="0">
                          <a:solidFill>
                            <a:srgbClr val="242421"/>
                          </a:solidFill>
                          <a:latin typeface="Georgia"/>
                          <a:ea typeface="Georgia"/>
                          <a:cs typeface="Georgia"/>
                        </a:rPr>
                        <a:t>23.35 µdB</a:t>
                      </a:r>
                    </a:p>
                  </a:txBody>
                  <a:tcPr marL="152400" marR="152400" marT="114300" marB="95250" anchor="ctr">
                    <a:lnR w="6668">
                      <a:solidFill>
                        <a:srgbClr val="D5CEC1"/>
                      </a:solidFill>
                    </a:lnR>
                    <a:lnB w="6668">
                      <a:solidFill>
                        <a:srgbClr val="D5CEC1"/>
                      </a:solidFill>
                    </a:lnB>
                    <a:solidFill>
                      <a:srgbClr val="F4F0E8"/>
                    </a:solidFill>
                  </a:tcPr>
                </a:tc>
                <a:tc>
                  <a:txBody>
                    <a:bodyPr/>
                    <a:lstStyle/>
                    <a:p>
                      <a:r>
                        <a:rPr sz="1725" b="0">
                          <a:solidFill>
                            <a:srgbClr val="242421"/>
                          </a:solidFill>
                          <a:latin typeface="Georgia"/>
                          <a:ea typeface="Georgia"/>
                          <a:cs typeface="Georgia"/>
                        </a:rPr>
                        <a:t>0.9999973120</a:t>
                      </a:r>
                    </a:p>
                  </a:txBody>
                  <a:tcPr marL="152400" marR="152400" marT="114300" marB="95250" anchor="ctr">
                    <a:lnR w="6668">
                      <a:solidFill>
                        <a:srgbClr val="D5CEC1"/>
                      </a:solidFill>
                    </a:lnR>
                    <a:lnB w="6668">
                      <a:solidFill>
                        <a:srgbClr val="D5CEC1"/>
                      </a:solidFill>
                    </a:lnB>
                    <a:solidFill>
                      <a:srgbClr val="F4F0E8"/>
                    </a:solidFill>
                  </a:tcPr>
                </a:tc>
              </a:tr>
              <a:tr h="776288">
                <a:tc>
                  <a:txBody>
                    <a:bodyPr/>
                    <a:lstStyle/>
                    <a:p>
                      <a:r>
                        <a:rPr sz="1725" b="0">
                          <a:solidFill>
                            <a:srgbClr val="242421"/>
                          </a:solidFill>
                          <a:latin typeface="Georgia"/>
                          <a:ea typeface="Georgia"/>
                          <a:cs typeface="Georgia"/>
                        </a:rPr>
                        <a:t>345.796 GHz</a:t>
                      </a:r>
                    </a:p>
                  </a:txBody>
                  <a:tcPr marL="152400" marR="152400" marT="114300" marB="95250" anchor="ctr">
                    <a:lnL w="6668">
                      <a:solidFill>
                        <a:srgbClr val="D5CEC1"/>
                      </a:solidFill>
                    </a:lnL>
                    <a:lnR w="6668">
                      <a:solidFill>
                        <a:srgbClr val="D5CEC1"/>
                      </a:solidFill>
                    </a:lnR>
                    <a:lnB w="6668">
                      <a:solidFill>
                        <a:srgbClr val="D5CEC1"/>
                      </a:solidFill>
                    </a:lnB>
                    <a:solidFill>
                      <a:srgbClr val="F4F0E8"/>
                    </a:solidFill>
                  </a:tcPr>
                </a:tc>
                <a:tc>
                  <a:txBody>
                    <a:bodyPr/>
                    <a:lstStyle/>
                    <a:p>
                      <a:r>
                        <a:rPr sz="1725" b="0">
                          <a:solidFill>
                            <a:srgbClr val="242421"/>
                          </a:solidFill>
                          <a:latin typeface="Georgia"/>
                          <a:ea typeface="Georgia"/>
                          <a:cs typeface="Georgia"/>
                        </a:rPr>
                        <a:t>79.66 µdB</a:t>
                      </a:r>
                    </a:p>
                  </a:txBody>
                  <a:tcPr marL="152400" marR="152400" marT="114300" marB="95250" anchor="ctr">
                    <a:lnR w="6668">
                      <a:solidFill>
                        <a:srgbClr val="D5CEC1"/>
                      </a:solidFill>
                    </a:lnR>
                    <a:lnB w="6668">
                      <a:solidFill>
                        <a:srgbClr val="D5CEC1"/>
                      </a:solidFill>
                    </a:lnB>
                    <a:solidFill>
                      <a:srgbClr val="F4F0E8"/>
                    </a:solidFill>
                  </a:tcPr>
                </a:tc>
                <a:tc>
                  <a:txBody>
                    <a:bodyPr/>
                    <a:lstStyle/>
                    <a:p>
                      <a:r>
                        <a:rPr sz="1725" b="0">
                          <a:solidFill>
                            <a:srgbClr val="242421"/>
                          </a:solidFill>
                          <a:latin typeface="Georgia"/>
                          <a:ea typeface="Georgia"/>
                          <a:cs typeface="Georgia"/>
                        </a:rPr>
                        <a:t>0.9999908288</a:t>
                      </a:r>
                    </a:p>
                  </a:txBody>
                  <a:tcPr marL="152400" marR="152400" marT="114300" marB="95250" anchor="ctr">
                    <a:lnR w="6668">
                      <a:solidFill>
                        <a:srgbClr val="D5CEC1"/>
                      </a:solidFill>
                    </a:lnR>
                    <a:lnB w="6668">
                      <a:solidFill>
                        <a:srgbClr val="D5CEC1"/>
                      </a:solidFill>
                    </a:lnB>
                    <a:solidFill>
                      <a:srgbClr val="F4F0E8"/>
                    </a:solidFill>
                  </a:tcPr>
                </a:tc>
              </a:tr>
            </a:tbl>
          </a:graphicData>
        </a:graphic>
      </p:graphicFrame>
      <p:sp>
        <p:nvSpPr>
          <p:cNvPr id="7" name="The matched reference recovers the input column under the sa">
            <a:extLst xmlns:a="http://schemas.openxmlformats.org/drawingml/2006/main">
              <a:ext uri="{FF2B5EF4-FFF2-40B4-BE49-F238E27FC236}">
                <a16:creationId xmlns:a16="http://schemas.microsoft.com/office/drawing/2014/main" id="{C43E872F-AA49-484C-8989-B942C827FDE1}"/>
              </a:ext>
            </a:extLst>
          </p:cNvPr>
          <p:cNvSpPr>
            <a:spLocks xmlns:a="http://schemas.openxmlformats.org/drawingml/2006/main" noGrp="1"/>
          </p:cNvSpPr>
          <p:nvPr/>
        </p:nvSpPr>
        <p:spPr>
          <a:xfrm xmlns:a="http://schemas.openxmlformats.org/drawingml/2006/main">
            <a:off x="609600" y="5238750"/>
            <a:ext cx="1093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42421"/>
                </a:solidFill>
                <a:latin typeface="Georgia"/>
                <a:ea typeface="Georgia"/>
                <a:cs typeface="Georgia"/>
              </a:defRPr>
            </a:defPPr>
          </a:lstStyle>
          <a:p xmlns:a="http://schemas.openxmlformats.org/drawingml/2006/main">
            <a:pPr>
              <a:defRPr sz="2475" b="0">
                <a:solidFill>
                  <a:srgbClr val="242421"/>
                </a:solidFill>
                <a:latin typeface="Georgia"/>
                <a:ea typeface="Georgia"/>
                <a:cs typeface="Georgia"/>
              </a:defRPr>
            </a:pPr>
            <a:r>
              <a:rPr sz="2475" b="0">
                <a:solidFill>
                  <a:srgbClr val="242421"/>
                </a:solidFill>
                <a:latin typeface="Georgia"/>
                <a:ea typeface="Georgia"/>
                <a:cs typeface="Georgia"/>
              </a:rPr>
              <a:t>The matched reference recovers the input column under the same model.</a:t>
            </a:r>
          </a:p>
        </p:txBody>
      </p:sp>
    </p:spTree>
    <p:extLst>
      <p:ext uri="{BB962C8B-B14F-4D97-AF65-F5344CB8AC3E}">
        <p14:creationId xmlns:p14="http://schemas.microsoft.com/office/powerpoint/2010/main" val="499224398"/>
      </p:ext>
    </p:extLst>
  </p:cSld>
</p:sld>
</file>

<file path=ppt/slides/slide10.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5" name="The separation requires more than an absorption law">
            <a:extLst xmlns:a="http://schemas.openxmlformats.org/drawingml/2006/main">
              <a:ext uri="{FF2B5EF4-FFF2-40B4-BE49-F238E27FC236}">
                <a16:creationId xmlns:a16="http://schemas.microsoft.com/office/drawing/2014/main" id="{DC4844DE-82BB-40AC-A633-51FB88E0D6CF}"/>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0">
                <a:solidFill>
                  <a:srgbClr val="242421"/>
                </a:solidFill>
                <a:latin typeface="Georgia"/>
                <a:ea typeface="Georgia"/>
                <a:cs typeface="Georgia"/>
              </a:defRPr>
            </a:defPPr>
          </a:lstStyle>
          <a:p xmlns:a="http://schemas.openxmlformats.org/drawingml/2006/main">
            <a:pPr>
              <a:defRPr sz="3450" b="0">
                <a:solidFill>
                  <a:srgbClr val="242421"/>
                </a:solidFill>
                <a:latin typeface="Georgia"/>
                <a:ea typeface="Georgia"/>
                <a:cs typeface="Georgia"/>
              </a:defRPr>
            </a:pPr>
            <a:r>
              <a:rPr sz="3450" b="0">
                <a:solidFill>
                  <a:srgbClr val="242421"/>
                </a:solidFill>
                <a:latin typeface="Georgia"/>
                <a:ea typeface="Georgia"/>
                <a:cs typeface="Georgia"/>
              </a:rPr>
              <a:t>The separation requires more than an absorption law</a:t>
            </a:r>
          </a:p>
        </p:txBody>
      </p:sp>
      <p:sp>
        <p:nvSpPr>
          <p:cNvPr id="2" name="10">
            <a:extLst xmlns:a="http://schemas.openxmlformats.org/drawingml/2006/main">
              <a:ext uri="{FF2B5EF4-FFF2-40B4-BE49-F238E27FC236}">
                <a16:creationId xmlns:a16="http://schemas.microsoft.com/office/drawing/2014/main" id="{76C834C3-FF1D-4054-86CB-9CD7FD26E5E9}"/>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10</a:t>
            </a:r>
          </a:p>
        </p:txBody>
      </p:sp>
      <p:graphicFrame>
        <p:nvGraphicFramePr>
          <p:cNvPr id="3" name="">
            <a:extLst xmlns:a="http://schemas.openxmlformats.org/drawingml/2006/main">
              <a:ext uri="{FF2B5EF4-FFF2-40B4-BE49-F238E27FC236}">
                <a16:creationId xmlns:a16="http://schemas.microsoft.com/office/drawing/2014/main" id="{57EAEEE4-B554-46EB-909C-34612AC6346D}"/>
              </a:ext>
            </a:extLst>
          </p:cNvPr>
          <p:cNvGraphicFramePr/>
          <p:nvPr/>
        </p:nvGraphicFramePr>
        <p:xfrm>
          <a:off xmlns:a="http://schemas.openxmlformats.org/drawingml/2006/main" x="609600" y="1609725"/>
          <a:ext xmlns:a="http://schemas.openxmlformats.org/drawingml/2006/main" cx="10972800" cy="3714750"/>
        </p:xfrm>
        <a:graphic xmlns:a="http://schemas.openxmlformats.org/drawingml/2006/main">
          <a:graphicData uri="http://schemas.openxmlformats.org/drawingml/2006/table">
            <a:tbl>
              <a:tblPr/>
              <a:tblGrid>
                <a:gridCol w="4279392"/>
                <a:gridCol w="6693408"/>
              </a:tblGrid>
              <a:tr h="742950">
                <a:tc>
                  <a:txBody>
                    <a:bodyPr/>
                    <a:lstStyle/>
                    <a:p>
                      <a:r>
                        <a:rPr sz="1875" b="1">
                          <a:solidFill>
                            <a:srgbClr val="F5F1E9"/>
                          </a:solidFill>
                          <a:latin typeface="Georgia"/>
                          <a:ea typeface="Georgia"/>
                          <a:cs typeface="Georgia"/>
                        </a:rPr>
                        <a:t>Information</a:t>
                      </a:r>
                    </a:p>
                  </a:txBody>
                  <a:tcPr marL="152400" marR="152400" marT="114300" marB="95250" anchor="ctr">
                    <a:lnL w="6668">
                      <a:solidFill>
                        <a:srgbClr val="D5CEC1"/>
                      </a:solidFill>
                    </a:lnL>
                    <a:lnR w="6668">
                      <a:solidFill>
                        <a:srgbClr val="D5CEC1"/>
                      </a:solidFill>
                    </a:lnR>
                    <a:lnT w="6668">
                      <a:solidFill>
                        <a:srgbClr val="D5CEC1"/>
                      </a:solidFill>
                    </a:lnT>
                    <a:lnB w="6668">
                      <a:solidFill>
                        <a:srgbClr val="D5CEC1"/>
                      </a:solidFill>
                    </a:lnB>
                    <a:solidFill>
                      <a:srgbClr val="242421"/>
                    </a:solidFill>
                  </a:tcPr>
                </a:tc>
                <a:tc>
                  <a:txBody>
                    <a:bodyPr/>
                    <a:lstStyle/>
                    <a:p>
                      <a:r>
                        <a:rPr sz="1875" b="1">
                          <a:solidFill>
                            <a:srgbClr val="F5F1E9"/>
                          </a:solidFill>
                          <a:latin typeface="Georgia"/>
                          <a:ea typeface="Georgia"/>
                          <a:cs typeface="Georgia"/>
                        </a:rPr>
                        <a:t>Role in the separation</a:t>
                      </a:r>
                    </a:p>
                  </a:txBody>
                  <a:tcPr marL="152400" marR="152400" marT="114300" marB="95250" anchor="ctr">
                    <a:lnR w="6668">
                      <a:solidFill>
                        <a:srgbClr val="D5CEC1"/>
                      </a:solidFill>
                    </a:lnR>
                    <a:lnT w="6668">
                      <a:solidFill>
                        <a:srgbClr val="D5CEC1"/>
                      </a:solidFill>
                    </a:lnT>
                    <a:lnB w="6668">
                      <a:solidFill>
                        <a:srgbClr val="D5CEC1"/>
                      </a:solidFill>
                    </a:lnB>
                    <a:solidFill>
                      <a:srgbClr val="242421"/>
                    </a:solidFill>
                  </a:tcPr>
                </a:tc>
              </a:tr>
              <a:tr h="742950">
                <a:tc>
                  <a:txBody>
                    <a:bodyPr/>
                    <a:lstStyle/>
                    <a:p>
                      <a:r>
                        <a:rPr sz="1875" b="0">
                          <a:solidFill>
                            <a:srgbClr val="242421"/>
                          </a:solidFill>
                          <a:latin typeface="Georgia"/>
                          <a:ea typeface="Georgia"/>
                          <a:cs typeface="Georgia"/>
                        </a:rPr>
                        <a:t>Geometry and instrument response</a:t>
                      </a:r>
                    </a:p>
                  </a:txBody>
                  <a:tcPr marL="152400" marR="152400" marT="114300" marB="95250" anchor="ctr">
                    <a:lnL w="6668">
                      <a:solidFill>
                        <a:srgbClr val="D5CEC1"/>
                      </a:solidFill>
                    </a:lnL>
                    <a:lnR w="6668">
                      <a:solidFill>
                        <a:srgbClr val="D5CEC1"/>
                      </a:solidFill>
                    </a:lnR>
                    <a:lnB w="6668">
                      <a:solidFill>
                        <a:srgbClr val="D5CEC1"/>
                      </a:solidFill>
                    </a:lnB>
                    <a:solidFill>
                      <a:srgbClr val="F4F0E8"/>
                    </a:solidFill>
                  </a:tcPr>
                </a:tc>
                <a:tc>
                  <a:txBody>
                    <a:bodyPr/>
                    <a:lstStyle/>
                    <a:p>
                      <a:r>
                        <a:rPr sz="1875" b="0">
                          <a:solidFill>
                            <a:srgbClr val="242421"/>
                          </a:solidFill>
                          <a:latin typeface="Georgia"/>
                          <a:ea typeface="Georgia"/>
                          <a:cs typeface="Georgia"/>
                        </a:rPr>
                        <a:t>Separate path loss and instrument gain</a:t>
                      </a:r>
                    </a:p>
                  </a:txBody>
                  <a:tcPr marL="152400" marR="152400" marT="114300" marB="95250" anchor="ctr">
                    <a:lnR w="6668">
                      <a:solidFill>
                        <a:srgbClr val="D5CEC1"/>
                      </a:solidFill>
                    </a:lnR>
                    <a:lnB w="6668">
                      <a:solidFill>
                        <a:srgbClr val="D5CEC1"/>
                      </a:solidFill>
                    </a:lnB>
                    <a:solidFill>
                      <a:srgbClr val="F4F0E8"/>
                    </a:solidFill>
                  </a:tcPr>
                </a:tc>
              </a:tr>
              <a:tr h="742950">
                <a:tc>
                  <a:txBody>
                    <a:bodyPr/>
                    <a:lstStyle/>
                    <a:p>
                      <a:r>
                        <a:rPr sz="1875" b="0">
                          <a:solidFill>
                            <a:srgbClr val="242421"/>
                          </a:solidFill>
                          <a:latin typeface="Georgia"/>
                          <a:ea typeface="Georgia"/>
                          <a:cs typeface="Georgia"/>
                        </a:rPr>
                        <a:t>Temperature, pressure and humidity</a:t>
                      </a:r>
                    </a:p>
                  </a:txBody>
                  <a:tcPr marL="152400" marR="152400" marT="114300" marB="95250" anchor="ctr">
                    <a:lnL w="6668">
                      <a:solidFill>
                        <a:srgbClr val="D5CEC1"/>
                      </a:solidFill>
                    </a:lnL>
                    <a:lnR w="6668">
                      <a:solidFill>
                        <a:srgbClr val="D5CEC1"/>
                      </a:solidFill>
                    </a:lnR>
                    <a:lnB w="6668">
                      <a:solidFill>
                        <a:srgbClr val="D5CEC1"/>
                      </a:solidFill>
                    </a:lnB>
                    <a:solidFill>
                      <a:srgbClr val="F4F0E8"/>
                    </a:solidFill>
                  </a:tcPr>
                </a:tc>
                <a:tc>
                  <a:txBody>
                    <a:bodyPr/>
                    <a:lstStyle/>
                    <a:p>
                      <a:r>
                        <a:rPr sz="1875" b="0">
                          <a:solidFill>
                            <a:srgbClr val="242421"/>
                          </a:solidFill>
                          <a:latin typeface="Georgia"/>
                          <a:ea typeface="Georgia"/>
                          <a:cs typeface="Georgia"/>
                        </a:rPr>
                        <a:t>Set background loss and molecular line shapes</a:t>
                      </a:r>
                    </a:p>
                  </a:txBody>
                  <a:tcPr marL="152400" marR="152400" marT="114300" marB="95250" anchor="ctr">
                    <a:lnR w="6668">
                      <a:solidFill>
                        <a:srgbClr val="D5CEC1"/>
                      </a:solidFill>
                    </a:lnR>
                    <a:lnB w="6668">
                      <a:solidFill>
                        <a:srgbClr val="D5CEC1"/>
                      </a:solidFill>
                    </a:lnB>
                    <a:solidFill>
                      <a:srgbClr val="F4F0E8"/>
                    </a:solidFill>
                  </a:tcPr>
                </a:tc>
              </a:tr>
              <a:tr h="742950">
                <a:tc>
                  <a:txBody>
                    <a:bodyPr/>
                    <a:lstStyle/>
                    <a:p>
                      <a:r>
                        <a:rPr sz="1875" b="0">
                          <a:solidFill>
                            <a:srgbClr val="242421"/>
                          </a:solidFill>
                          <a:latin typeface="Georgia"/>
                          <a:ea typeface="Georgia"/>
                          <a:cs typeface="Georgia"/>
                        </a:rPr>
                        <a:t>Reference CO and gas spectra</a:t>
                      </a:r>
                    </a:p>
                  </a:txBody>
                  <a:tcPr marL="152400" marR="152400" marT="114300" marB="95250" anchor="ctr">
                    <a:lnL w="6668">
                      <a:solidFill>
                        <a:srgbClr val="D5CEC1"/>
                      </a:solidFill>
                    </a:lnL>
                    <a:lnR w="6668">
                      <a:solidFill>
                        <a:srgbClr val="D5CEC1"/>
                      </a:solidFill>
                    </a:lnR>
                    <a:lnB w="6668">
                      <a:solidFill>
                        <a:srgbClr val="D5CEC1"/>
                      </a:solidFill>
                    </a:lnB>
                    <a:solidFill>
                      <a:srgbClr val="F4F0E8"/>
                    </a:solidFill>
                  </a:tcPr>
                </a:tc>
                <a:tc>
                  <a:txBody>
                    <a:bodyPr/>
                    <a:lstStyle/>
                    <a:p>
                      <a:r>
                        <a:rPr sz="1875" b="0">
                          <a:solidFill>
                            <a:srgbClr val="242421"/>
                          </a:solidFill>
                          <a:latin typeface="Georgia"/>
                          <a:ea typeface="Georgia"/>
                          <a:cs typeface="Georgia"/>
                        </a:rPr>
                        <a:t>Separate target enhancement from other gases</a:t>
                      </a:r>
                    </a:p>
                  </a:txBody>
                  <a:tcPr marL="152400" marR="152400" marT="114300" marB="95250" anchor="ctr">
                    <a:lnR w="6668">
                      <a:solidFill>
                        <a:srgbClr val="D5CEC1"/>
                      </a:solidFill>
                    </a:lnR>
                    <a:lnB w="6668">
                      <a:solidFill>
                        <a:srgbClr val="D5CEC1"/>
                      </a:solidFill>
                    </a:lnB>
                    <a:solidFill>
                      <a:srgbClr val="F4F0E8"/>
                    </a:solidFill>
                  </a:tcPr>
                </a:tc>
              </a:tr>
              <a:tr h="742950">
                <a:tc>
                  <a:txBody>
                    <a:bodyPr/>
                    <a:lstStyle/>
                    <a:p>
                      <a:r>
                        <a:rPr sz="1875" b="0">
                          <a:solidFill>
                            <a:srgbClr val="242421"/>
                          </a:solidFill>
                          <a:latin typeface="Georgia"/>
                          <a:ea typeface="Georgia"/>
                          <a:cs typeface="Georgia"/>
                        </a:rPr>
                        <a:t>Cloud length or spatial model</a:t>
                      </a:r>
                    </a:p>
                  </a:txBody>
                  <a:tcPr marL="152400" marR="152400" marT="114300" marB="95250" anchor="ctr">
                    <a:lnL w="6668">
                      <a:solidFill>
                        <a:srgbClr val="D5CEC1"/>
                      </a:solidFill>
                    </a:lnL>
                    <a:lnR w="6668">
                      <a:solidFill>
                        <a:srgbClr val="D5CEC1"/>
                      </a:solidFill>
                    </a:lnR>
                    <a:lnB w="6668">
                      <a:solidFill>
                        <a:srgbClr val="D5CEC1"/>
                      </a:solidFill>
                    </a:lnB>
                    <a:solidFill>
                      <a:srgbClr val="F4F0E8"/>
                    </a:solidFill>
                  </a:tcPr>
                </a:tc>
                <a:tc>
                  <a:txBody>
                    <a:bodyPr/>
                    <a:lstStyle/>
                    <a:p>
                      <a:r>
                        <a:rPr sz="1875" b="0">
                          <a:solidFill>
                            <a:srgbClr val="242421"/>
                          </a:solidFill>
                          <a:latin typeface="Georgia"/>
                          <a:ea typeface="Georgia"/>
                          <a:cs typeface="Georgia"/>
                        </a:rPr>
                        <a:t>Convert molecular column to concentration</a:t>
                      </a:r>
                    </a:p>
                  </a:txBody>
                  <a:tcPr marL="152400" marR="152400" marT="114300" marB="95250" anchor="ctr">
                    <a:lnR w="6668">
                      <a:solidFill>
                        <a:srgbClr val="D5CEC1"/>
                      </a:solidFill>
                    </a:lnR>
                    <a:lnB w="6668">
                      <a:solidFill>
                        <a:srgbClr val="D5CEC1"/>
                      </a:solidFill>
                    </a:lnB>
                    <a:solidFill>
                      <a:srgbClr val="F4F0E8"/>
                    </a:solidFill>
                  </a:tcPr>
                </a:tc>
              </a:tr>
            </a:tbl>
          </a:graphicData>
        </a:graphic>
      </p:graphicFrame>
      <p:sp>
        <p:nvSpPr>
          <p:cNvPr id="4" name="A standard atmosphere supplies assumed conditions. A matched">
            <a:extLst xmlns:a="http://schemas.openxmlformats.org/drawingml/2006/main">
              <a:ext uri="{FF2B5EF4-FFF2-40B4-BE49-F238E27FC236}">
                <a16:creationId xmlns:a16="http://schemas.microsoft.com/office/drawing/2014/main" id="{4FB9EED0-55AF-4DC5-8C59-8ED9EB85C698}"/>
              </a:ext>
            </a:extLst>
          </p:cNvPr>
          <p:cNvSpPr>
            <a:spLocks xmlns:a="http://schemas.openxmlformats.org/drawingml/2006/main" noGrp="1"/>
          </p:cNvSpPr>
          <p:nvPr/>
        </p:nvSpPr>
        <p:spPr>
          <a:xfrm xmlns:a="http://schemas.openxmlformats.org/drawingml/2006/main">
            <a:off x="609600" y="56197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B4472B"/>
                </a:solidFill>
                <a:latin typeface="Georgia"/>
                <a:ea typeface="Georgia"/>
                <a:cs typeface="Georgia"/>
              </a:defRPr>
            </a:defPPr>
          </a:lstStyle>
          <a:p xmlns:a="http://schemas.openxmlformats.org/drawingml/2006/main">
            <a:pPr>
              <a:defRPr sz="1950" b="0">
                <a:solidFill>
                  <a:srgbClr val="B4472B"/>
                </a:solidFill>
                <a:latin typeface="Georgia"/>
                <a:ea typeface="Georgia"/>
                <a:cs typeface="Georgia"/>
              </a:defRPr>
            </a:pPr>
            <a:r>
              <a:rPr sz="1950" b="0">
                <a:solidFill>
                  <a:srgbClr val="B4472B"/>
                </a:solidFill>
                <a:latin typeface="Georgia"/>
                <a:ea typeface="Georgia"/>
                <a:cs typeface="Georgia"/>
              </a:rPr>
              <a:t>A standard atmosphere supplies assumed conditions. A matched reference must reproduce the conditions of the sample.</a:t>
            </a:r>
          </a:p>
        </p:txBody>
      </p:sp>
    </p:spTree>
    <p:extLst>
      <p:ext uri="{BB962C8B-B14F-4D97-AF65-F5344CB8AC3E}">
        <p14:creationId xmlns:p14="http://schemas.microsoft.com/office/powerpoint/2010/main" val="473783883"/>
      </p:ext>
    </p:extLst>
  </p:cSld>
</p:sld>
</file>

<file path=ppt/slides/slide11.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8" name="Chemical identifiability and practical detectability">
            <a:extLst xmlns:a="http://schemas.openxmlformats.org/drawingml/2006/main">
              <a:ext uri="{FF2B5EF4-FFF2-40B4-BE49-F238E27FC236}">
                <a16:creationId xmlns:a16="http://schemas.microsoft.com/office/drawing/2014/main" id="{B643FB49-1BEE-402D-B86E-20A45D3481F2}"/>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0">
                <a:solidFill>
                  <a:srgbClr val="242421"/>
                </a:solidFill>
                <a:latin typeface="Georgia"/>
                <a:ea typeface="Georgia"/>
                <a:cs typeface="Georgia"/>
              </a:defRPr>
            </a:defPPr>
          </a:lstStyle>
          <a:p xmlns:a="http://schemas.openxmlformats.org/drawingml/2006/main">
            <a:pPr>
              <a:defRPr sz="3450" b="0">
                <a:solidFill>
                  <a:srgbClr val="242421"/>
                </a:solidFill>
                <a:latin typeface="Georgia"/>
                <a:ea typeface="Georgia"/>
                <a:cs typeface="Georgia"/>
              </a:defRPr>
            </a:pPr>
            <a:r>
              <a:rPr sz="3450" b="0">
                <a:solidFill>
                  <a:srgbClr val="242421"/>
                </a:solidFill>
                <a:latin typeface="Georgia"/>
                <a:ea typeface="Georgia"/>
                <a:cs typeface="Georgia"/>
              </a:rPr>
              <a:t>Chemical identifiability and practical detectability</a:t>
            </a:r>
          </a:p>
        </p:txBody>
      </p:sp>
      <p:sp>
        <p:nvSpPr>
          <p:cNvPr id="2" name="11">
            <a:extLst xmlns:a="http://schemas.openxmlformats.org/drawingml/2006/main">
              <a:ext uri="{FF2B5EF4-FFF2-40B4-BE49-F238E27FC236}">
                <a16:creationId xmlns:a16="http://schemas.microsoft.com/office/drawing/2014/main" id="{576847A2-AFCB-474D-93C3-E0E8B5E3BDA1}"/>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11</a:t>
            </a:r>
          </a:p>
        </p:txBody>
      </p:sp>
      <p:sp>
        <p:nvSpPr>
          <p:cNvPr id="3" name="Identifiability">
            <a:extLst xmlns:a="http://schemas.openxmlformats.org/drawingml/2006/main">
              <a:ext uri="{FF2B5EF4-FFF2-40B4-BE49-F238E27FC236}">
                <a16:creationId xmlns:a16="http://schemas.microsoft.com/office/drawing/2014/main" id="{BF0FC710-6319-4C14-AF38-012EB0D159CD}"/>
              </a:ext>
            </a:extLst>
          </p:cNvPr>
          <p:cNvSpPr>
            <a:spLocks xmlns:a="http://schemas.openxmlformats.org/drawingml/2006/main" noGrp="1"/>
          </p:cNvSpPr>
          <p:nvPr/>
        </p:nvSpPr>
        <p:spPr>
          <a:xfrm xmlns:a="http://schemas.openxmlformats.org/drawingml/2006/main">
            <a:off x="609600" y="17526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0">
                <a:solidFill>
                  <a:srgbClr val="B4472B"/>
                </a:solidFill>
                <a:latin typeface="Georgia"/>
                <a:ea typeface="Georgia"/>
                <a:cs typeface="Georgia"/>
              </a:defRPr>
            </a:defPPr>
          </a:lstStyle>
          <a:p xmlns:a="http://schemas.openxmlformats.org/drawingml/2006/main">
            <a:pPr>
              <a:defRPr sz="2850" b="0">
                <a:solidFill>
                  <a:srgbClr val="B4472B"/>
                </a:solidFill>
                <a:latin typeface="Georgia"/>
                <a:ea typeface="Georgia"/>
                <a:cs typeface="Georgia"/>
              </a:defRPr>
            </a:pPr>
            <a:r>
              <a:rPr sz="2850" b="0">
                <a:solidFill>
                  <a:srgbClr val="B4472B"/>
                </a:solidFill>
                <a:latin typeface="Georgia"/>
                <a:ea typeface="Georgia"/>
                <a:cs typeface="Georgia"/>
              </a:rPr>
              <a:t>Identifiability</a:t>
            </a:r>
          </a:p>
        </p:txBody>
      </p:sp>
      <p:sp>
        <p:nvSpPr>
          <p:cNvPr id="4" name="Can the gas produce a spectral response that the allowed bac">
            <a:extLst xmlns:a="http://schemas.openxmlformats.org/drawingml/2006/main">
              <a:ext uri="{FF2B5EF4-FFF2-40B4-BE49-F238E27FC236}">
                <a16:creationId xmlns:a16="http://schemas.microsoft.com/office/drawing/2014/main" id="{2DE27297-AFC5-4B59-8787-2B2BF6FBACE3}"/>
              </a:ext>
            </a:extLst>
          </p:cNvPr>
          <p:cNvSpPr>
            <a:spLocks xmlns:a="http://schemas.openxmlformats.org/drawingml/2006/main" noGrp="1"/>
          </p:cNvSpPr>
          <p:nvPr/>
        </p:nvSpPr>
        <p:spPr>
          <a:xfrm xmlns:a="http://schemas.openxmlformats.org/drawingml/2006/main">
            <a:off x="609600" y="2581275"/>
            <a:ext cx="4857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2421"/>
                </a:solidFill>
                <a:latin typeface="Georgia"/>
                <a:ea typeface="Georgia"/>
                <a:cs typeface="Georgia"/>
              </a:defRPr>
            </a:defPPr>
          </a:lstStyle>
          <a:p xmlns:a="http://schemas.openxmlformats.org/drawingml/2006/main">
            <a:pPr>
              <a:defRPr sz="2175" b="0">
                <a:solidFill>
                  <a:srgbClr val="242421"/>
                </a:solidFill>
                <a:latin typeface="Georgia"/>
                <a:ea typeface="Georgia"/>
                <a:cs typeface="Georgia"/>
              </a:defRPr>
            </a:pPr>
            <a:r>
              <a:rPr sz="2175" b="0">
                <a:solidFill>
                  <a:srgbClr val="242421"/>
                </a:solidFill>
                <a:latin typeface="Georgia"/>
                <a:ea typeface="Georgia"/>
                <a:cs typeface="Georgia"/>
              </a:rPr>
              <a:t>Can the gas produce a spectral response that the allowed background and other gases cannot reproduce?</a:t>
            </a:r>
          </a:p>
        </p:txBody>
      </p:sp>
      <p:sp>
        <p:nvSpPr>
          <p:cNvPr id="5" name="Practical detectability">
            <a:extLst xmlns:a="http://schemas.openxmlformats.org/drawingml/2006/main">
              <a:ext uri="{FF2B5EF4-FFF2-40B4-BE49-F238E27FC236}">
                <a16:creationId xmlns:a16="http://schemas.microsoft.com/office/drawing/2014/main" id="{C1B31446-4DD6-417C-A44C-8F262165FEF7}"/>
              </a:ext>
            </a:extLst>
          </p:cNvPr>
          <p:cNvSpPr>
            <a:spLocks xmlns:a="http://schemas.openxmlformats.org/drawingml/2006/main" noGrp="1"/>
          </p:cNvSpPr>
          <p:nvPr/>
        </p:nvSpPr>
        <p:spPr>
          <a:xfrm xmlns:a="http://schemas.openxmlformats.org/drawingml/2006/main">
            <a:off x="6515100" y="17526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0">
                <a:solidFill>
                  <a:srgbClr val="B4472B"/>
                </a:solidFill>
                <a:latin typeface="Georgia"/>
                <a:ea typeface="Georgia"/>
                <a:cs typeface="Georgia"/>
              </a:defRPr>
            </a:defPPr>
          </a:lstStyle>
          <a:p xmlns:a="http://schemas.openxmlformats.org/drawingml/2006/main">
            <a:pPr>
              <a:defRPr sz="2850" b="0">
                <a:solidFill>
                  <a:srgbClr val="B4472B"/>
                </a:solidFill>
                <a:latin typeface="Georgia"/>
                <a:ea typeface="Georgia"/>
                <a:cs typeface="Georgia"/>
              </a:defRPr>
            </a:pPr>
            <a:r>
              <a:rPr sz="2850" b="0">
                <a:solidFill>
                  <a:srgbClr val="B4472B"/>
                </a:solidFill>
                <a:latin typeface="Georgia"/>
                <a:ea typeface="Georgia"/>
                <a:cs typeface="Georgia"/>
              </a:rPr>
              <a:t>Practical detectability</a:t>
            </a:r>
          </a:p>
        </p:txBody>
      </p:sp>
      <p:sp>
        <p:nvSpPr>
          <p:cNvPr id="6" name="Is the resulting channel change measurable at the chosen col">
            <a:extLst xmlns:a="http://schemas.openxmlformats.org/drawingml/2006/main">
              <a:ext uri="{FF2B5EF4-FFF2-40B4-BE49-F238E27FC236}">
                <a16:creationId xmlns:a16="http://schemas.microsoft.com/office/drawing/2014/main" id="{0E998E9D-9E9E-40FC-A0C6-376BF6637354}"/>
              </a:ext>
            </a:extLst>
          </p:cNvPr>
          <p:cNvSpPr>
            <a:spLocks xmlns:a="http://schemas.openxmlformats.org/drawingml/2006/main" noGrp="1"/>
          </p:cNvSpPr>
          <p:nvPr/>
        </p:nvSpPr>
        <p:spPr>
          <a:xfrm xmlns:a="http://schemas.openxmlformats.org/drawingml/2006/main">
            <a:off x="6515100" y="2581275"/>
            <a:ext cx="50482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2421"/>
                </a:solidFill>
                <a:latin typeface="Georgia"/>
                <a:ea typeface="Georgia"/>
                <a:cs typeface="Georgia"/>
              </a:defRPr>
            </a:defPPr>
          </a:lstStyle>
          <a:p xmlns:a="http://schemas.openxmlformats.org/drawingml/2006/main">
            <a:pPr>
              <a:defRPr sz="2175" b="0">
                <a:solidFill>
                  <a:srgbClr val="242421"/>
                </a:solidFill>
                <a:latin typeface="Georgia"/>
                <a:ea typeface="Georgia"/>
                <a:cs typeface="Georgia"/>
              </a:defRPr>
            </a:pPr>
            <a:r>
              <a:rPr sz="2175" b="0">
                <a:solidFill>
                  <a:srgbClr val="242421"/>
                </a:solidFill>
                <a:latin typeface="Georgia"/>
                <a:ea typeface="Georgia"/>
                <a:cs typeface="Georgia"/>
              </a:rPr>
              <a:t>Is the resulting channel change measurable at the chosen column, path length and instrument precision?</a:t>
            </a:r>
          </a:p>
        </p:txBody>
      </p:sp>
      <p:sp>
        <p:nvSpPr>
          <p:cNvPr id="7" name="The noiseless study addresses the first question. A useful c">
            <a:extLst xmlns:a="http://schemas.openxmlformats.org/drawingml/2006/main">
              <a:ext uri="{FF2B5EF4-FFF2-40B4-BE49-F238E27FC236}">
                <a16:creationId xmlns:a16="http://schemas.microsoft.com/office/drawing/2014/main" id="{62087004-6A31-4072-BAE7-AFDD0C1D01F0}"/>
              </a:ext>
            </a:extLst>
          </p:cNvPr>
          <p:cNvSpPr>
            <a:spLocks xmlns:a="http://schemas.openxmlformats.org/drawingml/2006/main" noGrp="1"/>
          </p:cNvSpPr>
          <p:nvPr/>
        </p:nvSpPr>
        <p:spPr>
          <a:xfrm xmlns:a="http://schemas.openxmlformats.org/drawingml/2006/main">
            <a:off x="609600" y="50673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42421"/>
                </a:solidFill>
                <a:latin typeface="Georgia"/>
                <a:ea typeface="Georgia"/>
                <a:cs typeface="Georgia"/>
              </a:defRPr>
            </a:defPPr>
          </a:lstStyle>
          <a:p xmlns:a="http://schemas.openxmlformats.org/drawingml/2006/main">
            <a:pPr>
              <a:defRPr sz="2400" b="0">
                <a:solidFill>
                  <a:srgbClr val="242421"/>
                </a:solidFill>
                <a:latin typeface="Georgia"/>
                <a:ea typeface="Georgia"/>
                <a:cs typeface="Georgia"/>
              </a:defRPr>
            </a:pPr>
            <a:r>
              <a:rPr sz="2400" b="0">
                <a:solidFill>
                  <a:srgbClr val="242421"/>
                </a:solidFill>
                <a:latin typeface="Georgia"/>
                <a:ea typeface="Georgia"/>
                <a:cs typeface="Georgia"/>
              </a:rPr>
              <a:t>The noiseless study addresses the first question. A useful concentration limit requires an error model.</a:t>
            </a:r>
          </a:p>
        </p:txBody>
      </p:sp>
    </p:spTree>
    <p:extLst>
      <p:ext uri="{BB962C8B-B14F-4D97-AF65-F5344CB8AC3E}">
        <p14:creationId xmlns:p14="http://schemas.microsoft.com/office/powerpoint/2010/main" val="2129060605"/>
      </p:ext>
    </p:extLst>
  </p:cSld>
</p:sld>
</file>

<file path=ppt/slides/slide12.xml><?xml version="1.0" encoding="utf-8"?>
<p:sld xmlns:p="http://schemas.openxmlformats.org/presentationml/2006/main">
  <p:cSld>
    <p:bg>
      <p:bgPr>
        <a:solidFill xmlns:a="http://schemas.openxmlformats.org/drawingml/2006/main">
          <a:srgbClr val="242421"/>
        </a:solidFill>
      </p:bgPr>
    </p:bg>
    <p:spTree>
      <p:nvGrpSpPr>
        <p:cNvPr id="1" name=""/>
        <p:cNvGrpSpPr/>
        <p:nvPr/>
      </p:nvGrpSpPr>
      <p:grpSpPr>
        <a:xfrm xmlns:a="http://schemas.openxmlformats.org/drawingml/2006/main"/>
      </p:grpSpPr>
      <p:sp>
        <p:nvSpPr>
          <p:cNvPr id="6" name="The next experiment needs a defined reference">
            <a:extLst xmlns:a="http://schemas.openxmlformats.org/drawingml/2006/main">
              <a:ext uri="{FF2B5EF4-FFF2-40B4-BE49-F238E27FC236}">
                <a16:creationId xmlns:a16="http://schemas.microsoft.com/office/drawing/2014/main" id="{7BA33823-6304-4929-BC1D-F7BE8303032F}"/>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0">
                <a:solidFill>
                  <a:srgbClr val="F5F1E9"/>
                </a:solidFill>
                <a:latin typeface="Georgia"/>
                <a:ea typeface="Georgia"/>
                <a:cs typeface="Georgia"/>
              </a:defRPr>
            </a:defPPr>
          </a:lstStyle>
          <a:p xmlns:a="http://schemas.openxmlformats.org/drawingml/2006/main">
            <a:pPr>
              <a:defRPr sz="3450" b="0">
                <a:solidFill>
                  <a:srgbClr val="F5F1E9"/>
                </a:solidFill>
                <a:latin typeface="Georgia"/>
                <a:ea typeface="Georgia"/>
                <a:cs typeface="Georgia"/>
              </a:defRPr>
            </a:pPr>
            <a:r>
              <a:rPr sz="3450" b="0">
                <a:solidFill>
                  <a:srgbClr val="F5F1E9"/>
                </a:solidFill>
                <a:latin typeface="Georgia"/>
                <a:ea typeface="Georgia"/>
                <a:cs typeface="Georgia"/>
              </a:rPr>
              <a:t>The next experiment needs a defined reference</a:t>
            </a:r>
          </a:p>
        </p:txBody>
      </p:sp>
      <p:sp>
        <p:nvSpPr>
          <p:cNvPr id="2" name="12">
            <a:extLst xmlns:a="http://schemas.openxmlformats.org/drawingml/2006/main">
              <a:ext uri="{FF2B5EF4-FFF2-40B4-BE49-F238E27FC236}">
                <a16:creationId xmlns:a16="http://schemas.microsoft.com/office/drawing/2014/main" id="{ED855A0A-3FE6-42C0-A6EE-410D2E6E82E2}"/>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C6BFB3"/>
                </a:solidFill>
                <a:latin typeface="Georgia"/>
                <a:ea typeface="Georgia"/>
                <a:cs typeface="Georgia"/>
              </a:defRPr>
            </a:defPPr>
          </a:lstStyle>
          <a:p xmlns:a="http://schemas.openxmlformats.org/drawingml/2006/main">
            <a:pPr algn="r">
              <a:defRPr sz="1275" b="0">
                <a:solidFill>
                  <a:srgbClr val="C6BFB3"/>
                </a:solidFill>
                <a:latin typeface="Georgia"/>
                <a:ea typeface="Georgia"/>
                <a:cs typeface="Georgia"/>
              </a:defRPr>
            </a:pPr>
            <a:r>
              <a:rPr sz="1275" b="0">
                <a:solidFill>
                  <a:srgbClr val="C6BFB3"/>
                </a:solidFill>
                <a:latin typeface="Georgia"/>
                <a:ea typeface="Georgia"/>
                <a:cs typeface="Georgia"/>
              </a:rPr>
              <a:t>12</a:t>
            </a:r>
          </a:p>
        </p:txBody>
      </p:sp>
      <p:sp>
        <p:nvSpPr>
          <p:cNvPr id="3" name="How will we obtain h₀?">
            <a:extLst xmlns:a="http://schemas.openxmlformats.org/drawingml/2006/main">
              <a:ext uri="{FF2B5EF4-FFF2-40B4-BE49-F238E27FC236}">
                <a16:creationId xmlns:a16="http://schemas.microsoft.com/office/drawing/2014/main" id="{B7529F86-A1B8-4DC4-B46A-BDDE331CA19D}"/>
              </a:ext>
            </a:extLst>
          </p:cNvPr>
          <p:cNvSpPr>
            <a:spLocks xmlns:a="http://schemas.openxmlformats.org/drawingml/2006/main" noGrp="1"/>
          </p:cNvSpPr>
          <p:nvPr/>
        </p:nvSpPr>
        <p:spPr>
          <a:xfrm xmlns:a="http://schemas.openxmlformats.org/drawingml/2006/main">
            <a:off x="647700" y="1790700"/>
            <a:ext cx="10858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75" b="0">
                <a:solidFill>
                  <a:srgbClr val="F5F1E9"/>
                </a:solidFill>
                <a:latin typeface="Georgia"/>
                <a:ea typeface="Georgia"/>
                <a:cs typeface="Georgia"/>
              </a:defRPr>
            </a:defPPr>
          </a:lstStyle>
          <a:p xmlns:a="http://schemas.openxmlformats.org/drawingml/2006/main">
            <a:pPr>
              <a:defRPr sz="4875" b="0">
                <a:solidFill>
                  <a:srgbClr val="F5F1E9"/>
                </a:solidFill>
                <a:latin typeface="Georgia"/>
                <a:ea typeface="Georgia"/>
                <a:cs typeface="Georgia"/>
              </a:defRPr>
            </a:pPr>
            <a:r>
              <a:rPr sz="4875" b="0">
                <a:solidFill>
                  <a:srgbClr val="F5F1E9"/>
                </a:solidFill>
                <a:latin typeface="Georgia"/>
                <a:ea typeface="Georgia"/>
                <a:cs typeface="Georgia"/>
              </a:rPr>
              <a:t>How will we obtain h₀?</a:t>
            </a:r>
          </a:p>
        </p:txBody>
      </p:sp>
      <p:sp>
        <p:nvSpPr>
          <p:cNvPr id="4" name="A matched measurement&#10;or a constrained atmospheric model">
            <a:extLst xmlns:a="http://schemas.openxmlformats.org/drawingml/2006/main">
              <a:ext uri="{FF2B5EF4-FFF2-40B4-BE49-F238E27FC236}">
                <a16:creationId xmlns:a16="http://schemas.microsoft.com/office/drawing/2014/main" id="{A3EAA33C-8D8B-4848-8EDE-67D5E1446002}"/>
              </a:ext>
            </a:extLst>
          </p:cNvPr>
          <p:cNvSpPr>
            <a:spLocks xmlns:a="http://schemas.openxmlformats.org/drawingml/2006/main" noGrp="1"/>
          </p:cNvSpPr>
          <p:nvPr/>
        </p:nvSpPr>
        <p:spPr>
          <a:xfrm xmlns:a="http://schemas.openxmlformats.org/drawingml/2006/main">
            <a:off x="685800" y="3038475"/>
            <a:ext cx="10382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0">
                <a:solidFill>
                  <a:srgbClr val="D89474"/>
                </a:solidFill>
                <a:latin typeface="Georgia"/>
                <a:ea typeface="Georgia"/>
                <a:cs typeface="Georgia"/>
              </a:defRPr>
            </a:defPPr>
          </a:lstStyle>
          <a:p xmlns:a="http://schemas.openxmlformats.org/drawingml/2006/main">
            <a:pPr>
              <a:defRPr sz="2925" b="0">
                <a:solidFill>
                  <a:srgbClr val="D89474"/>
                </a:solidFill>
                <a:latin typeface="Georgia"/>
                <a:ea typeface="Georgia"/>
                <a:cs typeface="Georgia"/>
              </a:defRPr>
            </a:pPr>
            <a:r>
              <a:rPr sz="2925" b="0">
                <a:solidFill>
                  <a:srgbClr val="D89474"/>
                </a:solidFill>
                <a:latin typeface="Georgia"/>
                <a:ea typeface="Georgia"/>
                <a:cs typeface="Georgia"/>
              </a:rPr>
              <a:t>A matched measurement</a:t>
            </a:r>
          </a:p>
          <a:p xmlns:a="http://schemas.openxmlformats.org/drawingml/2006/main">
            <a:pPr>
              <a:defRPr sz="2925" b="0">
                <a:solidFill>
                  <a:srgbClr val="D89474"/>
                </a:solidFill>
                <a:latin typeface="Georgia"/>
                <a:ea typeface="Georgia"/>
                <a:cs typeface="Georgia"/>
              </a:defRPr>
            </a:pPr>
            <a:r>
              <a:rPr sz="2925" b="0">
                <a:solidFill>
                  <a:srgbClr val="D89474"/>
                </a:solidFill>
                <a:latin typeface="Georgia"/>
                <a:ea typeface="Georgia"/>
                <a:cs typeface="Georgia"/>
              </a:rPr>
              <a:t>or a constrained atmospheric model</a:t>
            </a:r>
          </a:p>
        </p:txBody>
      </p:sp>
      <p:sp>
        <p:nvSpPr>
          <p:cNvPr id="5" name="Then vary the uncertain atmospheric quantities&#10;and test whet">
            <a:extLst xmlns:a="http://schemas.openxmlformats.org/drawingml/2006/main">
              <a:ext uri="{FF2B5EF4-FFF2-40B4-BE49-F238E27FC236}">
                <a16:creationId xmlns:a16="http://schemas.microsoft.com/office/drawing/2014/main" id="{BBF91685-0697-44F8-89BB-2250F7C7407C}"/>
              </a:ext>
            </a:extLst>
          </p:cNvPr>
          <p:cNvSpPr>
            <a:spLocks xmlns:a="http://schemas.openxmlformats.org/drawingml/2006/main" noGrp="1"/>
          </p:cNvSpPr>
          <p:nvPr/>
        </p:nvSpPr>
        <p:spPr>
          <a:xfrm xmlns:a="http://schemas.openxmlformats.org/drawingml/2006/main">
            <a:off x="685800" y="4810125"/>
            <a:ext cx="1038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5F1E9"/>
                </a:solidFill>
                <a:latin typeface="Georgia"/>
                <a:ea typeface="Georgia"/>
                <a:cs typeface="Georgia"/>
              </a:defRPr>
            </a:defPPr>
          </a:lstStyle>
          <a:p xmlns:a="http://schemas.openxmlformats.org/drawingml/2006/main">
            <a:pPr>
              <a:defRPr sz="2250" b="0">
                <a:solidFill>
                  <a:srgbClr val="F5F1E9"/>
                </a:solidFill>
                <a:latin typeface="Georgia"/>
                <a:ea typeface="Georgia"/>
                <a:cs typeface="Georgia"/>
              </a:defRPr>
            </a:pPr>
            <a:r>
              <a:rPr sz="2250" b="0">
                <a:solidFill>
                  <a:srgbClr val="F5F1E9"/>
                </a:solidFill>
                <a:latin typeface="Georgia"/>
                <a:ea typeface="Georgia"/>
                <a:cs typeface="Georgia"/>
              </a:rPr>
              <a:t>Then vary the uncertain atmospheric quantities</a:t>
            </a:r>
          </a:p>
          <a:p xmlns:a="http://schemas.openxmlformats.org/drawingml/2006/main">
            <a:pPr>
              <a:defRPr sz="2250" b="0">
                <a:solidFill>
                  <a:srgbClr val="F5F1E9"/>
                </a:solidFill>
                <a:latin typeface="Georgia"/>
                <a:ea typeface="Georgia"/>
                <a:cs typeface="Georgia"/>
              </a:defRPr>
            </a:pPr>
            <a:r>
              <a:rPr sz="2250" b="0">
                <a:solidFill>
                  <a:srgbClr val="F5F1E9"/>
                </a:solidFill>
                <a:latin typeface="Georgia"/>
                <a:ea typeface="Georgia"/>
                <a:cs typeface="Georgia"/>
              </a:rPr>
              <a:t>and test whether CO remains distinguishable.</a:t>
            </a:r>
          </a:p>
        </p:txBody>
      </p:sp>
    </p:spTree>
    <p:extLst>
      <p:ext uri="{BB962C8B-B14F-4D97-AF65-F5344CB8AC3E}">
        <p14:creationId xmlns:p14="http://schemas.microsoft.com/office/powerpoint/2010/main" val="1290224987"/>
      </p:ext>
    </p:extLst>
  </p:cSld>
</p:sld>
</file>

<file path=ppt/slides/slide13.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37" name="Appendix: the molecular model">
            <a:extLst xmlns:a="http://schemas.openxmlformats.org/drawingml/2006/main">
              <a:ext uri="{FF2B5EF4-FFF2-40B4-BE49-F238E27FC236}">
                <a16:creationId xmlns:a16="http://schemas.microsoft.com/office/drawing/2014/main" id="{28064E99-F8FD-4B8E-95BD-A0FF0CFA7E22}"/>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0">
                <a:solidFill>
                  <a:srgbClr val="242421"/>
                </a:solidFill>
                <a:latin typeface="Georgia"/>
                <a:ea typeface="Georgia"/>
                <a:cs typeface="Georgia"/>
              </a:defRPr>
            </a:defPPr>
          </a:lstStyle>
          <a:p xmlns:a="http://schemas.openxmlformats.org/drawingml/2006/main">
            <a:pPr>
              <a:defRPr sz="3450" b="0">
                <a:solidFill>
                  <a:srgbClr val="242421"/>
                </a:solidFill>
                <a:latin typeface="Georgia"/>
                <a:ea typeface="Georgia"/>
                <a:cs typeface="Georgia"/>
              </a:defRPr>
            </a:pPr>
            <a:r>
              <a:rPr sz="3450" b="0">
                <a:solidFill>
                  <a:srgbClr val="242421"/>
                </a:solidFill>
                <a:latin typeface="Georgia"/>
                <a:ea typeface="Georgia"/>
                <a:cs typeface="Georgia"/>
              </a:rPr>
              <a:t>Appendix: the molecular model</a:t>
            </a:r>
          </a:p>
        </p:txBody>
      </p:sp>
      <p:sp>
        <p:nvSpPr>
          <p:cNvPr id="2" name="13">
            <a:extLst xmlns:a="http://schemas.openxmlformats.org/drawingml/2006/main">
              <a:ext uri="{FF2B5EF4-FFF2-40B4-BE49-F238E27FC236}">
                <a16:creationId xmlns:a16="http://schemas.microsoft.com/office/drawing/2014/main" id="{9AB4A2B1-0882-425E-ABD8-BAB2820E15E5}"/>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13</a:t>
            </a:r>
          </a:p>
        </p:txBody>
      </p:sp>
      <p:sp>
        <p:nvSpPr>
          <p:cNvPr id="3" name="Transition positions">
            <a:extLst xmlns:a="http://schemas.openxmlformats.org/drawingml/2006/main">
              <a:ext uri="{FF2B5EF4-FFF2-40B4-BE49-F238E27FC236}">
                <a16:creationId xmlns:a16="http://schemas.microsoft.com/office/drawing/2014/main" id="{8CB9F69F-416A-4572-A94E-C7C4769C1AF9}"/>
              </a:ext>
            </a:extLst>
          </p:cNvPr>
          <p:cNvSpPr>
            <a:spLocks xmlns:a="http://schemas.openxmlformats.org/drawingml/2006/main" noGrp="1"/>
          </p:cNvSpPr>
          <p:nvPr/>
        </p:nvSpPr>
        <p:spPr>
          <a:xfrm xmlns:a="http://schemas.openxmlformats.org/drawingml/2006/main">
            <a:off x="609600" y="1609725"/>
            <a:ext cx="3676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4472B"/>
                </a:solidFill>
                <a:latin typeface="Georgia"/>
                <a:ea typeface="Georgia"/>
                <a:cs typeface="Georgia"/>
              </a:defRPr>
            </a:defPPr>
          </a:lstStyle>
          <a:p xmlns:a="http://schemas.openxmlformats.org/drawingml/2006/main">
            <a:pPr>
              <a:defRPr sz="2100" b="0">
                <a:solidFill>
                  <a:srgbClr val="B4472B"/>
                </a:solidFill>
                <a:latin typeface="Georgia"/>
                <a:ea typeface="Georgia"/>
                <a:cs typeface="Georgia"/>
              </a:defRPr>
            </a:pPr>
            <a:r>
              <a:rPr sz="2100" b="0">
                <a:solidFill>
                  <a:srgbClr val="B4472B"/>
                </a:solidFill>
                <a:latin typeface="Georgia"/>
                <a:ea typeface="Georgia"/>
                <a:cs typeface="Georgia"/>
              </a:rPr>
              <a:t>Transition positions</a:t>
            </a:r>
          </a:p>
        </p:txBody>
      </p:sp>
      <p:sp>
        <p:nvSpPr>
          <p:cNvPr id="4" name="E">
            <a:extLst xmlns:a="http://schemas.openxmlformats.org/drawingml/2006/main">
              <a:ext uri="{FF2B5EF4-FFF2-40B4-BE49-F238E27FC236}">
                <a16:creationId xmlns:a16="http://schemas.microsoft.com/office/drawing/2014/main" id="{A18BB856-1D13-4524-9FB5-210EFBA30A22}"/>
              </a:ext>
            </a:extLst>
          </p:cNvPr>
          <p:cNvSpPr>
            <a:spLocks xmlns:a="http://schemas.openxmlformats.org/drawingml/2006/main" noGrp="1"/>
          </p:cNvSpPr>
          <p:nvPr/>
        </p:nvSpPr>
        <p:spPr>
          <a:xfrm xmlns:a="http://schemas.openxmlformats.org/drawingml/2006/main">
            <a:off x="4572000" y="1552575"/>
            <a:ext cx="254318" cy="561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850" b="0">
                <a:solidFill>
                  <a:srgbClr val="242421"/>
                </a:solidFill>
                <a:latin typeface="Georgia"/>
                <a:ea typeface="Georgia"/>
                <a:cs typeface="Georgia"/>
              </a:defRPr>
            </a:defPPr>
          </a:lstStyle>
          <a:p xmlns:a="http://schemas.openxmlformats.org/drawingml/2006/main">
            <a:pPr>
              <a:defRPr sz="2850" b="0">
                <a:solidFill>
                  <a:srgbClr val="242421"/>
                </a:solidFill>
                <a:latin typeface="Georgia"/>
                <a:ea typeface="Georgia"/>
                <a:cs typeface="Georgia"/>
              </a:defRPr>
            </a:pPr>
            <a:r>
              <a:rPr sz="2850" b="0">
                <a:solidFill>
                  <a:srgbClr val="242421"/>
                </a:solidFill>
                <a:latin typeface="Georgia"/>
                <a:ea typeface="Georgia"/>
                <a:cs typeface="Georgia"/>
              </a:rPr>
              <a:t>E</a:t>
            </a:r>
          </a:p>
        </p:txBody>
      </p:sp>
      <p:sp>
        <p:nvSpPr>
          <p:cNvPr id="5" name="J">
            <a:extLst xmlns:a="http://schemas.openxmlformats.org/drawingml/2006/main">
              <a:ext uri="{FF2B5EF4-FFF2-40B4-BE49-F238E27FC236}">
                <a16:creationId xmlns:a16="http://schemas.microsoft.com/office/drawing/2014/main" id="{85EDB86E-1DF8-41BD-9D66-CC4B7D1A96CB}"/>
              </a:ext>
            </a:extLst>
          </p:cNvPr>
          <p:cNvSpPr>
            <a:spLocks xmlns:a="http://schemas.openxmlformats.org/drawingml/2006/main" noGrp="1"/>
          </p:cNvSpPr>
          <p:nvPr/>
        </p:nvSpPr>
        <p:spPr>
          <a:xfrm xmlns:a="http://schemas.openxmlformats.org/drawingml/2006/main">
            <a:off x="4826318" y="1726311"/>
            <a:ext cx="133861" cy="561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39" b="0">
                <a:solidFill>
                  <a:srgbClr val="242421"/>
                </a:solidFill>
                <a:latin typeface="Georgia"/>
                <a:ea typeface="Georgia"/>
                <a:cs typeface="Georgia"/>
              </a:defRPr>
            </a:defPPr>
          </a:lstStyle>
          <a:p xmlns:a="http://schemas.openxmlformats.org/drawingml/2006/main">
            <a:pPr>
              <a:defRPr sz="1739" b="0">
                <a:solidFill>
                  <a:srgbClr val="242421"/>
                </a:solidFill>
                <a:latin typeface="Georgia"/>
                <a:ea typeface="Georgia"/>
                <a:cs typeface="Georgia"/>
              </a:defRPr>
            </a:pPr>
            <a:r>
              <a:rPr sz="1739" b="0">
                <a:solidFill>
                  <a:srgbClr val="242421"/>
                </a:solidFill>
                <a:latin typeface="Georgia"/>
                <a:ea typeface="Georgia"/>
                <a:cs typeface="Georgia"/>
              </a:rPr>
              <a:t>J</a:t>
            </a:r>
          </a:p>
        </p:txBody>
      </p:sp>
      <p:sp>
        <p:nvSpPr>
          <p:cNvPr id="6" name=" = h">
            <a:extLst xmlns:a="http://schemas.openxmlformats.org/drawingml/2006/main">
              <a:ext uri="{FF2B5EF4-FFF2-40B4-BE49-F238E27FC236}">
                <a16:creationId xmlns:a16="http://schemas.microsoft.com/office/drawing/2014/main" id="{A08CCFDC-BBA6-4C64-BABD-ABD1EE18FB34}"/>
              </a:ext>
            </a:extLst>
          </p:cNvPr>
          <p:cNvSpPr>
            <a:spLocks xmlns:a="http://schemas.openxmlformats.org/drawingml/2006/main" noGrp="1"/>
          </p:cNvSpPr>
          <p:nvPr/>
        </p:nvSpPr>
        <p:spPr>
          <a:xfrm xmlns:a="http://schemas.openxmlformats.org/drawingml/2006/main">
            <a:off x="4960178" y="1552575"/>
            <a:ext cx="634365" cy="561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850" b="0">
                <a:solidFill>
                  <a:srgbClr val="242421"/>
                </a:solidFill>
                <a:latin typeface="Georgia"/>
                <a:ea typeface="Georgia"/>
                <a:cs typeface="Georgia"/>
              </a:defRPr>
            </a:defPPr>
          </a:lstStyle>
          <a:p xmlns:a="http://schemas.openxmlformats.org/drawingml/2006/main">
            <a:pPr>
              <a:defRPr sz="2850" b="0">
                <a:solidFill>
                  <a:srgbClr val="242421"/>
                </a:solidFill>
                <a:latin typeface="Georgia"/>
                <a:ea typeface="Georgia"/>
                <a:cs typeface="Georgia"/>
              </a:defRPr>
            </a:pPr>
            <a:r>
              <a:rPr sz="2850" b="0">
                <a:solidFill>
                  <a:srgbClr val="242421"/>
                </a:solidFill>
                <a:latin typeface="Georgia"/>
                <a:ea typeface="Georgia"/>
                <a:cs typeface="Georgia"/>
              </a:rPr>
              <a:t> = h</a:t>
            </a:r>
          </a:p>
        </p:txBody>
      </p:sp>
      <p:sp>
        <p:nvSpPr>
          <p:cNvPr id="7" name="P">
            <a:extLst xmlns:a="http://schemas.openxmlformats.org/drawingml/2006/main">
              <a:ext uri="{FF2B5EF4-FFF2-40B4-BE49-F238E27FC236}">
                <a16:creationId xmlns:a16="http://schemas.microsoft.com/office/drawing/2014/main" id="{4265DF80-9CFB-45FE-9AC8-04881A719D8B}"/>
              </a:ext>
            </a:extLst>
          </p:cNvPr>
          <p:cNvSpPr>
            <a:spLocks xmlns:a="http://schemas.openxmlformats.org/drawingml/2006/main" noGrp="1"/>
          </p:cNvSpPr>
          <p:nvPr/>
        </p:nvSpPr>
        <p:spPr>
          <a:xfrm xmlns:a="http://schemas.openxmlformats.org/drawingml/2006/main">
            <a:off x="5594543" y="1726311"/>
            <a:ext cx="153732" cy="561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39" b="0">
                <a:solidFill>
                  <a:srgbClr val="242421"/>
                </a:solidFill>
                <a:latin typeface="Georgia"/>
                <a:ea typeface="Georgia"/>
                <a:cs typeface="Georgia"/>
              </a:defRPr>
            </a:defPPr>
          </a:lstStyle>
          <a:p xmlns:a="http://schemas.openxmlformats.org/drawingml/2006/main">
            <a:pPr>
              <a:defRPr sz="1739" b="0">
                <a:solidFill>
                  <a:srgbClr val="242421"/>
                </a:solidFill>
                <a:latin typeface="Georgia"/>
                <a:ea typeface="Georgia"/>
                <a:cs typeface="Georgia"/>
              </a:defRPr>
            </a:pPr>
            <a:r>
              <a:rPr sz="1739" b="0">
                <a:solidFill>
                  <a:srgbClr val="242421"/>
                </a:solidFill>
                <a:latin typeface="Georgia"/>
                <a:ea typeface="Georgia"/>
                <a:cs typeface="Georgia"/>
              </a:rPr>
              <a:t>P</a:t>
            </a:r>
          </a:p>
        </p:txBody>
      </p:sp>
      <p:sp>
        <p:nvSpPr>
          <p:cNvPr id="8" name=" B J(J + 1)">
            <a:extLst xmlns:a="http://schemas.openxmlformats.org/drawingml/2006/main">
              <a:ext uri="{FF2B5EF4-FFF2-40B4-BE49-F238E27FC236}">
                <a16:creationId xmlns:a16="http://schemas.microsoft.com/office/drawing/2014/main" id="{7F0F2BE8-C00B-48C8-A246-B32D431EE4D5}"/>
              </a:ext>
            </a:extLst>
          </p:cNvPr>
          <p:cNvSpPr>
            <a:spLocks xmlns:a="http://schemas.openxmlformats.org/drawingml/2006/main" noGrp="1"/>
          </p:cNvSpPr>
          <p:nvPr/>
        </p:nvSpPr>
        <p:spPr>
          <a:xfrm xmlns:a="http://schemas.openxmlformats.org/drawingml/2006/main">
            <a:off x="5748275" y="1552575"/>
            <a:ext cx="1640586" cy="561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850" b="0">
                <a:solidFill>
                  <a:srgbClr val="242421"/>
                </a:solidFill>
                <a:latin typeface="Georgia"/>
                <a:ea typeface="Georgia"/>
                <a:cs typeface="Georgia"/>
              </a:defRPr>
            </a:defPPr>
          </a:lstStyle>
          <a:p xmlns:a="http://schemas.openxmlformats.org/drawingml/2006/main">
            <a:pPr>
              <a:defRPr sz="2850" b="0">
                <a:solidFill>
                  <a:srgbClr val="242421"/>
                </a:solidFill>
                <a:latin typeface="Georgia"/>
                <a:ea typeface="Georgia"/>
                <a:cs typeface="Georgia"/>
              </a:defRPr>
            </a:pPr>
            <a:r>
              <a:rPr sz="2850" b="0">
                <a:solidFill>
                  <a:srgbClr val="242421"/>
                </a:solidFill>
                <a:latin typeface="Georgia"/>
                <a:ea typeface="Georgia"/>
                <a:cs typeface="Georgia"/>
              </a:rPr>
              <a:t> B J(J + 1)</a:t>
            </a:r>
          </a:p>
        </p:txBody>
      </p:sp>
      <p:sp>
        <p:nvSpPr>
          <p:cNvPr id="9" name="CO rigid rotor. J increases by one in absorption.">
            <a:extLst xmlns:a="http://schemas.openxmlformats.org/drawingml/2006/main">
              <a:ext uri="{FF2B5EF4-FFF2-40B4-BE49-F238E27FC236}">
                <a16:creationId xmlns:a16="http://schemas.microsoft.com/office/drawing/2014/main" id="{1A3ECB89-26DF-4A31-B30E-FC7D326FAD6D}"/>
              </a:ext>
            </a:extLst>
          </p:cNvPr>
          <p:cNvSpPr>
            <a:spLocks xmlns:a="http://schemas.openxmlformats.org/drawingml/2006/main" noGrp="1"/>
          </p:cNvSpPr>
          <p:nvPr/>
        </p:nvSpPr>
        <p:spPr>
          <a:xfrm xmlns:a="http://schemas.openxmlformats.org/drawingml/2006/main">
            <a:off x="4572000" y="2143125"/>
            <a:ext cx="6934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E6A61"/>
                </a:solidFill>
                <a:latin typeface="Georgia"/>
                <a:ea typeface="Georgia"/>
                <a:cs typeface="Georgia"/>
              </a:defRPr>
            </a:defPPr>
          </a:lstStyle>
          <a:p xmlns:a="http://schemas.openxmlformats.org/drawingml/2006/main">
            <a:pPr>
              <a:defRPr sz="1725" b="0">
                <a:solidFill>
                  <a:srgbClr val="6E6A61"/>
                </a:solidFill>
                <a:latin typeface="Georgia"/>
                <a:ea typeface="Georgia"/>
                <a:cs typeface="Georgia"/>
              </a:defRPr>
            </a:pPr>
            <a:r>
              <a:rPr sz="1725" b="0">
                <a:solidFill>
                  <a:srgbClr val="6E6A61"/>
                </a:solidFill>
                <a:latin typeface="Georgia"/>
                <a:ea typeface="Georgia"/>
                <a:cs typeface="Georgia"/>
              </a:rPr>
              <a:t>CO rigid rotor. J increases by one in absorption.</a:t>
            </a:r>
          </a:p>
        </p:txBody>
      </p:sp>
      <p:sp>
        <p:nvSpPr>
          <p:cNvPr id="10" name="Cross section">
            <a:extLst xmlns:a="http://schemas.openxmlformats.org/drawingml/2006/main">
              <a:ext uri="{FF2B5EF4-FFF2-40B4-BE49-F238E27FC236}">
                <a16:creationId xmlns:a16="http://schemas.microsoft.com/office/drawing/2014/main" id="{F30EA501-F66D-49DB-B076-151ACFAEA65F}"/>
              </a:ext>
            </a:extLst>
          </p:cNvPr>
          <p:cNvSpPr>
            <a:spLocks xmlns:a="http://schemas.openxmlformats.org/drawingml/2006/main" noGrp="1"/>
          </p:cNvSpPr>
          <p:nvPr/>
        </p:nvSpPr>
        <p:spPr>
          <a:xfrm xmlns:a="http://schemas.openxmlformats.org/drawingml/2006/main">
            <a:off x="609600" y="2981325"/>
            <a:ext cx="3676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4472B"/>
                </a:solidFill>
                <a:latin typeface="Georgia"/>
                <a:ea typeface="Georgia"/>
                <a:cs typeface="Georgia"/>
              </a:defRPr>
            </a:defPPr>
          </a:lstStyle>
          <a:p xmlns:a="http://schemas.openxmlformats.org/drawingml/2006/main">
            <a:pPr>
              <a:defRPr sz="2100" b="0">
                <a:solidFill>
                  <a:srgbClr val="B4472B"/>
                </a:solidFill>
                <a:latin typeface="Georgia"/>
                <a:ea typeface="Georgia"/>
                <a:cs typeface="Georgia"/>
              </a:defRPr>
            </a:pPr>
            <a:r>
              <a:rPr sz="2100" b="0">
                <a:solidFill>
                  <a:srgbClr val="B4472B"/>
                </a:solidFill>
                <a:latin typeface="Georgia"/>
                <a:ea typeface="Georgia"/>
                <a:cs typeface="Georgia"/>
              </a:rPr>
              <a:t>Cross section</a:t>
            </a:r>
          </a:p>
        </p:txBody>
      </p:sp>
      <p:sp>
        <p:nvSpPr>
          <p:cNvPr id="11" name="σ">
            <a:extLst xmlns:a="http://schemas.openxmlformats.org/drawingml/2006/main">
              <a:ext uri="{FF2B5EF4-FFF2-40B4-BE49-F238E27FC236}">
                <a16:creationId xmlns:a16="http://schemas.microsoft.com/office/drawing/2014/main" id="{3D3C6D05-24CB-41C9-B791-A5A15C47E482}"/>
              </a:ext>
            </a:extLst>
          </p:cNvPr>
          <p:cNvSpPr>
            <a:spLocks xmlns:a="http://schemas.openxmlformats.org/drawingml/2006/main" noGrp="1"/>
          </p:cNvSpPr>
          <p:nvPr/>
        </p:nvSpPr>
        <p:spPr>
          <a:xfrm xmlns:a="http://schemas.openxmlformats.org/drawingml/2006/main">
            <a:off x="4572000" y="2895600"/>
            <a:ext cx="219932"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75" b="0">
                <a:solidFill>
                  <a:srgbClr val="242421"/>
                </a:solidFill>
                <a:latin typeface="Georgia"/>
                <a:ea typeface="Georgia"/>
                <a:cs typeface="Georgia"/>
              </a:defRPr>
            </a:defPPr>
          </a:lstStyle>
          <a:p xmlns:a="http://schemas.openxmlformats.org/drawingml/2006/main">
            <a:pPr>
              <a:defRPr sz="2775" b="0">
                <a:solidFill>
                  <a:srgbClr val="242421"/>
                </a:solidFill>
                <a:latin typeface="Georgia"/>
                <a:ea typeface="Georgia"/>
                <a:cs typeface="Georgia"/>
              </a:defRPr>
            </a:pPr>
            <a:r>
              <a:rPr sz="2775" b="0">
                <a:solidFill>
                  <a:srgbClr val="242421"/>
                </a:solidFill>
                <a:latin typeface="Georgia"/>
                <a:ea typeface="Georgia"/>
                <a:cs typeface="Georgia"/>
              </a:rPr>
              <a:t>σ</a:t>
            </a:r>
          </a:p>
        </p:txBody>
      </p:sp>
      <p:sp>
        <p:nvSpPr>
          <p:cNvPr id="12" name="c">
            <a:extLst xmlns:a="http://schemas.openxmlformats.org/drawingml/2006/main">
              <a:ext uri="{FF2B5EF4-FFF2-40B4-BE49-F238E27FC236}">
                <a16:creationId xmlns:a16="http://schemas.microsoft.com/office/drawing/2014/main" id="{4DB7356F-5296-4CEF-9025-784849D5FD14}"/>
              </a:ext>
            </a:extLst>
          </p:cNvPr>
          <p:cNvSpPr>
            <a:spLocks xmlns:a="http://schemas.openxmlformats.org/drawingml/2006/main" noGrp="1"/>
          </p:cNvSpPr>
          <p:nvPr/>
        </p:nvSpPr>
        <p:spPr>
          <a:xfrm xmlns:a="http://schemas.openxmlformats.org/drawingml/2006/main">
            <a:off x="4791932" y="3064764"/>
            <a:ext cx="115791"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93" b="0">
                <a:solidFill>
                  <a:srgbClr val="242421"/>
                </a:solidFill>
                <a:latin typeface="Georgia"/>
                <a:ea typeface="Georgia"/>
                <a:cs typeface="Georgia"/>
              </a:defRPr>
            </a:defPPr>
          </a:lstStyle>
          <a:p xmlns:a="http://schemas.openxmlformats.org/drawingml/2006/main">
            <a:pPr>
              <a:defRPr sz="1693" b="0">
                <a:solidFill>
                  <a:srgbClr val="242421"/>
                </a:solidFill>
                <a:latin typeface="Georgia"/>
                <a:ea typeface="Georgia"/>
                <a:cs typeface="Georgia"/>
              </a:defRPr>
            </a:pPr>
            <a:r>
              <a:rPr sz="1693" b="0">
                <a:solidFill>
                  <a:srgbClr val="242421"/>
                </a:solidFill>
                <a:latin typeface="Georgia"/>
                <a:ea typeface="Georgia"/>
                <a:cs typeface="Georgia"/>
              </a:rPr>
              <a:t>c</a:t>
            </a:r>
          </a:p>
        </p:txBody>
      </p:sp>
      <p:sp>
        <p:nvSpPr>
          <p:cNvPr id="13" name="(f) = Σ">
            <a:extLst xmlns:a="http://schemas.openxmlformats.org/drawingml/2006/main">
              <a:ext uri="{FF2B5EF4-FFF2-40B4-BE49-F238E27FC236}">
                <a16:creationId xmlns:a16="http://schemas.microsoft.com/office/drawing/2014/main" id="{4014A6E2-A8D2-43B7-897A-DAC1EA7530DB}"/>
              </a:ext>
            </a:extLst>
          </p:cNvPr>
          <p:cNvSpPr>
            <a:spLocks xmlns:a="http://schemas.openxmlformats.org/drawingml/2006/main" noGrp="1"/>
          </p:cNvSpPr>
          <p:nvPr/>
        </p:nvSpPr>
        <p:spPr>
          <a:xfrm xmlns:a="http://schemas.openxmlformats.org/drawingml/2006/main">
            <a:off x="4907723" y="2895600"/>
            <a:ext cx="1009364"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75" b="0">
                <a:solidFill>
                  <a:srgbClr val="242421"/>
                </a:solidFill>
                <a:latin typeface="Georgia"/>
                <a:ea typeface="Georgia"/>
                <a:cs typeface="Georgia"/>
              </a:defRPr>
            </a:defPPr>
          </a:lstStyle>
          <a:p xmlns:a="http://schemas.openxmlformats.org/drawingml/2006/main">
            <a:pPr>
              <a:defRPr sz="2775" b="0">
                <a:solidFill>
                  <a:srgbClr val="242421"/>
                </a:solidFill>
                <a:latin typeface="Georgia"/>
                <a:ea typeface="Georgia"/>
                <a:cs typeface="Georgia"/>
              </a:defRPr>
            </a:pPr>
            <a:r>
              <a:rPr sz="2775" b="0">
                <a:solidFill>
                  <a:srgbClr val="242421"/>
                </a:solidFill>
                <a:latin typeface="Georgia"/>
                <a:ea typeface="Georgia"/>
                <a:cs typeface="Georgia"/>
              </a:rPr>
              <a:t>(f) = Σ</a:t>
            </a:r>
          </a:p>
        </p:txBody>
      </p:sp>
      <p:sp>
        <p:nvSpPr>
          <p:cNvPr id="14" name="j">
            <a:extLst xmlns:a="http://schemas.openxmlformats.org/drawingml/2006/main">
              <a:ext uri="{FF2B5EF4-FFF2-40B4-BE49-F238E27FC236}">
                <a16:creationId xmlns:a16="http://schemas.microsoft.com/office/drawing/2014/main" id="{7E017BD0-2450-4E88-AED6-5666BD107E2B}"/>
              </a:ext>
            </a:extLst>
          </p:cNvPr>
          <p:cNvSpPr>
            <a:spLocks xmlns:a="http://schemas.openxmlformats.org/drawingml/2006/main" noGrp="1"/>
          </p:cNvSpPr>
          <p:nvPr/>
        </p:nvSpPr>
        <p:spPr>
          <a:xfrm xmlns:a="http://schemas.openxmlformats.org/drawingml/2006/main">
            <a:off x="5917087" y="3064764"/>
            <a:ext cx="81394"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93" b="0">
                <a:solidFill>
                  <a:srgbClr val="242421"/>
                </a:solidFill>
                <a:latin typeface="Georgia"/>
                <a:ea typeface="Georgia"/>
                <a:cs typeface="Georgia"/>
              </a:defRPr>
            </a:defPPr>
          </a:lstStyle>
          <a:p xmlns:a="http://schemas.openxmlformats.org/drawingml/2006/main">
            <a:pPr>
              <a:defRPr sz="1693" b="0">
                <a:solidFill>
                  <a:srgbClr val="242421"/>
                </a:solidFill>
                <a:latin typeface="Georgia"/>
                <a:ea typeface="Georgia"/>
                <a:cs typeface="Georgia"/>
              </a:defRPr>
            </a:pPr>
            <a:r>
              <a:rPr sz="1693" b="0">
                <a:solidFill>
                  <a:srgbClr val="242421"/>
                </a:solidFill>
                <a:latin typeface="Georgia"/>
                <a:ea typeface="Georgia"/>
                <a:cs typeface="Georgia"/>
              </a:rPr>
              <a:t>j</a:t>
            </a:r>
          </a:p>
        </p:txBody>
      </p:sp>
      <p:sp>
        <p:nvSpPr>
          <p:cNvPr id="15" name=" S">
            <a:extLst xmlns:a="http://schemas.openxmlformats.org/drawingml/2006/main">
              <a:ext uri="{FF2B5EF4-FFF2-40B4-BE49-F238E27FC236}">
                <a16:creationId xmlns:a16="http://schemas.microsoft.com/office/drawing/2014/main" id="{4F24DD94-7E82-4DCA-9DB0-3AC13CD114DD}"/>
              </a:ext>
            </a:extLst>
          </p:cNvPr>
          <p:cNvSpPr>
            <a:spLocks xmlns:a="http://schemas.openxmlformats.org/drawingml/2006/main" noGrp="1"/>
          </p:cNvSpPr>
          <p:nvPr/>
        </p:nvSpPr>
        <p:spPr>
          <a:xfrm xmlns:a="http://schemas.openxmlformats.org/drawingml/2006/main">
            <a:off x="5998481" y="2895600"/>
            <a:ext cx="300990"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75" b="0">
                <a:solidFill>
                  <a:srgbClr val="242421"/>
                </a:solidFill>
                <a:latin typeface="Georgia"/>
                <a:ea typeface="Georgia"/>
                <a:cs typeface="Georgia"/>
              </a:defRPr>
            </a:defPPr>
          </a:lstStyle>
          <a:p xmlns:a="http://schemas.openxmlformats.org/drawingml/2006/main">
            <a:pPr>
              <a:defRPr sz="2775" b="0">
                <a:solidFill>
                  <a:srgbClr val="242421"/>
                </a:solidFill>
                <a:latin typeface="Georgia"/>
                <a:ea typeface="Georgia"/>
                <a:cs typeface="Georgia"/>
              </a:defRPr>
            </a:pPr>
            <a:r>
              <a:rPr sz="2775" b="0">
                <a:solidFill>
                  <a:srgbClr val="242421"/>
                </a:solidFill>
                <a:latin typeface="Georgia"/>
                <a:ea typeface="Georgia"/>
                <a:cs typeface="Georgia"/>
              </a:rPr>
              <a:t> S</a:t>
            </a:r>
          </a:p>
        </p:txBody>
      </p:sp>
      <p:sp>
        <p:nvSpPr>
          <p:cNvPr id="16" name="j">
            <a:extLst xmlns:a="http://schemas.openxmlformats.org/drawingml/2006/main">
              <a:ext uri="{FF2B5EF4-FFF2-40B4-BE49-F238E27FC236}">
                <a16:creationId xmlns:a16="http://schemas.microsoft.com/office/drawing/2014/main" id="{EE3405C3-1C75-48B2-9AA1-5F36E309183F}"/>
              </a:ext>
            </a:extLst>
          </p:cNvPr>
          <p:cNvSpPr>
            <a:spLocks xmlns:a="http://schemas.openxmlformats.org/drawingml/2006/main" noGrp="1"/>
          </p:cNvSpPr>
          <p:nvPr/>
        </p:nvSpPr>
        <p:spPr>
          <a:xfrm xmlns:a="http://schemas.openxmlformats.org/drawingml/2006/main">
            <a:off x="6299471" y="3064764"/>
            <a:ext cx="81394"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93" b="0">
                <a:solidFill>
                  <a:srgbClr val="242421"/>
                </a:solidFill>
                <a:latin typeface="Georgia"/>
                <a:ea typeface="Georgia"/>
                <a:cs typeface="Georgia"/>
              </a:defRPr>
            </a:defPPr>
          </a:lstStyle>
          <a:p xmlns:a="http://schemas.openxmlformats.org/drawingml/2006/main">
            <a:pPr>
              <a:defRPr sz="1693" b="0">
                <a:solidFill>
                  <a:srgbClr val="242421"/>
                </a:solidFill>
                <a:latin typeface="Georgia"/>
                <a:ea typeface="Georgia"/>
                <a:cs typeface="Georgia"/>
              </a:defRPr>
            </a:pPr>
            <a:r>
              <a:rPr sz="1693" b="0">
                <a:solidFill>
                  <a:srgbClr val="242421"/>
                </a:solidFill>
                <a:latin typeface="Georgia"/>
                <a:ea typeface="Georgia"/>
                <a:cs typeface="Georgia"/>
              </a:rPr>
              <a:t>j</a:t>
            </a:r>
          </a:p>
        </p:txBody>
      </p:sp>
      <p:sp>
        <p:nvSpPr>
          <p:cNvPr id="17" name=" V">
            <a:extLst xmlns:a="http://schemas.openxmlformats.org/drawingml/2006/main">
              <a:ext uri="{FF2B5EF4-FFF2-40B4-BE49-F238E27FC236}">
                <a16:creationId xmlns:a16="http://schemas.microsoft.com/office/drawing/2014/main" id="{1FD74EEC-75D1-4C77-92F1-461B3E55ED4F}"/>
              </a:ext>
            </a:extLst>
          </p:cNvPr>
          <p:cNvSpPr>
            <a:spLocks xmlns:a="http://schemas.openxmlformats.org/drawingml/2006/main" noGrp="1"/>
          </p:cNvSpPr>
          <p:nvPr/>
        </p:nvSpPr>
        <p:spPr>
          <a:xfrm xmlns:a="http://schemas.openxmlformats.org/drawingml/2006/main">
            <a:off x="6380865" y="2895600"/>
            <a:ext cx="339757"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75" b="0">
                <a:solidFill>
                  <a:srgbClr val="242421"/>
                </a:solidFill>
                <a:latin typeface="Georgia"/>
                <a:ea typeface="Georgia"/>
                <a:cs typeface="Georgia"/>
              </a:defRPr>
            </a:defPPr>
          </a:lstStyle>
          <a:p xmlns:a="http://schemas.openxmlformats.org/drawingml/2006/main">
            <a:pPr>
              <a:defRPr sz="2775" b="0">
                <a:solidFill>
                  <a:srgbClr val="242421"/>
                </a:solidFill>
                <a:latin typeface="Georgia"/>
                <a:ea typeface="Georgia"/>
                <a:cs typeface="Georgia"/>
              </a:defRPr>
            </a:pPr>
            <a:r>
              <a:rPr sz="2775" b="0">
                <a:solidFill>
                  <a:srgbClr val="242421"/>
                </a:solidFill>
                <a:latin typeface="Georgia"/>
                <a:ea typeface="Georgia"/>
                <a:cs typeface="Georgia"/>
              </a:rPr>
              <a:t> V</a:t>
            </a:r>
          </a:p>
        </p:txBody>
      </p:sp>
      <p:sp>
        <p:nvSpPr>
          <p:cNvPr id="18" name="j">
            <a:extLst xmlns:a="http://schemas.openxmlformats.org/drawingml/2006/main">
              <a:ext uri="{FF2B5EF4-FFF2-40B4-BE49-F238E27FC236}">
                <a16:creationId xmlns:a16="http://schemas.microsoft.com/office/drawing/2014/main" id="{65B0B948-86BB-46AA-8AD0-CE13263EC330}"/>
              </a:ext>
            </a:extLst>
          </p:cNvPr>
          <p:cNvSpPr>
            <a:spLocks xmlns:a="http://schemas.openxmlformats.org/drawingml/2006/main" noGrp="1"/>
          </p:cNvSpPr>
          <p:nvPr/>
        </p:nvSpPr>
        <p:spPr>
          <a:xfrm xmlns:a="http://schemas.openxmlformats.org/drawingml/2006/main">
            <a:off x="6720622" y="3064764"/>
            <a:ext cx="81394"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93" b="0">
                <a:solidFill>
                  <a:srgbClr val="242421"/>
                </a:solidFill>
                <a:latin typeface="Georgia"/>
                <a:ea typeface="Georgia"/>
                <a:cs typeface="Georgia"/>
              </a:defRPr>
            </a:defPPr>
          </a:lstStyle>
          <a:p xmlns:a="http://schemas.openxmlformats.org/drawingml/2006/main">
            <a:pPr>
              <a:defRPr sz="1693" b="0">
                <a:solidFill>
                  <a:srgbClr val="242421"/>
                </a:solidFill>
                <a:latin typeface="Georgia"/>
                <a:ea typeface="Georgia"/>
                <a:cs typeface="Georgia"/>
              </a:defRPr>
            </a:pPr>
            <a:r>
              <a:rPr sz="1693" b="0">
                <a:solidFill>
                  <a:srgbClr val="242421"/>
                </a:solidFill>
                <a:latin typeface="Georgia"/>
                <a:ea typeface="Georgia"/>
                <a:cs typeface="Georgia"/>
              </a:rPr>
              <a:t>j</a:t>
            </a:r>
          </a:p>
        </p:txBody>
      </p:sp>
      <p:sp>
        <p:nvSpPr>
          <p:cNvPr id="19" name="(f − f">
            <a:extLst xmlns:a="http://schemas.openxmlformats.org/drawingml/2006/main">
              <a:ext uri="{FF2B5EF4-FFF2-40B4-BE49-F238E27FC236}">
                <a16:creationId xmlns:a16="http://schemas.microsoft.com/office/drawing/2014/main" id="{11A81C0C-6049-4DED-82FC-515367BCF7B6}"/>
              </a:ext>
            </a:extLst>
          </p:cNvPr>
          <p:cNvSpPr>
            <a:spLocks xmlns:a="http://schemas.openxmlformats.org/drawingml/2006/main" noGrp="1"/>
          </p:cNvSpPr>
          <p:nvPr/>
        </p:nvSpPr>
        <p:spPr>
          <a:xfrm xmlns:a="http://schemas.openxmlformats.org/drawingml/2006/main">
            <a:off x="6802016" y="2895600"/>
            <a:ext cx="780288"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75" b="0">
                <a:solidFill>
                  <a:srgbClr val="242421"/>
                </a:solidFill>
                <a:latin typeface="Georgia"/>
                <a:ea typeface="Georgia"/>
                <a:cs typeface="Georgia"/>
              </a:defRPr>
            </a:defPPr>
          </a:lstStyle>
          <a:p xmlns:a="http://schemas.openxmlformats.org/drawingml/2006/main">
            <a:pPr>
              <a:defRPr sz="2775" b="0">
                <a:solidFill>
                  <a:srgbClr val="242421"/>
                </a:solidFill>
                <a:latin typeface="Georgia"/>
                <a:ea typeface="Georgia"/>
                <a:cs typeface="Georgia"/>
              </a:defRPr>
            </a:pPr>
            <a:r>
              <a:rPr sz="2775" b="0">
                <a:solidFill>
                  <a:srgbClr val="242421"/>
                </a:solidFill>
                <a:latin typeface="Georgia"/>
                <a:ea typeface="Georgia"/>
                <a:cs typeface="Georgia"/>
              </a:rPr>
              <a:t>(f − f</a:t>
            </a:r>
          </a:p>
        </p:txBody>
      </p:sp>
      <p:sp>
        <p:nvSpPr>
          <p:cNvPr id="20" name="j">
            <a:extLst xmlns:a="http://schemas.openxmlformats.org/drawingml/2006/main">
              <a:ext uri="{FF2B5EF4-FFF2-40B4-BE49-F238E27FC236}">
                <a16:creationId xmlns:a16="http://schemas.microsoft.com/office/drawing/2014/main" id="{73916C35-F092-4D3C-87AF-3D4C9A82C6F1}"/>
              </a:ext>
            </a:extLst>
          </p:cNvPr>
          <p:cNvSpPr>
            <a:spLocks xmlns:a="http://schemas.openxmlformats.org/drawingml/2006/main" noGrp="1"/>
          </p:cNvSpPr>
          <p:nvPr/>
        </p:nvSpPr>
        <p:spPr>
          <a:xfrm xmlns:a="http://schemas.openxmlformats.org/drawingml/2006/main">
            <a:off x="7582304" y="3064764"/>
            <a:ext cx="81394"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93" b="0">
                <a:solidFill>
                  <a:srgbClr val="242421"/>
                </a:solidFill>
                <a:latin typeface="Georgia"/>
                <a:ea typeface="Georgia"/>
                <a:cs typeface="Georgia"/>
              </a:defRPr>
            </a:defPPr>
          </a:lstStyle>
          <a:p xmlns:a="http://schemas.openxmlformats.org/drawingml/2006/main">
            <a:pPr>
              <a:defRPr sz="1693" b="0">
                <a:solidFill>
                  <a:srgbClr val="242421"/>
                </a:solidFill>
                <a:latin typeface="Georgia"/>
                <a:ea typeface="Georgia"/>
                <a:cs typeface="Georgia"/>
              </a:defRPr>
            </a:pPr>
            <a:r>
              <a:rPr sz="1693" b="0">
                <a:solidFill>
                  <a:srgbClr val="242421"/>
                </a:solidFill>
                <a:latin typeface="Georgia"/>
                <a:ea typeface="Georgia"/>
                <a:cs typeface="Georgia"/>
              </a:rPr>
              <a:t>j</a:t>
            </a:r>
          </a:p>
        </p:txBody>
      </p:sp>
      <p:sp>
        <p:nvSpPr>
          <p:cNvPr id="21" name=")">
            <a:extLst xmlns:a="http://schemas.openxmlformats.org/drawingml/2006/main">
              <a:ext uri="{FF2B5EF4-FFF2-40B4-BE49-F238E27FC236}">
                <a16:creationId xmlns:a16="http://schemas.microsoft.com/office/drawing/2014/main" id="{FB105690-75FA-472B-8343-B145886C9EF3}"/>
              </a:ext>
            </a:extLst>
          </p:cNvPr>
          <p:cNvSpPr>
            <a:spLocks xmlns:a="http://schemas.openxmlformats.org/drawingml/2006/main" noGrp="1"/>
          </p:cNvSpPr>
          <p:nvPr/>
        </p:nvSpPr>
        <p:spPr>
          <a:xfrm xmlns:a="http://schemas.openxmlformats.org/drawingml/2006/main">
            <a:off x="7663698" y="2895600"/>
            <a:ext cx="152972"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75" b="0">
                <a:solidFill>
                  <a:srgbClr val="242421"/>
                </a:solidFill>
                <a:latin typeface="Georgia"/>
                <a:ea typeface="Georgia"/>
                <a:cs typeface="Georgia"/>
              </a:defRPr>
            </a:defPPr>
          </a:lstStyle>
          <a:p xmlns:a="http://schemas.openxmlformats.org/drawingml/2006/main">
            <a:pPr>
              <a:defRPr sz="2775" b="0">
                <a:solidFill>
                  <a:srgbClr val="242421"/>
                </a:solidFill>
                <a:latin typeface="Georgia"/>
                <a:ea typeface="Georgia"/>
                <a:cs typeface="Georgia"/>
              </a:defRPr>
            </a:pPr>
            <a:r>
              <a:rPr sz="2775" b="0">
                <a:solidFill>
                  <a:srgbClr val="242421"/>
                </a:solidFill>
                <a:latin typeface="Georgia"/>
                <a:ea typeface="Georgia"/>
                <a:cs typeface="Georgia"/>
              </a:rPr>
              <a:t>)</a:t>
            </a:r>
          </a:p>
        </p:txBody>
      </p:sp>
      <p:sp>
        <p:nvSpPr>
          <p:cNvPr id="22" name="Voigt combines Lorentz and Doppler broadening.">
            <a:extLst xmlns:a="http://schemas.openxmlformats.org/drawingml/2006/main">
              <a:ext uri="{FF2B5EF4-FFF2-40B4-BE49-F238E27FC236}">
                <a16:creationId xmlns:a16="http://schemas.microsoft.com/office/drawing/2014/main" id="{6DBAC1D1-6DF9-4CA8-A1C6-7DCE82DF3848}"/>
              </a:ext>
            </a:extLst>
          </p:cNvPr>
          <p:cNvSpPr>
            <a:spLocks xmlns:a="http://schemas.openxmlformats.org/drawingml/2006/main" noGrp="1"/>
          </p:cNvSpPr>
          <p:nvPr/>
        </p:nvSpPr>
        <p:spPr>
          <a:xfrm xmlns:a="http://schemas.openxmlformats.org/drawingml/2006/main">
            <a:off x="4572000" y="3514725"/>
            <a:ext cx="6934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E6A61"/>
                </a:solidFill>
                <a:latin typeface="Georgia"/>
                <a:ea typeface="Georgia"/>
                <a:cs typeface="Georgia"/>
              </a:defRPr>
            </a:defPPr>
          </a:lstStyle>
          <a:p xmlns:a="http://schemas.openxmlformats.org/drawingml/2006/main">
            <a:pPr>
              <a:defRPr sz="1725" b="0">
                <a:solidFill>
                  <a:srgbClr val="6E6A61"/>
                </a:solidFill>
                <a:latin typeface="Georgia"/>
                <a:ea typeface="Georgia"/>
                <a:cs typeface="Georgia"/>
              </a:defRPr>
            </a:pPr>
            <a:r>
              <a:rPr sz="1725" b="0">
                <a:solidFill>
                  <a:srgbClr val="6E6A61"/>
                </a:solidFill>
                <a:latin typeface="Georgia"/>
                <a:ea typeface="Georgia"/>
                <a:cs typeface="Georgia"/>
              </a:rPr>
              <a:t>Voigt combines Lorentz and Doppler broadening.</a:t>
            </a:r>
          </a:p>
        </p:txBody>
      </p:sp>
      <p:sp>
        <p:nvSpPr>
          <p:cNvPr id="23" name="Propagation">
            <a:extLst xmlns:a="http://schemas.openxmlformats.org/drawingml/2006/main">
              <a:ext uri="{FF2B5EF4-FFF2-40B4-BE49-F238E27FC236}">
                <a16:creationId xmlns:a16="http://schemas.microsoft.com/office/drawing/2014/main" id="{5773E190-2534-4DD5-BE2B-2AE0BD001469}"/>
              </a:ext>
            </a:extLst>
          </p:cNvPr>
          <p:cNvSpPr>
            <a:spLocks xmlns:a="http://schemas.openxmlformats.org/drawingml/2006/main" noGrp="1"/>
          </p:cNvSpPr>
          <p:nvPr/>
        </p:nvSpPr>
        <p:spPr>
          <a:xfrm xmlns:a="http://schemas.openxmlformats.org/drawingml/2006/main">
            <a:off x="609600" y="4429125"/>
            <a:ext cx="3676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4472B"/>
                </a:solidFill>
                <a:latin typeface="Georgia"/>
                <a:ea typeface="Georgia"/>
                <a:cs typeface="Georgia"/>
              </a:defRPr>
            </a:defPPr>
          </a:lstStyle>
          <a:p xmlns:a="http://schemas.openxmlformats.org/drawingml/2006/main">
            <a:pPr>
              <a:defRPr sz="2100" b="0">
                <a:solidFill>
                  <a:srgbClr val="B4472B"/>
                </a:solidFill>
                <a:latin typeface="Georgia"/>
                <a:ea typeface="Georgia"/>
                <a:cs typeface="Georgia"/>
              </a:defRPr>
            </a:pPr>
            <a:r>
              <a:rPr sz="2100" b="0">
                <a:solidFill>
                  <a:srgbClr val="B4472B"/>
                </a:solidFill>
                <a:latin typeface="Georgia"/>
                <a:ea typeface="Georgia"/>
                <a:cs typeface="Georgia"/>
              </a:rPr>
              <a:t>Propagation</a:t>
            </a:r>
          </a:p>
        </p:txBody>
      </p:sp>
      <p:sp>
        <p:nvSpPr>
          <p:cNvPr id="24" name="τ">
            <a:extLst xmlns:a="http://schemas.openxmlformats.org/drawingml/2006/main">
              <a:ext uri="{FF2B5EF4-FFF2-40B4-BE49-F238E27FC236}">
                <a16:creationId xmlns:a16="http://schemas.microsoft.com/office/drawing/2014/main" id="{516F0913-BCA5-4B68-B567-3AE690164ABE}"/>
              </a:ext>
            </a:extLst>
          </p:cNvPr>
          <p:cNvSpPr>
            <a:spLocks xmlns:a="http://schemas.openxmlformats.org/drawingml/2006/main" noGrp="1"/>
          </p:cNvSpPr>
          <p:nvPr/>
        </p:nvSpPr>
        <p:spPr>
          <a:xfrm xmlns:a="http://schemas.openxmlformats.org/drawingml/2006/main">
            <a:off x="4572000" y="4305300"/>
            <a:ext cx="177641"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75" b="0">
                <a:solidFill>
                  <a:srgbClr val="242421"/>
                </a:solidFill>
                <a:latin typeface="Georgia"/>
                <a:ea typeface="Georgia"/>
                <a:cs typeface="Georgia"/>
              </a:defRPr>
            </a:defPPr>
          </a:lstStyle>
          <a:p xmlns:a="http://schemas.openxmlformats.org/drawingml/2006/main">
            <a:pPr>
              <a:defRPr sz="2775" b="0">
                <a:solidFill>
                  <a:srgbClr val="242421"/>
                </a:solidFill>
                <a:latin typeface="Georgia"/>
                <a:ea typeface="Georgia"/>
                <a:cs typeface="Georgia"/>
              </a:defRPr>
            </a:pPr>
            <a:r>
              <a:rPr sz="2775" b="0">
                <a:solidFill>
                  <a:srgbClr val="242421"/>
                </a:solidFill>
                <a:latin typeface="Georgia"/>
                <a:ea typeface="Georgia"/>
                <a:cs typeface="Georgia"/>
              </a:rPr>
              <a:t>τ</a:t>
            </a:r>
          </a:p>
        </p:txBody>
      </p:sp>
      <p:sp>
        <p:nvSpPr>
          <p:cNvPr id="25" name="c">
            <a:extLst xmlns:a="http://schemas.openxmlformats.org/drawingml/2006/main">
              <a:ext uri="{FF2B5EF4-FFF2-40B4-BE49-F238E27FC236}">
                <a16:creationId xmlns:a16="http://schemas.microsoft.com/office/drawing/2014/main" id="{A60C6A5A-AE69-4771-AAD2-BCB55B361E9D}"/>
              </a:ext>
            </a:extLst>
          </p:cNvPr>
          <p:cNvSpPr>
            <a:spLocks xmlns:a="http://schemas.openxmlformats.org/drawingml/2006/main" noGrp="1"/>
          </p:cNvSpPr>
          <p:nvPr/>
        </p:nvSpPr>
        <p:spPr>
          <a:xfrm xmlns:a="http://schemas.openxmlformats.org/drawingml/2006/main">
            <a:off x="4749641" y="4474464"/>
            <a:ext cx="115791"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93" b="0">
                <a:solidFill>
                  <a:srgbClr val="242421"/>
                </a:solidFill>
                <a:latin typeface="Georgia"/>
                <a:ea typeface="Georgia"/>
                <a:cs typeface="Georgia"/>
              </a:defRPr>
            </a:defPPr>
          </a:lstStyle>
          <a:p xmlns:a="http://schemas.openxmlformats.org/drawingml/2006/main">
            <a:pPr>
              <a:defRPr sz="1693" b="0">
                <a:solidFill>
                  <a:srgbClr val="242421"/>
                </a:solidFill>
                <a:latin typeface="Georgia"/>
                <a:ea typeface="Georgia"/>
                <a:cs typeface="Georgia"/>
              </a:defRPr>
            </a:pPr>
            <a:r>
              <a:rPr sz="1693" b="0">
                <a:solidFill>
                  <a:srgbClr val="242421"/>
                </a:solidFill>
                <a:latin typeface="Georgia"/>
                <a:ea typeface="Georgia"/>
                <a:cs typeface="Georgia"/>
              </a:rPr>
              <a:t>c</a:t>
            </a:r>
          </a:p>
        </p:txBody>
      </p:sp>
      <p:sp>
        <p:nvSpPr>
          <p:cNvPr id="26" name=" = ∫ n">
            <a:extLst xmlns:a="http://schemas.openxmlformats.org/drawingml/2006/main">
              <a:ext uri="{FF2B5EF4-FFF2-40B4-BE49-F238E27FC236}">
                <a16:creationId xmlns:a16="http://schemas.microsoft.com/office/drawing/2014/main" id="{E25E1824-253A-415B-9876-F8B0E9502E9F}"/>
              </a:ext>
            </a:extLst>
          </p:cNvPr>
          <p:cNvSpPr>
            <a:spLocks xmlns:a="http://schemas.openxmlformats.org/drawingml/2006/main" noGrp="1"/>
          </p:cNvSpPr>
          <p:nvPr/>
        </p:nvSpPr>
        <p:spPr>
          <a:xfrm xmlns:a="http://schemas.openxmlformats.org/drawingml/2006/main">
            <a:off x="4865432" y="4305300"/>
            <a:ext cx="882491"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75" b="0">
                <a:solidFill>
                  <a:srgbClr val="242421"/>
                </a:solidFill>
                <a:latin typeface="Georgia"/>
                <a:ea typeface="Georgia"/>
                <a:cs typeface="Georgia"/>
              </a:defRPr>
            </a:defPPr>
          </a:lstStyle>
          <a:p xmlns:a="http://schemas.openxmlformats.org/drawingml/2006/main">
            <a:pPr>
              <a:defRPr sz="2775" b="0">
                <a:solidFill>
                  <a:srgbClr val="242421"/>
                </a:solidFill>
                <a:latin typeface="Georgia"/>
                <a:ea typeface="Georgia"/>
                <a:cs typeface="Georgia"/>
              </a:defRPr>
            </a:pPr>
            <a:r>
              <a:rPr sz="2775" b="0">
                <a:solidFill>
                  <a:srgbClr val="242421"/>
                </a:solidFill>
                <a:latin typeface="Georgia"/>
                <a:ea typeface="Georgia"/>
                <a:cs typeface="Georgia"/>
              </a:rPr>
              <a:t> = ∫ n</a:t>
            </a:r>
          </a:p>
        </p:txBody>
      </p:sp>
      <p:sp>
        <p:nvSpPr>
          <p:cNvPr id="27" name="c">
            <a:extLst xmlns:a="http://schemas.openxmlformats.org/drawingml/2006/main">
              <a:ext uri="{FF2B5EF4-FFF2-40B4-BE49-F238E27FC236}">
                <a16:creationId xmlns:a16="http://schemas.microsoft.com/office/drawing/2014/main" id="{54D8C418-D9E3-4AAF-9116-374A3BF9124F}"/>
              </a:ext>
            </a:extLst>
          </p:cNvPr>
          <p:cNvSpPr>
            <a:spLocks xmlns:a="http://schemas.openxmlformats.org/drawingml/2006/main" noGrp="1"/>
          </p:cNvSpPr>
          <p:nvPr/>
        </p:nvSpPr>
        <p:spPr>
          <a:xfrm xmlns:a="http://schemas.openxmlformats.org/drawingml/2006/main">
            <a:off x="5747923" y="4474464"/>
            <a:ext cx="115791"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93" b="0">
                <a:solidFill>
                  <a:srgbClr val="242421"/>
                </a:solidFill>
                <a:latin typeface="Georgia"/>
                <a:ea typeface="Georgia"/>
                <a:cs typeface="Georgia"/>
              </a:defRPr>
            </a:defPPr>
          </a:lstStyle>
          <a:p xmlns:a="http://schemas.openxmlformats.org/drawingml/2006/main">
            <a:pPr>
              <a:defRPr sz="1693" b="0">
                <a:solidFill>
                  <a:srgbClr val="242421"/>
                </a:solidFill>
                <a:latin typeface="Georgia"/>
                <a:ea typeface="Georgia"/>
                <a:cs typeface="Georgia"/>
              </a:defRPr>
            </a:pPr>
            <a:r>
              <a:rPr sz="1693" b="0">
                <a:solidFill>
                  <a:srgbClr val="242421"/>
                </a:solidFill>
                <a:latin typeface="Georgia"/>
                <a:ea typeface="Georgia"/>
                <a:cs typeface="Georgia"/>
              </a:rPr>
              <a:t>c</a:t>
            </a:r>
          </a:p>
        </p:txBody>
      </p:sp>
      <p:sp>
        <p:nvSpPr>
          <p:cNvPr id="28" name="(s) σ">
            <a:extLst xmlns:a="http://schemas.openxmlformats.org/drawingml/2006/main">
              <a:ext uri="{FF2B5EF4-FFF2-40B4-BE49-F238E27FC236}">
                <a16:creationId xmlns:a16="http://schemas.microsoft.com/office/drawing/2014/main" id="{CA766B39-AC7E-4E25-BEDC-66D782053473}"/>
              </a:ext>
            </a:extLst>
          </p:cNvPr>
          <p:cNvSpPr>
            <a:spLocks xmlns:a="http://schemas.openxmlformats.org/drawingml/2006/main" noGrp="1"/>
          </p:cNvSpPr>
          <p:nvPr/>
        </p:nvSpPr>
        <p:spPr>
          <a:xfrm xmlns:a="http://schemas.openxmlformats.org/drawingml/2006/main">
            <a:off x="5863714" y="4305300"/>
            <a:ext cx="723900"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75" b="0">
                <a:solidFill>
                  <a:srgbClr val="242421"/>
                </a:solidFill>
                <a:latin typeface="Georgia"/>
                <a:ea typeface="Georgia"/>
                <a:cs typeface="Georgia"/>
              </a:defRPr>
            </a:defPPr>
          </a:lstStyle>
          <a:p xmlns:a="http://schemas.openxmlformats.org/drawingml/2006/main">
            <a:pPr>
              <a:defRPr sz="2775" b="0">
                <a:solidFill>
                  <a:srgbClr val="242421"/>
                </a:solidFill>
                <a:latin typeface="Georgia"/>
                <a:ea typeface="Georgia"/>
                <a:cs typeface="Georgia"/>
              </a:defRPr>
            </a:pPr>
            <a:r>
              <a:rPr sz="2775" b="0">
                <a:solidFill>
                  <a:srgbClr val="242421"/>
                </a:solidFill>
                <a:latin typeface="Georgia"/>
                <a:ea typeface="Georgia"/>
                <a:cs typeface="Georgia"/>
              </a:rPr>
              <a:t>(s) σ</a:t>
            </a:r>
          </a:p>
        </p:txBody>
      </p:sp>
      <p:sp>
        <p:nvSpPr>
          <p:cNvPr id="29" name="c">
            <a:extLst xmlns:a="http://schemas.openxmlformats.org/drawingml/2006/main">
              <a:ext uri="{FF2B5EF4-FFF2-40B4-BE49-F238E27FC236}">
                <a16:creationId xmlns:a16="http://schemas.microsoft.com/office/drawing/2014/main" id="{25F19592-5092-443E-8354-39624101B950}"/>
              </a:ext>
            </a:extLst>
          </p:cNvPr>
          <p:cNvSpPr>
            <a:spLocks xmlns:a="http://schemas.openxmlformats.org/drawingml/2006/main" noGrp="1"/>
          </p:cNvSpPr>
          <p:nvPr/>
        </p:nvSpPr>
        <p:spPr>
          <a:xfrm xmlns:a="http://schemas.openxmlformats.org/drawingml/2006/main">
            <a:off x="6587614" y="4474464"/>
            <a:ext cx="115791"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93" b="0">
                <a:solidFill>
                  <a:srgbClr val="242421"/>
                </a:solidFill>
                <a:latin typeface="Georgia"/>
                <a:ea typeface="Georgia"/>
                <a:cs typeface="Georgia"/>
              </a:defRPr>
            </a:defPPr>
          </a:lstStyle>
          <a:p xmlns:a="http://schemas.openxmlformats.org/drawingml/2006/main">
            <a:pPr>
              <a:defRPr sz="1693" b="0">
                <a:solidFill>
                  <a:srgbClr val="242421"/>
                </a:solidFill>
                <a:latin typeface="Georgia"/>
                <a:ea typeface="Georgia"/>
                <a:cs typeface="Georgia"/>
              </a:defRPr>
            </a:pPr>
            <a:r>
              <a:rPr sz="1693" b="0">
                <a:solidFill>
                  <a:srgbClr val="242421"/>
                </a:solidFill>
                <a:latin typeface="Georgia"/>
                <a:ea typeface="Georgia"/>
                <a:cs typeface="Georgia"/>
              </a:rPr>
              <a:t>c</a:t>
            </a:r>
          </a:p>
        </p:txBody>
      </p:sp>
      <p:sp>
        <p:nvSpPr>
          <p:cNvPr id="30" name="(f; s) ds">
            <a:extLst xmlns:a="http://schemas.openxmlformats.org/drawingml/2006/main">
              <a:ext uri="{FF2B5EF4-FFF2-40B4-BE49-F238E27FC236}">
                <a16:creationId xmlns:a16="http://schemas.microsoft.com/office/drawing/2014/main" id="{1A8F6FD9-4B3A-4CF6-9DF7-A237A4942008}"/>
              </a:ext>
            </a:extLst>
          </p:cNvPr>
          <p:cNvSpPr>
            <a:spLocks xmlns:a="http://schemas.openxmlformats.org/drawingml/2006/main" noGrp="1"/>
          </p:cNvSpPr>
          <p:nvPr/>
        </p:nvSpPr>
        <p:spPr>
          <a:xfrm xmlns:a="http://schemas.openxmlformats.org/drawingml/2006/main">
            <a:off x="6703404" y="4305300"/>
            <a:ext cx="1185577"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75" b="0">
                <a:solidFill>
                  <a:srgbClr val="242421"/>
                </a:solidFill>
                <a:latin typeface="Georgia"/>
                <a:ea typeface="Georgia"/>
                <a:cs typeface="Georgia"/>
              </a:defRPr>
            </a:defPPr>
          </a:lstStyle>
          <a:p xmlns:a="http://schemas.openxmlformats.org/drawingml/2006/main">
            <a:pPr>
              <a:defRPr sz="2775" b="0">
                <a:solidFill>
                  <a:srgbClr val="242421"/>
                </a:solidFill>
                <a:latin typeface="Georgia"/>
                <a:ea typeface="Georgia"/>
                <a:cs typeface="Georgia"/>
              </a:defRPr>
            </a:pPr>
            <a:r>
              <a:rPr sz="2775" b="0">
                <a:solidFill>
                  <a:srgbClr val="242421"/>
                </a:solidFill>
                <a:latin typeface="Georgia"/>
                <a:ea typeface="Georgia"/>
                <a:cs typeface="Georgia"/>
              </a:rPr>
              <a:t>(f; s) ds</a:t>
            </a:r>
          </a:p>
        </p:txBody>
      </p:sp>
      <p:sp>
        <p:nvSpPr>
          <p:cNvPr id="31" name="|a">
            <a:extLst xmlns:a="http://schemas.openxmlformats.org/drawingml/2006/main">
              <a:ext uri="{FF2B5EF4-FFF2-40B4-BE49-F238E27FC236}">
                <a16:creationId xmlns:a16="http://schemas.microsoft.com/office/drawing/2014/main" id="{47F8ACE8-8220-47EA-8735-72F11229825B}"/>
              </a:ext>
            </a:extLst>
          </p:cNvPr>
          <p:cNvSpPr>
            <a:spLocks xmlns:a="http://schemas.openxmlformats.org/drawingml/2006/main" noGrp="1"/>
          </p:cNvSpPr>
          <p:nvPr/>
        </p:nvSpPr>
        <p:spPr>
          <a:xfrm xmlns:a="http://schemas.openxmlformats.org/drawingml/2006/main">
            <a:off x="4572000" y="5048250"/>
            <a:ext cx="329184"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75" b="0">
                <a:solidFill>
                  <a:srgbClr val="242421"/>
                </a:solidFill>
                <a:latin typeface="Georgia"/>
                <a:ea typeface="Georgia"/>
                <a:cs typeface="Georgia"/>
              </a:defRPr>
            </a:defPPr>
          </a:lstStyle>
          <a:p xmlns:a="http://schemas.openxmlformats.org/drawingml/2006/main">
            <a:pPr>
              <a:defRPr sz="2775" b="0">
                <a:solidFill>
                  <a:srgbClr val="242421"/>
                </a:solidFill>
                <a:latin typeface="Georgia"/>
                <a:ea typeface="Georgia"/>
                <a:cs typeface="Georgia"/>
              </a:defRPr>
            </a:pPr>
            <a:r>
              <a:rPr sz="2775" b="0">
                <a:solidFill>
                  <a:srgbClr val="242421"/>
                </a:solidFill>
                <a:latin typeface="Georgia"/>
                <a:ea typeface="Georgia"/>
                <a:cs typeface="Georgia"/>
              </a:rPr>
              <a:t>|a</a:t>
            </a:r>
          </a:p>
        </p:txBody>
      </p:sp>
      <p:sp>
        <p:nvSpPr>
          <p:cNvPr id="32" name="c">
            <a:extLst xmlns:a="http://schemas.openxmlformats.org/drawingml/2006/main">
              <a:ext uri="{FF2B5EF4-FFF2-40B4-BE49-F238E27FC236}">
                <a16:creationId xmlns:a16="http://schemas.microsoft.com/office/drawing/2014/main" id="{FDCCEBCB-8982-409C-8889-9ECE410E62BE}"/>
              </a:ext>
            </a:extLst>
          </p:cNvPr>
          <p:cNvSpPr>
            <a:spLocks xmlns:a="http://schemas.openxmlformats.org/drawingml/2006/main" noGrp="1"/>
          </p:cNvSpPr>
          <p:nvPr/>
        </p:nvSpPr>
        <p:spPr>
          <a:xfrm xmlns:a="http://schemas.openxmlformats.org/drawingml/2006/main">
            <a:off x="4901184" y="5217414"/>
            <a:ext cx="115791"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93" b="0">
                <a:solidFill>
                  <a:srgbClr val="242421"/>
                </a:solidFill>
                <a:latin typeface="Georgia"/>
                <a:ea typeface="Georgia"/>
                <a:cs typeface="Georgia"/>
              </a:defRPr>
            </a:defPPr>
          </a:lstStyle>
          <a:p xmlns:a="http://schemas.openxmlformats.org/drawingml/2006/main">
            <a:pPr>
              <a:defRPr sz="1693" b="0">
                <a:solidFill>
                  <a:srgbClr val="242421"/>
                </a:solidFill>
                <a:latin typeface="Georgia"/>
                <a:ea typeface="Georgia"/>
                <a:cs typeface="Georgia"/>
              </a:defRPr>
            </a:pPr>
            <a:r>
              <a:rPr sz="1693" b="0">
                <a:solidFill>
                  <a:srgbClr val="242421"/>
                </a:solidFill>
                <a:latin typeface="Georgia"/>
                <a:ea typeface="Georgia"/>
                <a:cs typeface="Georgia"/>
              </a:rPr>
              <a:t>c</a:t>
            </a:r>
          </a:p>
        </p:txBody>
      </p:sp>
      <p:sp>
        <p:nvSpPr>
          <p:cNvPr id="33" name="| = exp(−τ">
            <a:extLst xmlns:a="http://schemas.openxmlformats.org/drawingml/2006/main">
              <a:ext uri="{FF2B5EF4-FFF2-40B4-BE49-F238E27FC236}">
                <a16:creationId xmlns:a16="http://schemas.microsoft.com/office/drawing/2014/main" id="{24901BB4-F9D3-4A2E-8188-A53BF2A7EF58}"/>
              </a:ext>
            </a:extLst>
          </p:cNvPr>
          <p:cNvSpPr>
            <a:spLocks xmlns:a="http://schemas.openxmlformats.org/drawingml/2006/main" noGrp="1"/>
          </p:cNvSpPr>
          <p:nvPr/>
        </p:nvSpPr>
        <p:spPr>
          <a:xfrm xmlns:a="http://schemas.openxmlformats.org/drawingml/2006/main">
            <a:off x="5016975" y="5048250"/>
            <a:ext cx="1612011"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75" b="0">
                <a:solidFill>
                  <a:srgbClr val="242421"/>
                </a:solidFill>
                <a:latin typeface="Georgia"/>
                <a:ea typeface="Georgia"/>
                <a:cs typeface="Georgia"/>
              </a:defRPr>
            </a:defPPr>
          </a:lstStyle>
          <a:p xmlns:a="http://schemas.openxmlformats.org/drawingml/2006/main">
            <a:pPr>
              <a:defRPr sz="2775" b="0">
                <a:solidFill>
                  <a:srgbClr val="242421"/>
                </a:solidFill>
                <a:latin typeface="Georgia"/>
                <a:ea typeface="Georgia"/>
                <a:cs typeface="Georgia"/>
              </a:defRPr>
            </a:pPr>
            <a:r>
              <a:rPr sz="2775" b="0">
                <a:solidFill>
                  <a:srgbClr val="242421"/>
                </a:solidFill>
                <a:latin typeface="Georgia"/>
                <a:ea typeface="Georgia"/>
                <a:cs typeface="Georgia"/>
              </a:rPr>
              <a:t>| = exp(−τ</a:t>
            </a:r>
          </a:p>
        </p:txBody>
      </p:sp>
      <p:sp>
        <p:nvSpPr>
          <p:cNvPr id="34" name="c">
            <a:extLst xmlns:a="http://schemas.openxmlformats.org/drawingml/2006/main">
              <a:ext uri="{FF2B5EF4-FFF2-40B4-BE49-F238E27FC236}">
                <a16:creationId xmlns:a16="http://schemas.microsoft.com/office/drawing/2014/main" id="{76128FA3-AC2C-4891-85D7-744B72E1FE98}"/>
              </a:ext>
            </a:extLst>
          </p:cNvPr>
          <p:cNvSpPr>
            <a:spLocks xmlns:a="http://schemas.openxmlformats.org/drawingml/2006/main" noGrp="1"/>
          </p:cNvSpPr>
          <p:nvPr/>
        </p:nvSpPr>
        <p:spPr>
          <a:xfrm xmlns:a="http://schemas.openxmlformats.org/drawingml/2006/main">
            <a:off x="6628986" y="5217414"/>
            <a:ext cx="115791"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93" b="0">
                <a:solidFill>
                  <a:srgbClr val="242421"/>
                </a:solidFill>
                <a:latin typeface="Georgia"/>
                <a:ea typeface="Georgia"/>
                <a:cs typeface="Georgia"/>
              </a:defRPr>
            </a:defPPr>
          </a:lstStyle>
          <a:p xmlns:a="http://schemas.openxmlformats.org/drawingml/2006/main">
            <a:pPr>
              <a:defRPr sz="1693" b="0">
                <a:solidFill>
                  <a:srgbClr val="242421"/>
                </a:solidFill>
                <a:latin typeface="Georgia"/>
                <a:ea typeface="Georgia"/>
                <a:cs typeface="Georgia"/>
              </a:defRPr>
            </a:pPr>
            <a:r>
              <a:rPr sz="1693" b="0">
                <a:solidFill>
                  <a:srgbClr val="242421"/>
                </a:solidFill>
                <a:latin typeface="Georgia"/>
                <a:ea typeface="Georgia"/>
                <a:cs typeface="Georgia"/>
              </a:rPr>
              <a:t>c</a:t>
            </a:r>
          </a:p>
        </p:txBody>
      </p:sp>
      <p:sp>
        <p:nvSpPr>
          <p:cNvPr id="35" name=" / 2)">
            <a:extLst xmlns:a="http://schemas.openxmlformats.org/drawingml/2006/main">
              <a:ext uri="{FF2B5EF4-FFF2-40B4-BE49-F238E27FC236}">
                <a16:creationId xmlns:a16="http://schemas.microsoft.com/office/drawing/2014/main" id="{D99E8C24-EFCC-433D-AECA-C57EE3A16D32}"/>
              </a:ext>
            </a:extLst>
          </p:cNvPr>
          <p:cNvSpPr>
            <a:spLocks xmlns:a="http://schemas.openxmlformats.org/drawingml/2006/main" noGrp="1"/>
          </p:cNvSpPr>
          <p:nvPr/>
        </p:nvSpPr>
        <p:spPr>
          <a:xfrm xmlns:a="http://schemas.openxmlformats.org/drawingml/2006/main">
            <a:off x="6744776" y="5048250"/>
            <a:ext cx="685133" cy="5462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75" b="0">
                <a:solidFill>
                  <a:srgbClr val="242421"/>
                </a:solidFill>
                <a:latin typeface="Georgia"/>
                <a:ea typeface="Georgia"/>
                <a:cs typeface="Georgia"/>
              </a:defRPr>
            </a:defPPr>
          </a:lstStyle>
          <a:p xmlns:a="http://schemas.openxmlformats.org/drawingml/2006/main">
            <a:pPr>
              <a:defRPr sz="2775" b="0">
                <a:solidFill>
                  <a:srgbClr val="242421"/>
                </a:solidFill>
                <a:latin typeface="Georgia"/>
                <a:ea typeface="Georgia"/>
                <a:cs typeface="Georgia"/>
              </a:defRPr>
            </a:pPr>
            <a:r>
              <a:rPr sz="2775" b="0">
                <a:solidFill>
                  <a:srgbClr val="242421"/>
                </a:solidFill>
                <a:latin typeface="Georgia"/>
                <a:ea typeface="Georgia"/>
                <a:cs typeface="Georgia"/>
              </a:rPr>
              <a:t> / 2)</a:t>
            </a:r>
          </a:p>
        </p:txBody>
      </p:sp>
      <p:sp>
        <p:nvSpPr>
          <p:cNvPr id="36" name="For uniform conditions: τc(f, l) = σc(f) Nc(l), where Nc is ">
            <a:extLst xmlns:a="http://schemas.openxmlformats.org/drawingml/2006/main">
              <a:ext uri="{FF2B5EF4-FFF2-40B4-BE49-F238E27FC236}">
                <a16:creationId xmlns:a16="http://schemas.microsoft.com/office/drawing/2014/main" id="{8F0C5B2E-C1AA-4A03-A8F8-4550454E67E6}"/>
              </a:ext>
            </a:extLst>
          </p:cNvPr>
          <p:cNvSpPr>
            <a:spLocks xmlns:a="http://schemas.openxmlformats.org/drawingml/2006/main" noGrp="1"/>
          </p:cNvSpPr>
          <p:nvPr/>
        </p:nvSpPr>
        <p:spPr>
          <a:xfrm xmlns:a="http://schemas.openxmlformats.org/drawingml/2006/main">
            <a:off x="609600" y="59245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2421"/>
                </a:solidFill>
                <a:latin typeface="Georgia"/>
                <a:ea typeface="Georgia"/>
                <a:cs typeface="Georgia"/>
              </a:defRPr>
            </a:defPPr>
          </a:lstStyle>
          <a:p xmlns:a="http://schemas.openxmlformats.org/drawingml/2006/main">
            <a:pPr>
              <a:defRPr sz="1800" b="0">
                <a:solidFill>
                  <a:srgbClr val="242421"/>
                </a:solidFill>
                <a:latin typeface="Georgia"/>
                <a:ea typeface="Georgia"/>
                <a:cs typeface="Georgia"/>
              </a:defRPr>
            </a:pPr>
            <a:r>
              <a:rPr sz="1800" b="0">
                <a:solidFill>
                  <a:srgbClr val="242421"/>
                </a:solidFill>
                <a:latin typeface="Georgia"/>
                <a:ea typeface="Georgia"/>
                <a:cs typeface="Georgia"/>
              </a:rPr>
              <a:t>For uniform conditions: τc(f, l) = σc(f) Nc(l), where Nc is the molecular column.</a:t>
            </a:r>
          </a:p>
        </p:txBody>
      </p:sp>
    </p:spTree>
    <p:extLst>
      <p:ext uri="{BB962C8B-B14F-4D97-AF65-F5344CB8AC3E}">
        <p14:creationId xmlns:p14="http://schemas.microsoft.com/office/powerpoint/2010/main" val="1184547304"/>
      </p:ext>
    </p:extLst>
  </p:cSld>
</p:sld>
</file>

<file path=ppt/slides/slide14.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4" name="Sources and reproducible calculation">
            <a:extLst xmlns:a="http://schemas.openxmlformats.org/drawingml/2006/main">
              <a:ext uri="{FF2B5EF4-FFF2-40B4-BE49-F238E27FC236}">
                <a16:creationId xmlns:a16="http://schemas.microsoft.com/office/drawing/2014/main" id="{85170BFE-A60C-49E0-9012-A30707AB0D97}"/>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0">
                <a:solidFill>
                  <a:srgbClr val="242421"/>
                </a:solidFill>
                <a:latin typeface="Georgia"/>
                <a:ea typeface="Georgia"/>
                <a:cs typeface="Georgia"/>
              </a:defRPr>
            </a:defPPr>
          </a:lstStyle>
          <a:p xmlns:a="http://schemas.openxmlformats.org/drawingml/2006/main">
            <a:pPr>
              <a:defRPr sz="3450" b="0">
                <a:solidFill>
                  <a:srgbClr val="242421"/>
                </a:solidFill>
                <a:latin typeface="Georgia"/>
                <a:ea typeface="Georgia"/>
                <a:cs typeface="Georgia"/>
              </a:defRPr>
            </a:pPr>
            <a:r>
              <a:rPr sz="3450" b="0">
                <a:solidFill>
                  <a:srgbClr val="242421"/>
                </a:solidFill>
                <a:latin typeface="Georgia"/>
                <a:ea typeface="Georgia"/>
                <a:cs typeface="Georgia"/>
              </a:rPr>
              <a:t>Sources and reproducible calculation</a:t>
            </a:r>
          </a:p>
        </p:txBody>
      </p:sp>
      <p:sp>
        <p:nvSpPr>
          <p:cNvPr id="2" name="14">
            <a:extLst xmlns:a="http://schemas.openxmlformats.org/drawingml/2006/main">
              <a:ext uri="{FF2B5EF4-FFF2-40B4-BE49-F238E27FC236}">
                <a16:creationId xmlns:a16="http://schemas.microsoft.com/office/drawing/2014/main" id="{CE9C5087-88C6-4C11-A520-9C59945EAB54}"/>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14</a:t>
            </a:r>
          </a:p>
        </p:txBody>
      </p:sp>
      <p:sp>
        <p:nvSpPr>
          <p:cNvPr id="3" name="HITRAN">
            <a:extLst xmlns:a="http://schemas.openxmlformats.org/drawingml/2006/main">
              <a:ext uri="{FF2B5EF4-FFF2-40B4-BE49-F238E27FC236}">
                <a16:creationId xmlns:a16="http://schemas.microsoft.com/office/drawing/2014/main" id="{BD856915-668C-4A5D-8B5B-84EE8AA7B4A1}"/>
              </a:ext>
            </a:extLst>
          </p:cNvPr>
          <p:cNvSpPr>
            <a:spLocks xmlns:a="http://schemas.openxmlformats.org/drawingml/2006/main" noGrp="1"/>
          </p:cNvSpPr>
          <p:nvPr/>
        </p:nvSpPr>
        <p:spPr>
          <a:xfrm xmlns:a="http://schemas.openxmlformats.org/drawingml/2006/main">
            <a:off x="609600" y="1619250"/>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4472B"/>
                </a:solidFill>
                <a:latin typeface="Georgia"/>
                <a:ea typeface="Georgia"/>
                <a:cs typeface="Georgia"/>
              </a:defRPr>
            </a:defPPr>
          </a:lstStyle>
          <a:p xmlns:a="http://schemas.openxmlformats.org/drawingml/2006/main">
            <a:pPr>
              <a:defRPr sz="2175" b="0">
                <a:solidFill>
                  <a:srgbClr val="B4472B"/>
                </a:solidFill>
                <a:latin typeface="Georgia"/>
                <a:ea typeface="Georgia"/>
                <a:cs typeface="Georgia"/>
              </a:defRPr>
            </a:pPr>
            <a:r>
              <a:rPr sz="2175" b="0">
                <a:solidFill>
                  <a:srgbClr val="B4472B"/>
                </a:solidFill>
                <a:latin typeface="Georgia"/>
                <a:ea typeface="Georgia"/>
                <a:cs typeface="Georgia"/>
                <a:hlinkClick xmlns:r="http://schemas.openxmlformats.org/officeDocument/2006/relationships" r:id="R26901044dcc64b93"/>
              </a:rPr>
              <a:t>HITRAN</a:t>
            </a:r>
          </a:p>
        </p:txBody>
      </p:sp>
      <p:sp>
        <p:nvSpPr>
          <p:cNvPr id="4" name="Line positions, strengths and broadening">
            <a:extLst xmlns:a="http://schemas.openxmlformats.org/drawingml/2006/main">
              <a:ext uri="{FF2B5EF4-FFF2-40B4-BE49-F238E27FC236}">
                <a16:creationId xmlns:a16="http://schemas.microsoft.com/office/drawing/2014/main" id="{AEB608F4-4134-4D21-AFE8-756197ECFCD8}"/>
              </a:ext>
            </a:extLst>
          </p:cNvPr>
          <p:cNvSpPr>
            <a:spLocks xmlns:a="http://schemas.openxmlformats.org/drawingml/2006/main" noGrp="1"/>
          </p:cNvSpPr>
          <p:nvPr/>
        </p:nvSpPr>
        <p:spPr>
          <a:xfrm xmlns:a="http://schemas.openxmlformats.org/drawingml/2006/main">
            <a:off x="4419600" y="1647825"/>
            <a:ext cx="704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2421"/>
                </a:solidFill>
                <a:latin typeface="Georgia"/>
                <a:ea typeface="Georgia"/>
                <a:cs typeface="Georgia"/>
              </a:defRPr>
            </a:defPPr>
          </a:lstStyle>
          <a:p xmlns:a="http://schemas.openxmlformats.org/drawingml/2006/main">
            <a:pPr>
              <a:defRPr sz="1875" b="0">
                <a:solidFill>
                  <a:srgbClr val="242421"/>
                </a:solidFill>
                <a:latin typeface="Georgia"/>
                <a:ea typeface="Georgia"/>
                <a:cs typeface="Georgia"/>
              </a:defRPr>
            </a:pPr>
            <a:r>
              <a:rPr sz="1875" b="0">
                <a:solidFill>
                  <a:srgbClr val="242421"/>
                </a:solidFill>
                <a:latin typeface="Georgia"/>
                <a:ea typeface="Georgia"/>
                <a:cs typeface="Georgia"/>
              </a:rPr>
              <a:t>Line positions, strengths and broadening</a:t>
            </a:r>
          </a:p>
        </p:txBody>
      </p:sp>
      <p:sp>
        <p:nvSpPr>
          <p:cNvPr id="5" name="JPL CO catalog">
            <a:extLst xmlns:a="http://schemas.openxmlformats.org/drawingml/2006/main">
              <a:ext uri="{FF2B5EF4-FFF2-40B4-BE49-F238E27FC236}">
                <a16:creationId xmlns:a16="http://schemas.microsoft.com/office/drawing/2014/main" id="{F85E66C0-E962-45E3-A65A-A7D3ADF72842}"/>
              </a:ext>
            </a:extLst>
          </p:cNvPr>
          <p:cNvSpPr>
            <a:spLocks xmlns:a="http://schemas.openxmlformats.org/drawingml/2006/main" noGrp="1"/>
          </p:cNvSpPr>
          <p:nvPr/>
        </p:nvSpPr>
        <p:spPr>
          <a:xfrm xmlns:a="http://schemas.openxmlformats.org/drawingml/2006/main">
            <a:off x="609600" y="24098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4472B"/>
                </a:solidFill>
                <a:latin typeface="Georgia"/>
                <a:ea typeface="Georgia"/>
                <a:cs typeface="Georgia"/>
              </a:defRPr>
            </a:defPPr>
          </a:lstStyle>
          <a:p xmlns:a="http://schemas.openxmlformats.org/drawingml/2006/main">
            <a:pPr>
              <a:defRPr sz="2175" b="0">
                <a:solidFill>
                  <a:srgbClr val="B4472B"/>
                </a:solidFill>
                <a:latin typeface="Georgia"/>
                <a:ea typeface="Georgia"/>
                <a:cs typeface="Georgia"/>
              </a:defRPr>
            </a:pPr>
            <a:r>
              <a:rPr sz="2175" b="0">
                <a:solidFill>
                  <a:srgbClr val="B4472B"/>
                </a:solidFill>
                <a:latin typeface="Georgia"/>
                <a:ea typeface="Georgia"/>
                <a:cs typeface="Georgia"/>
                <a:hlinkClick xmlns:r="http://schemas.openxmlformats.org/officeDocument/2006/relationships" r:id="Rd946da0aed3741dc"/>
              </a:rPr>
              <a:t>JPL CO catalog</a:t>
            </a:r>
          </a:p>
        </p:txBody>
      </p:sp>
      <p:sp>
        <p:nvSpPr>
          <p:cNvPr id="6" name="Independent rotational line positions">
            <a:extLst xmlns:a="http://schemas.openxmlformats.org/drawingml/2006/main">
              <a:ext uri="{FF2B5EF4-FFF2-40B4-BE49-F238E27FC236}">
                <a16:creationId xmlns:a16="http://schemas.microsoft.com/office/drawing/2014/main" id="{DFC43F87-0D8D-4D86-9686-B47F567DDC45}"/>
              </a:ext>
            </a:extLst>
          </p:cNvPr>
          <p:cNvSpPr>
            <a:spLocks xmlns:a="http://schemas.openxmlformats.org/drawingml/2006/main" noGrp="1"/>
          </p:cNvSpPr>
          <p:nvPr/>
        </p:nvSpPr>
        <p:spPr>
          <a:xfrm xmlns:a="http://schemas.openxmlformats.org/drawingml/2006/main">
            <a:off x="4419600" y="2438400"/>
            <a:ext cx="704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2421"/>
                </a:solidFill>
                <a:latin typeface="Georgia"/>
                <a:ea typeface="Georgia"/>
                <a:cs typeface="Georgia"/>
              </a:defRPr>
            </a:defPPr>
          </a:lstStyle>
          <a:p xmlns:a="http://schemas.openxmlformats.org/drawingml/2006/main">
            <a:pPr>
              <a:defRPr sz="1875" b="0">
                <a:solidFill>
                  <a:srgbClr val="242421"/>
                </a:solidFill>
                <a:latin typeface="Georgia"/>
                <a:ea typeface="Georgia"/>
                <a:cs typeface="Georgia"/>
              </a:defRPr>
            </a:pPr>
            <a:r>
              <a:rPr sz="1875" b="0">
                <a:solidFill>
                  <a:srgbClr val="242421"/>
                </a:solidFill>
                <a:latin typeface="Georgia"/>
                <a:ea typeface="Georgia"/>
                <a:cs typeface="Georgia"/>
              </a:rPr>
              <a:t>Independent rotational line positions</a:t>
            </a:r>
          </a:p>
        </p:txBody>
      </p:sp>
      <p:sp>
        <p:nvSpPr>
          <p:cNvPr id="7" name="ITU P.676-13, Annex 1">
            <a:extLst xmlns:a="http://schemas.openxmlformats.org/drawingml/2006/main">
              <a:ext uri="{FF2B5EF4-FFF2-40B4-BE49-F238E27FC236}">
                <a16:creationId xmlns:a16="http://schemas.microsoft.com/office/drawing/2014/main" id="{29C206F2-BC5C-4051-A326-1816E62CF0DA}"/>
              </a:ext>
            </a:extLst>
          </p:cNvPr>
          <p:cNvSpPr>
            <a:spLocks xmlns:a="http://schemas.openxmlformats.org/drawingml/2006/main" noGrp="1"/>
          </p:cNvSpPr>
          <p:nvPr/>
        </p:nvSpPr>
        <p:spPr>
          <a:xfrm xmlns:a="http://schemas.openxmlformats.org/drawingml/2006/main">
            <a:off x="609600" y="3200400"/>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4472B"/>
                </a:solidFill>
                <a:latin typeface="Georgia"/>
                <a:ea typeface="Georgia"/>
                <a:cs typeface="Georgia"/>
              </a:defRPr>
            </a:defPPr>
          </a:lstStyle>
          <a:p xmlns:a="http://schemas.openxmlformats.org/drawingml/2006/main">
            <a:pPr>
              <a:defRPr sz="2175" b="0">
                <a:solidFill>
                  <a:srgbClr val="B4472B"/>
                </a:solidFill>
                <a:latin typeface="Georgia"/>
                <a:ea typeface="Georgia"/>
                <a:cs typeface="Georgia"/>
              </a:defRPr>
            </a:pPr>
            <a:r>
              <a:rPr sz="2175" b="0">
                <a:solidFill>
                  <a:srgbClr val="B4472B"/>
                </a:solidFill>
                <a:latin typeface="Georgia"/>
                <a:ea typeface="Georgia"/>
                <a:cs typeface="Georgia"/>
                <a:hlinkClick xmlns:r="http://schemas.openxmlformats.org/officeDocument/2006/relationships" r:id="R5c1ea1be2fdf4c35"/>
              </a:rPr>
              <a:t>ITU P.676-13, Annex 1</a:t>
            </a:r>
          </a:p>
        </p:txBody>
      </p:sp>
      <p:sp>
        <p:nvSpPr>
          <p:cNvPr id="8" name="Atmospheric gas attenuation to 1000 GHz">
            <a:extLst xmlns:a="http://schemas.openxmlformats.org/drawingml/2006/main">
              <a:ext uri="{FF2B5EF4-FFF2-40B4-BE49-F238E27FC236}">
                <a16:creationId xmlns:a16="http://schemas.microsoft.com/office/drawing/2014/main" id="{01D8F0E6-B3B3-4EA4-BE1A-197407B48667}"/>
              </a:ext>
            </a:extLst>
          </p:cNvPr>
          <p:cNvSpPr>
            <a:spLocks xmlns:a="http://schemas.openxmlformats.org/drawingml/2006/main" noGrp="1"/>
          </p:cNvSpPr>
          <p:nvPr/>
        </p:nvSpPr>
        <p:spPr>
          <a:xfrm xmlns:a="http://schemas.openxmlformats.org/drawingml/2006/main">
            <a:off x="4419600" y="3228975"/>
            <a:ext cx="704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2421"/>
                </a:solidFill>
                <a:latin typeface="Georgia"/>
                <a:ea typeface="Georgia"/>
                <a:cs typeface="Georgia"/>
              </a:defRPr>
            </a:defPPr>
          </a:lstStyle>
          <a:p xmlns:a="http://schemas.openxmlformats.org/drawingml/2006/main">
            <a:pPr>
              <a:defRPr sz="1875" b="0">
                <a:solidFill>
                  <a:srgbClr val="242421"/>
                </a:solidFill>
                <a:latin typeface="Georgia"/>
                <a:ea typeface="Georgia"/>
                <a:cs typeface="Georgia"/>
              </a:defRPr>
            </a:pPr>
            <a:r>
              <a:rPr sz="1875" b="0">
                <a:solidFill>
                  <a:srgbClr val="242421"/>
                </a:solidFill>
                <a:latin typeface="Georgia"/>
                <a:ea typeface="Georgia"/>
                <a:cs typeface="Georgia"/>
              </a:rPr>
              <a:t>Atmospheric gas attenuation to 1000 GHz</a:t>
            </a:r>
          </a:p>
        </p:txBody>
      </p:sp>
      <p:sp>
        <p:nvSpPr>
          <p:cNvPr id="9" name="NIST spectroscopy">
            <a:extLst xmlns:a="http://schemas.openxmlformats.org/drawingml/2006/main">
              <a:ext uri="{FF2B5EF4-FFF2-40B4-BE49-F238E27FC236}">
                <a16:creationId xmlns:a16="http://schemas.microsoft.com/office/drawing/2014/main" id="{3ECD4642-8432-4C3C-B6DC-D09FDC19CB28}"/>
              </a:ext>
            </a:extLst>
          </p:cNvPr>
          <p:cNvSpPr>
            <a:spLocks xmlns:a="http://schemas.openxmlformats.org/drawingml/2006/main" noGrp="1"/>
          </p:cNvSpPr>
          <p:nvPr/>
        </p:nvSpPr>
        <p:spPr>
          <a:xfrm xmlns:a="http://schemas.openxmlformats.org/drawingml/2006/main">
            <a:off x="609600" y="399097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4472B"/>
                </a:solidFill>
                <a:latin typeface="Georgia"/>
                <a:ea typeface="Georgia"/>
                <a:cs typeface="Georgia"/>
              </a:defRPr>
            </a:defPPr>
          </a:lstStyle>
          <a:p xmlns:a="http://schemas.openxmlformats.org/drawingml/2006/main">
            <a:pPr>
              <a:defRPr sz="2175" b="0">
                <a:solidFill>
                  <a:srgbClr val="B4472B"/>
                </a:solidFill>
                <a:latin typeface="Georgia"/>
                <a:ea typeface="Georgia"/>
                <a:cs typeface="Georgia"/>
              </a:defRPr>
            </a:pPr>
            <a:r>
              <a:rPr sz="2175" b="0">
                <a:solidFill>
                  <a:srgbClr val="B4472B"/>
                </a:solidFill>
                <a:latin typeface="Georgia"/>
                <a:ea typeface="Georgia"/>
                <a:cs typeface="Georgia"/>
                <a:hlinkClick xmlns:r="http://schemas.openxmlformats.org/officeDocument/2006/relationships" r:id="Rc91fe3d7b474460e"/>
              </a:rPr>
              <a:t>NIST spectroscopy</a:t>
            </a:r>
          </a:p>
        </p:txBody>
      </p:sp>
      <p:sp>
        <p:nvSpPr>
          <p:cNvPr id="10" name="Line broadening and molecular energy levels">
            <a:extLst xmlns:a="http://schemas.openxmlformats.org/drawingml/2006/main">
              <a:ext uri="{FF2B5EF4-FFF2-40B4-BE49-F238E27FC236}">
                <a16:creationId xmlns:a16="http://schemas.microsoft.com/office/drawing/2014/main" id="{E53A7787-99D0-4AA4-9CA1-0094D8A88774}"/>
              </a:ext>
            </a:extLst>
          </p:cNvPr>
          <p:cNvSpPr>
            <a:spLocks xmlns:a="http://schemas.openxmlformats.org/drawingml/2006/main" noGrp="1"/>
          </p:cNvSpPr>
          <p:nvPr/>
        </p:nvSpPr>
        <p:spPr>
          <a:xfrm xmlns:a="http://schemas.openxmlformats.org/drawingml/2006/main">
            <a:off x="4419600" y="4019550"/>
            <a:ext cx="704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2421"/>
                </a:solidFill>
                <a:latin typeface="Georgia"/>
                <a:ea typeface="Georgia"/>
                <a:cs typeface="Georgia"/>
              </a:defRPr>
            </a:defPPr>
          </a:lstStyle>
          <a:p xmlns:a="http://schemas.openxmlformats.org/drawingml/2006/main">
            <a:pPr>
              <a:defRPr sz="1875" b="0">
                <a:solidFill>
                  <a:srgbClr val="242421"/>
                </a:solidFill>
                <a:latin typeface="Georgia"/>
                <a:ea typeface="Georgia"/>
                <a:cs typeface="Georgia"/>
              </a:defRPr>
            </a:pPr>
            <a:r>
              <a:rPr sz="1875" b="0">
                <a:solidFill>
                  <a:srgbClr val="242421"/>
                </a:solidFill>
                <a:latin typeface="Georgia"/>
                <a:ea typeface="Georgia"/>
                <a:cs typeface="Georgia"/>
              </a:rPr>
              <a:t>Line broadening and molecular energy levels</a:t>
            </a:r>
          </a:p>
        </p:txBody>
      </p:sp>
      <p:sp>
        <p:nvSpPr>
          <p:cNvPr id="11" name="Project calculation">
            <a:extLst xmlns:a="http://schemas.openxmlformats.org/drawingml/2006/main">
              <a:ext uri="{FF2B5EF4-FFF2-40B4-BE49-F238E27FC236}">
                <a16:creationId xmlns:a16="http://schemas.microsoft.com/office/drawing/2014/main" id="{B92EF3D1-7760-4506-81B4-27B56E8C4461}"/>
              </a:ext>
            </a:extLst>
          </p:cNvPr>
          <p:cNvSpPr>
            <a:spLocks xmlns:a="http://schemas.openxmlformats.org/drawingml/2006/main" noGrp="1"/>
          </p:cNvSpPr>
          <p:nvPr/>
        </p:nvSpPr>
        <p:spPr>
          <a:xfrm xmlns:a="http://schemas.openxmlformats.org/drawingml/2006/main">
            <a:off x="609600" y="4781550"/>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4472B"/>
                </a:solidFill>
                <a:latin typeface="Georgia"/>
                <a:ea typeface="Georgia"/>
                <a:cs typeface="Georgia"/>
              </a:defRPr>
            </a:defPPr>
          </a:lstStyle>
          <a:p xmlns:a="http://schemas.openxmlformats.org/drawingml/2006/main">
            <a:pPr>
              <a:defRPr sz="2175" b="0">
                <a:solidFill>
                  <a:srgbClr val="B4472B"/>
                </a:solidFill>
                <a:latin typeface="Georgia"/>
                <a:ea typeface="Georgia"/>
                <a:cs typeface="Georgia"/>
              </a:defRPr>
            </a:pPr>
            <a:r>
              <a:rPr sz="2175" b="0">
                <a:solidFill>
                  <a:srgbClr val="B4472B"/>
                </a:solidFill>
                <a:latin typeface="Georgia"/>
                <a:ea typeface="Georgia"/>
                <a:cs typeface="Georgia"/>
                <a:hlinkClick xmlns:r="http://schemas.openxmlformats.org/officeDocument/2006/relationships" r:id="R7f630e12056e40a4"/>
              </a:rPr>
              <a:t>Project calculation</a:t>
            </a:r>
          </a:p>
        </p:txBody>
      </p:sp>
      <p:sp>
        <p:nvSpPr>
          <p:cNvPr id="12" name="CO spectra, channel matrices and assumptions">
            <a:extLst xmlns:a="http://schemas.openxmlformats.org/drawingml/2006/main">
              <a:ext uri="{FF2B5EF4-FFF2-40B4-BE49-F238E27FC236}">
                <a16:creationId xmlns:a16="http://schemas.microsoft.com/office/drawing/2014/main" id="{18729480-41D8-4396-AFE5-2849D17F4440}"/>
              </a:ext>
            </a:extLst>
          </p:cNvPr>
          <p:cNvSpPr>
            <a:spLocks xmlns:a="http://schemas.openxmlformats.org/drawingml/2006/main" noGrp="1"/>
          </p:cNvSpPr>
          <p:nvPr/>
        </p:nvSpPr>
        <p:spPr>
          <a:xfrm xmlns:a="http://schemas.openxmlformats.org/drawingml/2006/main">
            <a:off x="4419600" y="4810125"/>
            <a:ext cx="704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2421"/>
                </a:solidFill>
                <a:latin typeface="Georgia"/>
                <a:ea typeface="Georgia"/>
                <a:cs typeface="Georgia"/>
              </a:defRPr>
            </a:defPPr>
          </a:lstStyle>
          <a:p xmlns:a="http://schemas.openxmlformats.org/drawingml/2006/main">
            <a:pPr>
              <a:defRPr sz="1875" b="0">
                <a:solidFill>
                  <a:srgbClr val="242421"/>
                </a:solidFill>
                <a:latin typeface="Georgia"/>
                <a:ea typeface="Georgia"/>
                <a:cs typeface="Georgia"/>
              </a:defRPr>
            </a:pPr>
            <a:r>
              <a:rPr sz="1875" b="0">
                <a:solidFill>
                  <a:srgbClr val="242421"/>
                </a:solidFill>
                <a:latin typeface="Georgia"/>
                <a:ea typeface="Georgia"/>
                <a:cs typeface="Georgia"/>
              </a:rPr>
              <a:t>CO spectra, channel matrices and assumptions</a:t>
            </a:r>
          </a:p>
        </p:txBody>
      </p:sp>
      <p:sp>
        <p:nvSpPr>
          <p:cNvPr id="13" name="Complete derivations and source links accompany each slide i">
            <a:extLst xmlns:a="http://schemas.openxmlformats.org/drawingml/2006/main">
              <a:ext uri="{FF2B5EF4-FFF2-40B4-BE49-F238E27FC236}">
                <a16:creationId xmlns:a16="http://schemas.microsoft.com/office/drawing/2014/main" id="{5FF84AA2-E12D-4BEA-BCE0-3A66101C8F2B}"/>
              </a:ext>
            </a:extLst>
          </p:cNvPr>
          <p:cNvSpPr>
            <a:spLocks xmlns:a="http://schemas.openxmlformats.org/drawingml/2006/main" noGrp="1"/>
          </p:cNvSpPr>
          <p:nvPr/>
        </p:nvSpPr>
        <p:spPr>
          <a:xfrm xmlns:a="http://schemas.openxmlformats.org/drawingml/2006/main">
            <a:off x="609600" y="58578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E6A61"/>
                </a:solidFill>
                <a:latin typeface="Georgia"/>
                <a:ea typeface="Georgia"/>
                <a:cs typeface="Georgia"/>
              </a:defRPr>
            </a:defPPr>
          </a:lstStyle>
          <a:p xmlns:a="http://schemas.openxmlformats.org/drawingml/2006/main">
            <a:pPr>
              <a:defRPr sz="1800" b="0">
                <a:solidFill>
                  <a:srgbClr val="6E6A61"/>
                </a:solidFill>
                <a:latin typeface="Georgia"/>
                <a:ea typeface="Georgia"/>
                <a:cs typeface="Georgia"/>
              </a:defRPr>
            </a:pPr>
            <a:r>
              <a:rPr sz="1800" b="0">
                <a:solidFill>
                  <a:srgbClr val="6E6A61"/>
                </a:solidFill>
                <a:latin typeface="Georgia"/>
                <a:ea typeface="Georgia"/>
                <a:cs typeface="Georgia"/>
              </a:rPr>
              <a:t>Complete derivations and source links accompany each slide in the speaker notes.</a:t>
            </a:r>
          </a:p>
        </p:txBody>
      </p:sp>
    </p:spTree>
    <p:extLst>
      <p:ext uri="{BB962C8B-B14F-4D97-AF65-F5344CB8AC3E}">
        <p14:creationId xmlns:p14="http://schemas.microsoft.com/office/powerpoint/2010/main" val="21034948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2026-10-14T13:54:44.5490000Z</dcterms:created>
  <dcterms:modified xsi:type="dcterms:W3CDTF">2026-10-14T13:54:44.5490000Z</dcterms:modified>
</coreProperties>
</file>